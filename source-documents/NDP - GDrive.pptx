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heme/themeOverride1.xml" ContentType="application/vnd.openxmlformats-officedocument.themeOverr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theme/themeOverride2.xml" ContentType="application/vnd.openxmlformats-officedocument.themeOverr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theme/themeOverride3.xml" ContentType="application/vnd.openxmlformats-officedocument.themeOverr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theme/themeOverride4.xml" ContentType="application/vnd.openxmlformats-officedocument.themeOverr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5"/>
  </p:notesMasterIdLst>
  <p:handoutMasterIdLst>
    <p:handoutMasterId r:id="rId66"/>
  </p:handoutMasterIdLst>
  <p:sldIdLst>
    <p:sldId id="2448" r:id="rId5"/>
    <p:sldId id="2470" r:id="rId6"/>
    <p:sldId id="2467" r:id="rId7"/>
    <p:sldId id="2463" r:id="rId8"/>
    <p:sldId id="2510" r:id="rId9"/>
    <p:sldId id="2513" r:id="rId10"/>
    <p:sldId id="2514" r:id="rId11"/>
    <p:sldId id="2515" r:id="rId12"/>
    <p:sldId id="2516" r:id="rId13"/>
    <p:sldId id="2474" r:id="rId14"/>
    <p:sldId id="2479" r:id="rId15"/>
    <p:sldId id="2498" r:id="rId16"/>
    <p:sldId id="2520" r:id="rId17"/>
    <p:sldId id="2521" r:id="rId18"/>
    <p:sldId id="2522" r:id="rId19"/>
    <p:sldId id="2523" r:id="rId20"/>
    <p:sldId id="2524" r:id="rId21"/>
    <p:sldId id="2525" r:id="rId22"/>
    <p:sldId id="2526" r:id="rId23"/>
    <p:sldId id="2527" r:id="rId24"/>
    <p:sldId id="2519" r:id="rId25"/>
    <p:sldId id="2528" r:id="rId26"/>
    <p:sldId id="2529" r:id="rId27"/>
    <p:sldId id="2530" r:id="rId28"/>
    <p:sldId id="2531" r:id="rId29"/>
    <p:sldId id="2532" r:id="rId30"/>
    <p:sldId id="2533" r:id="rId31"/>
    <p:sldId id="2534" r:id="rId32"/>
    <p:sldId id="2517" r:id="rId33"/>
    <p:sldId id="2535" r:id="rId34"/>
    <p:sldId id="2536" r:id="rId35"/>
    <p:sldId id="2537" r:id="rId36"/>
    <p:sldId id="2538" r:id="rId37"/>
    <p:sldId id="2539" r:id="rId38"/>
    <p:sldId id="2540" r:id="rId39"/>
    <p:sldId id="2541" r:id="rId40"/>
    <p:sldId id="2542" r:id="rId41"/>
    <p:sldId id="2543" r:id="rId42"/>
    <p:sldId id="2544" r:id="rId43"/>
    <p:sldId id="2545" r:id="rId44"/>
    <p:sldId id="2546" r:id="rId45"/>
    <p:sldId id="2547" r:id="rId46"/>
    <p:sldId id="2548" r:id="rId47"/>
    <p:sldId id="2549" r:id="rId48"/>
    <p:sldId id="2550" r:id="rId49"/>
    <p:sldId id="2551" r:id="rId50"/>
    <p:sldId id="2518" r:id="rId51"/>
    <p:sldId id="2552" r:id="rId52"/>
    <p:sldId id="2553" r:id="rId53"/>
    <p:sldId id="2554" r:id="rId54"/>
    <p:sldId id="2555" r:id="rId55"/>
    <p:sldId id="2556" r:id="rId56"/>
    <p:sldId id="2557" r:id="rId57"/>
    <p:sldId id="2558" r:id="rId58"/>
    <p:sldId id="2560" r:id="rId59"/>
    <p:sldId id="2559" r:id="rId60"/>
    <p:sldId id="2561" r:id="rId61"/>
    <p:sldId id="2562" r:id="rId62"/>
    <p:sldId id="2563" r:id="rId63"/>
    <p:sldId id="2483"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varScale="1">
        <p:scale>
          <a:sx n="111" d="100"/>
          <a:sy n="111" d="100"/>
        </p:scale>
        <p:origin x="594" y="96"/>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418604-8B12-4ED2-85A6-CB7DC3425F6C}" type="doc">
      <dgm:prSet loTypeId="urn:microsoft.com/office/officeart/2005/8/layout/orgChart1" loCatId="hierarchy" qsTypeId="urn:microsoft.com/office/officeart/2005/8/quickstyle/simple5" qsCatId="simple" csTypeId="urn:microsoft.com/office/officeart/2005/8/colors/accent2_1" csCatId="accent2" phldr="1"/>
      <dgm:spPr/>
      <dgm:t>
        <a:bodyPr/>
        <a:lstStyle/>
        <a:p>
          <a:endParaRPr lang="en-US"/>
        </a:p>
      </dgm:t>
    </dgm:pt>
    <dgm:pt modelId="{D6260CF6-24FB-4107-BDBE-046FEEF9D38B}">
      <dgm:prSet phldrT="[Text]" custT="1"/>
      <dgm:spPr/>
      <dgm:t>
        <a:bodyPr/>
        <a:lstStyle/>
        <a:p>
          <a:pPr algn="ctr"/>
          <a:r>
            <a:rPr lang="en-US" sz="1300" dirty="0"/>
            <a:t>Mr. X</a:t>
          </a:r>
          <a:br>
            <a:rPr lang="en-US" sz="1300" dirty="0"/>
          </a:br>
          <a:r>
            <a:rPr lang="en-US" sz="900" dirty="0"/>
            <a:t>Managing Director</a:t>
          </a:r>
          <a:endParaRPr lang="en-US" sz="1300" dirty="0"/>
        </a:p>
      </dgm:t>
    </dgm:pt>
    <dgm:pt modelId="{1A45DF95-2BA6-4B57-86E0-E289645450DE}" type="parTrans" cxnId="{8AA9115A-93C6-4EF5-9873-3C776EF2C9A5}">
      <dgm:prSet/>
      <dgm:spPr/>
      <dgm:t>
        <a:bodyPr/>
        <a:lstStyle/>
        <a:p>
          <a:pPr algn="ctr"/>
          <a:endParaRPr lang="en-US"/>
        </a:p>
      </dgm:t>
    </dgm:pt>
    <dgm:pt modelId="{B32CCCF2-B031-4A5C-A3F4-7287477A0684}" type="sibTrans" cxnId="{8AA9115A-93C6-4EF5-9873-3C776EF2C9A5}">
      <dgm:prSet/>
      <dgm:spPr/>
      <dgm:t>
        <a:bodyPr/>
        <a:lstStyle/>
        <a:p>
          <a:pPr algn="ctr"/>
          <a:endParaRPr lang="en-US"/>
        </a:p>
      </dgm:t>
    </dgm:pt>
    <dgm:pt modelId="{798C2C10-C9A7-4BD0-B4AB-98326602F231}">
      <dgm:prSet phldrT="[Text]" custT="1"/>
      <dgm:spPr/>
      <dgm:t>
        <a:bodyPr/>
        <a:lstStyle/>
        <a:p>
          <a:pPr algn="ctr"/>
          <a:r>
            <a:rPr lang="en-US" sz="1300" dirty="0"/>
            <a:t>Mr. X</a:t>
          </a:r>
          <a:br>
            <a:rPr lang="en-US" sz="1300" dirty="0"/>
          </a:br>
          <a:r>
            <a:rPr lang="en-US" sz="900" dirty="0"/>
            <a:t>VP, Quality Assurance</a:t>
          </a:r>
          <a:endParaRPr lang="en-US" sz="1300" dirty="0"/>
        </a:p>
      </dgm:t>
    </dgm:pt>
    <dgm:pt modelId="{C9E9A518-DC9A-479D-BE89-2CF231824F22}" type="parTrans" cxnId="{CE02A969-4440-46BA-B5F8-0A0D879A10B1}">
      <dgm:prSet/>
      <dgm:spPr/>
      <dgm:t>
        <a:bodyPr/>
        <a:lstStyle/>
        <a:p>
          <a:pPr algn="ctr"/>
          <a:endParaRPr lang="en-US"/>
        </a:p>
      </dgm:t>
    </dgm:pt>
    <dgm:pt modelId="{C0693CC9-5C21-4B56-8BB7-6E9E6AAA6956}" type="sibTrans" cxnId="{CE02A969-4440-46BA-B5F8-0A0D879A10B1}">
      <dgm:prSet/>
      <dgm:spPr/>
      <dgm:t>
        <a:bodyPr/>
        <a:lstStyle/>
        <a:p>
          <a:pPr algn="ctr"/>
          <a:endParaRPr lang="en-US"/>
        </a:p>
      </dgm:t>
    </dgm:pt>
    <dgm:pt modelId="{54366C5F-2AFB-4AF8-BCFD-22C53017B66C}">
      <dgm:prSet phldrT="[Text]" custT="1"/>
      <dgm:spPr/>
      <dgm:t>
        <a:bodyPr/>
        <a:lstStyle/>
        <a:p>
          <a:pPr algn="ctr"/>
          <a:r>
            <a:rPr lang="en-US" sz="1300" dirty="0"/>
            <a:t>Mr. X</a:t>
          </a:r>
          <a:br>
            <a:rPr lang="en-US" sz="1300" dirty="0"/>
          </a:br>
          <a:r>
            <a:rPr lang="en-US" sz="900" dirty="0"/>
            <a:t>VP, Regulatory and Commercial Affairs</a:t>
          </a:r>
        </a:p>
      </dgm:t>
    </dgm:pt>
    <dgm:pt modelId="{5FFFFF1A-2AD3-4179-94A6-C928C46BA8A6}" type="parTrans" cxnId="{D61FF347-4D61-4F90-BEDF-BB7C45B7E846}">
      <dgm:prSet/>
      <dgm:spPr/>
      <dgm:t>
        <a:bodyPr/>
        <a:lstStyle/>
        <a:p>
          <a:pPr algn="ctr"/>
          <a:endParaRPr lang="en-US"/>
        </a:p>
      </dgm:t>
    </dgm:pt>
    <dgm:pt modelId="{5EB2B8FE-0116-449D-BA79-6F3C8805811F}" type="sibTrans" cxnId="{D61FF347-4D61-4F90-BEDF-BB7C45B7E846}">
      <dgm:prSet/>
      <dgm:spPr/>
      <dgm:t>
        <a:bodyPr/>
        <a:lstStyle/>
        <a:p>
          <a:pPr algn="ctr"/>
          <a:endParaRPr lang="en-US"/>
        </a:p>
      </dgm:t>
    </dgm:pt>
    <dgm:pt modelId="{3827E226-EFB9-4546-B38B-9847B0968035}">
      <dgm:prSet phldrT="[Text]" custT="1"/>
      <dgm:spPr/>
      <dgm:t>
        <a:bodyPr/>
        <a:lstStyle/>
        <a:p>
          <a:pPr algn="ctr"/>
          <a:r>
            <a:rPr lang="en-US" sz="1300" dirty="0"/>
            <a:t>Mr. X</a:t>
          </a:r>
          <a:br>
            <a:rPr lang="en-US" sz="700" dirty="0"/>
          </a:br>
          <a:r>
            <a:rPr lang="en-US" sz="900" dirty="0"/>
            <a:t>VP, Human Resources and Global Culture</a:t>
          </a:r>
        </a:p>
      </dgm:t>
    </dgm:pt>
    <dgm:pt modelId="{9940EE39-B927-41A2-B976-41E87A32C093}" type="parTrans" cxnId="{79A47ACC-C3D7-465A-8EA0-92D15C19611F}">
      <dgm:prSet/>
      <dgm:spPr/>
      <dgm:t>
        <a:bodyPr/>
        <a:lstStyle/>
        <a:p>
          <a:pPr algn="ctr"/>
          <a:endParaRPr lang="en-US"/>
        </a:p>
      </dgm:t>
    </dgm:pt>
    <dgm:pt modelId="{30DD0525-5976-41F5-8A51-40C5DDBF2874}" type="sibTrans" cxnId="{79A47ACC-C3D7-465A-8EA0-92D15C19611F}">
      <dgm:prSet/>
      <dgm:spPr/>
      <dgm:t>
        <a:bodyPr/>
        <a:lstStyle/>
        <a:p>
          <a:pPr algn="ctr"/>
          <a:endParaRPr lang="en-US"/>
        </a:p>
      </dgm:t>
    </dgm:pt>
    <dgm:pt modelId="{CCC509F2-DC62-47F2-A1A8-9559D473C823}">
      <dgm:prSet phldrT="[Text]" custT="1"/>
      <dgm:spPr/>
      <dgm:t>
        <a:bodyPr/>
        <a:lstStyle/>
        <a:p>
          <a:pPr algn="ctr"/>
          <a:r>
            <a:rPr lang="en-US" sz="1300" dirty="0"/>
            <a:t>Mr. X</a:t>
          </a:r>
          <a:br>
            <a:rPr lang="en-US" sz="1300" dirty="0"/>
          </a:br>
          <a:r>
            <a:rPr lang="en-US" sz="900" dirty="0"/>
            <a:t>IT Specialist</a:t>
          </a:r>
        </a:p>
      </dgm:t>
    </dgm:pt>
    <dgm:pt modelId="{BE1C7BCE-8390-4680-B4F6-701425EAE0E4}" type="parTrans" cxnId="{AE70DF47-6AD0-4A29-9829-AA7BE78FD312}">
      <dgm:prSet/>
      <dgm:spPr/>
      <dgm:t>
        <a:bodyPr/>
        <a:lstStyle/>
        <a:p>
          <a:pPr algn="ctr"/>
          <a:endParaRPr lang="en-US"/>
        </a:p>
      </dgm:t>
    </dgm:pt>
    <dgm:pt modelId="{D1BEF3B4-2171-403D-8120-9AFB465E9153}" type="sibTrans" cxnId="{AE70DF47-6AD0-4A29-9829-AA7BE78FD312}">
      <dgm:prSet/>
      <dgm:spPr/>
      <dgm:t>
        <a:bodyPr/>
        <a:lstStyle/>
        <a:p>
          <a:pPr algn="ctr"/>
          <a:endParaRPr lang="en-US"/>
        </a:p>
      </dgm:t>
    </dgm:pt>
    <dgm:pt modelId="{00B27166-1F49-4C9C-B48C-8B812491786E}">
      <dgm:prSet phldrT="[Text]" custT="1">
        <dgm:style>
          <a:lnRef idx="3">
            <a:schemeClr val="lt1"/>
          </a:lnRef>
          <a:fillRef idx="1">
            <a:schemeClr val="accent2"/>
          </a:fillRef>
          <a:effectRef idx="1">
            <a:schemeClr val="accent2"/>
          </a:effectRef>
          <a:fontRef idx="minor">
            <a:schemeClr val="lt1"/>
          </a:fontRef>
        </dgm:style>
      </dgm:prSet>
      <dgm:spPr/>
      <dgm:t>
        <a:bodyPr/>
        <a:lstStyle/>
        <a:p>
          <a:pPr algn="ctr"/>
          <a:r>
            <a:rPr lang="en-US" sz="1300" dirty="0"/>
            <a:t>Mr. X</a:t>
          </a:r>
          <a:br>
            <a:rPr lang="en-US" sz="1300" dirty="0"/>
          </a:br>
          <a:r>
            <a:rPr lang="en-US" sz="900" dirty="0"/>
            <a:t>IT Associate</a:t>
          </a:r>
        </a:p>
      </dgm:t>
    </dgm:pt>
    <dgm:pt modelId="{C1CF27B3-A63A-4C67-BB26-422F736FD21C}" type="parTrans" cxnId="{E9B5B58B-9D1E-416D-BFBC-F69D0820CC10}">
      <dgm:prSet/>
      <dgm:spPr/>
      <dgm:t>
        <a:bodyPr/>
        <a:lstStyle/>
        <a:p>
          <a:pPr algn="ctr"/>
          <a:endParaRPr lang="en-US"/>
        </a:p>
      </dgm:t>
    </dgm:pt>
    <dgm:pt modelId="{C2C7C325-EE8E-4F02-B635-2F8D426C31F0}" type="sibTrans" cxnId="{E9B5B58B-9D1E-416D-BFBC-F69D0820CC10}">
      <dgm:prSet/>
      <dgm:spPr/>
      <dgm:t>
        <a:bodyPr/>
        <a:lstStyle/>
        <a:p>
          <a:pPr algn="ctr"/>
          <a:endParaRPr lang="en-US"/>
        </a:p>
      </dgm:t>
    </dgm:pt>
    <dgm:pt modelId="{F0E3E375-190A-42CF-B14D-7110B72B8874}">
      <dgm:prSet phldrT="[Text]" custT="1"/>
      <dgm:spPr/>
      <dgm:t>
        <a:bodyPr/>
        <a:lstStyle/>
        <a:p>
          <a:pPr algn="ctr"/>
          <a:r>
            <a:rPr lang="en-US" sz="1300" dirty="0"/>
            <a:t>Mr. X</a:t>
          </a:r>
          <a:br>
            <a:rPr lang="en-US" sz="1300" dirty="0"/>
          </a:br>
          <a:r>
            <a:rPr lang="en-US" sz="900" dirty="0"/>
            <a:t>VP, Product and Innovation</a:t>
          </a:r>
        </a:p>
      </dgm:t>
    </dgm:pt>
    <dgm:pt modelId="{A29E1399-FDC0-4653-BFF5-0392E5A92020}" type="parTrans" cxnId="{A8F19FD0-6D6E-4126-8581-794ADCA136C1}">
      <dgm:prSet/>
      <dgm:spPr/>
      <dgm:t>
        <a:bodyPr/>
        <a:lstStyle/>
        <a:p>
          <a:pPr algn="ctr"/>
          <a:endParaRPr lang="en-US"/>
        </a:p>
      </dgm:t>
    </dgm:pt>
    <dgm:pt modelId="{F436B39B-962A-4441-9827-841345ECFB68}" type="sibTrans" cxnId="{A8F19FD0-6D6E-4126-8581-794ADCA136C1}">
      <dgm:prSet/>
      <dgm:spPr/>
      <dgm:t>
        <a:bodyPr/>
        <a:lstStyle/>
        <a:p>
          <a:pPr algn="ctr"/>
          <a:endParaRPr lang="en-US"/>
        </a:p>
      </dgm:t>
    </dgm:pt>
    <dgm:pt modelId="{2E4278B7-47CF-4258-A1CD-699485A73629}">
      <dgm:prSet phldrT="[Text]" custT="1"/>
      <dgm:spPr/>
      <dgm:t>
        <a:bodyPr/>
        <a:lstStyle/>
        <a:p>
          <a:pPr algn="ctr"/>
          <a:r>
            <a:rPr lang="en-US" sz="1300" dirty="0"/>
            <a:t>Mr. X</a:t>
          </a:r>
          <a:br>
            <a:rPr lang="en-US" dirty="0"/>
          </a:br>
          <a:r>
            <a:rPr lang="en-US" sz="900" dirty="0"/>
            <a:t>Manager of Scientific Development</a:t>
          </a:r>
        </a:p>
      </dgm:t>
    </dgm:pt>
    <dgm:pt modelId="{FF4515FE-63B2-465F-94B3-DBEBB6D2E727}" type="parTrans" cxnId="{906A03AC-A6B9-4ADB-A063-1DE5B670AF89}">
      <dgm:prSet/>
      <dgm:spPr/>
      <dgm:t>
        <a:bodyPr/>
        <a:lstStyle/>
        <a:p>
          <a:pPr algn="ctr"/>
          <a:endParaRPr lang="en-US"/>
        </a:p>
      </dgm:t>
    </dgm:pt>
    <dgm:pt modelId="{2177EBF8-428F-47C8-BCB3-E1487228968B}" type="sibTrans" cxnId="{906A03AC-A6B9-4ADB-A063-1DE5B670AF89}">
      <dgm:prSet/>
      <dgm:spPr/>
      <dgm:t>
        <a:bodyPr/>
        <a:lstStyle/>
        <a:p>
          <a:pPr algn="ctr"/>
          <a:endParaRPr lang="en-US"/>
        </a:p>
      </dgm:t>
    </dgm:pt>
    <dgm:pt modelId="{034574BE-BC5E-4C6D-9142-92293E15ABAB}" type="pres">
      <dgm:prSet presAssocID="{65418604-8B12-4ED2-85A6-CB7DC3425F6C}" presName="hierChild1" presStyleCnt="0">
        <dgm:presLayoutVars>
          <dgm:orgChart val="1"/>
          <dgm:chPref val="1"/>
          <dgm:dir/>
          <dgm:animOne val="branch"/>
          <dgm:animLvl val="lvl"/>
          <dgm:resizeHandles/>
        </dgm:presLayoutVars>
      </dgm:prSet>
      <dgm:spPr/>
    </dgm:pt>
    <dgm:pt modelId="{D899BFC9-2B0F-4181-84AD-D985FD29BD4B}" type="pres">
      <dgm:prSet presAssocID="{D6260CF6-24FB-4107-BDBE-046FEEF9D38B}" presName="hierRoot1" presStyleCnt="0">
        <dgm:presLayoutVars>
          <dgm:hierBranch val="init"/>
        </dgm:presLayoutVars>
      </dgm:prSet>
      <dgm:spPr/>
    </dgm:pt>
    <dgm:pt modelId="{B6856259-3CAD-4A20-8039-A28DCA03593F}" type="pres">
      <dgm:prSet presAssocID="{D6260CF6-24FB-4107-BDBE-046FEEF9D38B}" presName="rootComposite1" presStyleCnt="0"/>
      <dgm:spPr/>
    </dgm:pt>
    <dgm:pt modelId="{96023D77-1C02-4345-B771-E1532259CF9F}" type="pres">
      <dgm:prSet presAssocID="{D6260CF6-24FB-4107-BDBE-046FEEF9D38B}" presName="rootText1" presStyleLbl="node0" presStyleIdx="0" presStyleCnt="1" custScaleX="485220" custScaleY="478566" custLinFactY="-100000" custLinFactNeighborY="-111768">
        <dgm:presLayoutVars>
          <dgm:chPref val="3"/>
        </dgm:presLayoutVars>
      </dgm:prSet>
      <dgm:spPr/>
    </dgm:pt>
    <dgm:pt modelId="{241ED7BB-0818-475B-9ECA-1226505E039D}" type="pres">
      <dgm:prSet presAssocID="{D6260CF6-24FB-4107-BDBE-046FEEF9D38B}" presName="rootConnector1" presStyleLbl="node1" presStyleIdx="0" presStyleCnt="0"/>
      <dgm:spPr/>
    </dgm:pt>
    <dgm:pt modelId="{40CF9AFE-ADCC-41F0-B608-B94344D6332E}" type="pres">
      <dgm:prSet presAssocID="{D6260CF6-24FB-4107-BDBE-046FEEF9D38B}" presName="hierChild2" presStyleCnt="0"/>
      <dgm:spPr/>
    </dgm:pt>
    <dgm:pt modelId="{B4B15F0C-1B59-4DB9-9ECF-D89FE401F1C6}" type="pres">
      <dgm:prSet presAssocID="{C9E9A518-DC9A-479D-BE89-2CF231824F22}" presName="Name37" presStyleLbl="parChTrans1D2" presStyleIdx="0" presStyleCnt="5"/>
      <dgm:spPr/>
    </dgm:pt>
    <dgm:pt modelId="{6B8137E5-2E14-4AD9-902A-7F0511774C91}" type="pres">
      <dgm:prSet presAssocID="{798C2C10-C9A7-4BD0-B4AB-98326602F231}" presName="hierRoot2" presStyleCnt="0">
        <dgm:presLayoutVars>
          <dgm:hierBranch val="init"/>
        </dgm:presLayoutVars>
      </dgm:prSet>
      <dgm:spPr/>
    </dgm:pt>
    <dgm:pt modelId="{1E6F850F-7696-4BD0-AFE0-9F99602AE4B6}" type="pres">
      <dgm:prSet presAssocID="{798C2C10-C9A7-4BD0-B4AB-98326602F231}" presName="rootComposite" presStyleCnt="0"/>
      <dgm:spPr/>
    </dgm:pt>
    <dgm:pt modelId="{8A3E92D0-268F-49BA-BB69-B77813449212}" type="pres">
      <dgm:prSet presAssocID="{798C2C10-C9A7-4BD0-B4AB-98326602F231}" presName="rootText" presStyleLbl="node2" presStyleIdx="0" presStyleCnt="5" custScaleX="485220" custScaleY="478566">
        <dgm:presLayoutVars>
          <dgm:chPref val="3"/>
        </dgm:presLayoutVars>
      </dgm:prSet>
      <dgm:spPr/>
    </dgm:pt>
    <dgm:pt modelId="{8D8FA3FE-A193-4426-B63B-6E1A0633858A}" type="pres">
      <dgm:prSet presAssocID="{798C2C10-C9A7-4BD0-B4AB-98326602F231}" presName="rootConnector" presStyleLbl="node2" presStyleIdx="0" presStyleCnt="5"/>
      <dgm:spPr/>
    </dgm:pt>
    <dgm:pt modelId="{EB9548E0-EADF-40F5-95D1-CCB8ADCB344F}" type="pres">
      <dgm:prSet presAssocID="{798C2C10-C9A7-4BD0-B4AB-98326602F231}" presName="hierChild4" presStyleCnt="0"/>
      <dgm:spPr/>
    </dgm:pt>
    <dgm:pt modelId="{09216CEF-FCA5-40DE-A85C-FDD8B98620D2}" type="pres">
      <dgm:prSet presAssocID="{798C2C10-C9A7-4BD0-B4AB-98326602F231}" presName="hierChild5" presStyleCnt="0"/>
      <dgm:spPr/>
    </dgm:pt>
    <dgm:pt modelId="{E7DDE6B5-6F04-4D4D-ABA6-F09FD935AA42}" type="pres">
      <dgm:prSet presAssocID="{A29E1399-FDC0-4653-BFF5-0392E5A92020}" presName="Name37" presStyleLbl="parChTrans1D2" presStyleIdx="1" presStyleCnt="5"/>
      <dgm:spPr/>
    </dgm:pt>
    <dgm:pt modelId="{83B07767-95B1-42E2-8954-0DA5AA096673}" type="pres">
      <dgm:prSet presAssocID="{F0E3E375-190A-42CF-B14D-7110B72B8874}" presName="hierRoot2" presStyleCnt="0">
        <dgm:presLayoutVars>
          <dgm:hierBranch val="init"/>
        </dgm:presLayoutVars>
      </dgm:prSet>
      <dgm:spPr/>
    </dgm:pt>
    <dgm:pt modelId="{C10C57F9-13AB-44E3-9A60-C5191D833EE2}" type="pres">
      <dgm:prSet presAssocID="{F0E3E375-190A-42CF-B14D-7110B72B8874}" presName="rootComposite" presStyleCnt="0"/>
      <dgm:spPr/>
    </dgm:pt>
    <dgm:pt modelId="{313889BB-9C05-420D-889B-5192865D5A2F}" type="pres">
      <dgm:prSet presAssocID="{F0E3E375-190A-42CF-B14D-7110B72B8874}" presName="rootText" presStyleLbl="node2" presStyleIdx="1" presStyleCnt="5" custScaleX="485220" custScaleY="478566">
        <dgm:presLayoutVars>
          <dgm:chPref val="3"/>
        </dgm:presLayoutVars>
      </dgm:prSet>
      <dgm:spPr/>
    </dgm:pt>
    <dgm:pt modelId="{BADC4500-DA10-4E2F-84B9-EB6BBC32876D}" type="pres">
      <dgm:prSet presAssocID="{F0E3E375-190A-42CF-B14D-7110B72B8874}" presName="rootConnector" presStyleLbl="node2" presStyleIdx="1" presStyleCnt="5"/>
      <dgm:spPr/>
    </dgm:pt>
    <dgm:pt modelId="{C0A56C30-F13A-4DFF-83D5-F22080629353}" type="pres">
      <dgm:prSet presAssocID="{F0E3E375-190A-42CF-B14D-7110B72B8874}" presName="hierChild4" presStyleCnt="0"/>
      <dgm:spPr/>
    </dgm:pt>
    <dgm:pt modelId="{7D9407C4-273C-45AB-A61B-CD8DA609A85E}" type="pres">
      <dgm:prSet presAssocID="{F0E3E375-190A-42CF-B14D-7110B72B8874}" presName="hierChild5" presStyleCnt="0"/>
      <dgm:spPr/>
    </dgm:pt>
    <dgm:pt modelId="{59703830-4578-4DBB-B50A-8E24FE44E654}" type="pres">
      <dgm:prSet presAssocID="{5FFFFF1A-2AD3-4179-94A6-C928C46BA8A6}" presName="Name37" presStyleLbl="parChTrans1D2" presStyleIdx="2" presStyleCnt="5"/>
      <dgm:spPr/>
    </dgm:pt>
    <dgm:pt modelId="{AF32A7F6-512E-4991-9F01-A929E7BDFEB6}" type="pres">
      <dgm:prSet presAssocID="{54366C5F-2AFB-4AF8-BCFD-22C53017B66C}" presName="hierRoot2" presStyleCnt="0">
        <dgm:presLayoutVars>
          <dgm:hierBranch val="init"/>
        </dgm:presLayoutVars>
      </dgm:prSet>
      <dgm:spPr/>
    </dgm:pt>
    <dgm:pt modelId="{C4E09D20-78FA-4FCF-A051-892A1EB31132}" type="pres">
      <dgm:prSet presAssocID="{54366C5F-2AFB-4AF8-BCFD-22C53017B66C}" presName="rootComposite" presStyleCnt="0"/>
      <dgm:spPr/>
    </dgm:pt>
    <dgm:pt modelId="{18BD3620-2A2B-4722-A1B8-EBB186F6E678}" type="pres">
      <dgm:prSet presAssocID="{54366C5F-2AFB-4AF8-BCFD-22C53017B66C}" presName="rootText" presStyleLbl="node2" presStyleIdx="2" presStyleCnt="5" custScaleX="485220" custScaleY="478566">
        <dgm:presLayoutVars>
          <dgm:chPref val="3"/>
        </dgm:presLayoutVars>
      </dgm:prSet>
      <dgm:spPr/>
    </dgm:pt>
    <dgm:pt modelId="{A7EA7EB7-E767-4601-95B7-E0E8DED503BC}" type="pres">
      <dgm:prSet presAssocID="{54366C5F-2AFB-4AF8-BCFD-22C53017B66C}" presName="rootConnector" presStyleLbl="node2" presStyleIdx="2" presStyleCnt="5"/>
      <dgm:spPr/>
    </dgm:pt>
    <dgm:pt modelId="{F1B486EB-3E18-4BC1-A690-8034BDBF1C3E}" type="pres">
      <dgm:prSet presAssocID="{54366C5F-2AFB-4AF8-BCFD-22C53017B66C}" presName="hierChild4" presStyleCnt="0"/>
      <dgm:spPr/>
    </dgm:pt>
    <dgm:pt modelId="{E2130930-1DEE-4743-AC53-9B1ED4A4193D}" type="pres">
      <dgm:prSet presAssocID="{54366C5F-2AFB-4AF8-BCFD-22C53017B66C}" presName="hierChild5" presStyleCnt="0"/>
      <dgm:spPr/>
    </dgm:pt>
    <dgm:pt modelId="{E4291A75-6C34-4073-8F83-0384F27DD64B}" type="pres">
      <dgm:prSet presAssocID="{FF4515FE-63B2-465F-94B3-DBEBB6D2E727}" presName="Name37" presStyleLbl="parChTrans1D2" presStyleIdx="3" presStyleCnt="5"/>
      <dgm:spPr/>
    </dgm:pt>
    <dgm:pt modelId="{631B9799-EE16-4BFF-9C05-28CD757AC3F3}" type="pres">
      <dgm:prSet presAssocID="{2E4278B7-47CF-4258-A1CD-699485A73629}" presName="hierRoot2" presStyleCnt="0">
        <dgm:presLayoutVars>
          <dgm:hierBranch val="init"/>
        </dgm:presLayoutVars>
      </dgm:prSet>
      <dgm:spPr/>
    </dgm:pt>
    <dgm:pt modelId="{3A7D0A73-67DF-4C07-9DDB-92086FFE135B}" type="pres">
      <dgm:prSet presAssocID="{2E4278B7-47CF-4258-A1CD-699485A73629}" presName="rootComposite" presStyleCnt="0"/>
      <dgm:spPr/>
    </dgm:pt>
    <dgm:pt modelId="{773556B4-62C5-42F5-B9C3-490BE9539C66}" type="pres">
      <dgm:prSet presAssocID="{2E4278B7-47CF-4258-A1CD-699485A73629}" presName="rootText" presStyleLbl="node2" presStyleIdx="3" presStyleCnt="5" custScaleX="485220" custScaleY="478566">
        <dgm:presLayoutVars>
          <dgm:chPref val="3"/>
        </dgm:presLayoutVars>
      </dgm:prSet>
      <dgm:spPr/>
    </dgm:pt>
    <dgm:pt modelId="{B03301F0-39EA-4804-BE20-830AB5873AEA}" type="pres">
      <dgm:prSet presAssocID="{2E4278B7-47CF-4258-A1CD-699485A73629}" presName="rootConnector" presStyleLbl="node2" presStyleIdx="3" presStyleCnt="5"/>
      <dgm:spPr/>
    </dgm:pt>
    <dgm:pt modelId="{8D29B548-F0CE-463D-9636-2D0C6BFDBC87}" type="pres">
      <dgm:prSet presAssocID="{2E4278B7-47CF-4258-A1CD-699485A73629}" presName="hierChild4" presStyleCnt="0"/>
      <dgm:spPr/>
    </dgm:pt>
    <dgm:pt modelId="{2872CB43-21D5-46C2-8AA5-F44DEE48EE14}" type="pres">
      <dgm:prSet presAssocID="{2E4278B7-47CF-4258-A1CD-699485A73629}" presName="hierChild5" presStyleCnt="0"/>
      <dgm:spPr/>
    </dgm:pt>
    <dgm:pt modelId="{2D228073-1954-4F5C-87DB-06CFA80F8136}" type="pres">
      <dgm:prSet presAssocID="{9940EE39-B927-41A2-B976-41E87A32C093}" presName="Name37" presStyleLbl="parChTrans1D2" presStyleIdx="4" presStyleCnt="5"/>
      <dgm:spPr/>
    </dgm:pt>
    <dgm:pt modelId="{171989F2-0C21-472B-A334-DB56671B2157}" type="pres">
      <dgm:prSet presAssocID="{3827E226-EFB9-4546-B38B-9847B0968035}" presName="hierRoot2" presStyleCnt="0">
        <dgm:presLayoutVars>
          <dgm:hierBranch val="init"/>
        </dgm:presLayoutVars>
      </dgm:prSet>
      <dgm:spPr/>
    </dgm:pt>
    <dgm:pt modelId="{FA90F877-1661-47AB-8C9C-D87E6D5EC09D}" type="pres">
      <dgm:prSet presAssocID="{3827E226-EFB9-4546-B38B-9847B0968035}" presName="rootComposite" presStyleCnt="0"/>
      <dgm:spPr/>
    </dgm:pt>
    <dgm:pt modelId="{9BEE10DE-DA91-42BC-B0A2-448BBADDA236}" type="pres">
      <dgm:prSet presAssocID="{3827E226-EFB9-4546-B38B-9847B0968035}" presName="rootText" presStyleLbl="node2" presStyleIdx="4" presStyleCnt="5" custScaleX="485220" custScaleY="478566">
        <dgm:presLayoutVars>
          <dgm:chPref val="3"/>
        </dgm:presLayoutVars>
      </dgm:prSet>
      <dgm:spPr/>
    </dgm:pt>
    <dgm:pt modelId="{66C77600-1120-4633-9FB8-023528700BCB}" type="pres">
      <dgm:prSet presAssocID="{3827E226-EFB9-4546-B38B-9847B0968035}" presName="rootConnector" presStyleLbl="node2" presStyleIdx="4" presStyleCnt="5"/>
      <dgm:spPr/>
    </dgm:pt>
    <dgm:pt modelId="{43B169CB-9CC2-41A9-AFAF-35B144A1267F}" type="pres">
      <dgm:prSet presAssocID="{3827E226-EFB9-4546-B38B-9847B0968035}" presName="hierChild4" presStyleCnt="0"/>
      <dgm:spPr/>
    </dgm:pt>
    <dgm:pt modelId="{62297B61-B160-42AB-B4AD-B728DCE344FC}" type="pres">
      <dgm:prSet presAssocID="{BE1C7BCE-8390-4680-B4F6-701425EAE0E4}" presName="Name37" presStyleLbl="parChTrans1D3" presStyleIdx="0" presStyleCnt="2"/>
      <dgm:spPr/>
    </dgm:pt>
    <dgm:pt modelId="{CA7E639B-C0ED-4BD0-B8EB-FFC5F7C01D7A}" type="pres">
      <dgm:prSet presAssocID="{CCC509F2-DC62-47F2-A1A8-9559D473C823}" presName="hierRoot2" presStyleCnt="0">
        <dgm:presLayoutVars>
          <dgm:hierBranch val="init"/>
        </dgm:presLayoutVars>
      </dgm:prSet>
      <dgm:spPr/>
    </dgm:pt>
    <dgm:pt modelId="{2D95A12B-7937-41DA-9170-6DC3FA6B6565}" type="pres">
      <dgm:prSet presAssocID="{CCC509F2-DC62-47F2-A1A8-9559D473C823}" presName="rootComposite" presStyleCnt="0"/>
      <dgm:spPr/>
    </dgm:pt>
    <dgm:pt modelId="{3FB7AF94-8285-4E5A-AF4A-7E89FCF75544}" type="pres">
      <dgm:prSet presAssocID="{CCC509F2-DC62-47F2-A1A8-9559D473C823}" presName="rootText" presStyleLbl="node3" presStyleIdx="0" presStyleCnt="2" custScaleX="485220" custScaleY="478566" custLinFactNeighborY="10996">
        <dgm:presLayoutVars>
          <dgm:chPref val="3"/>
        </dgm:presLayoutVars>
      </dgm:prSet>
      <dgm:spPr/>
    </dgm:pt>
    <dgm:pt modelId="{4864D782-B7BA-4C3F-94E8-670D7105391F}" type="pres">
      <dgm:prSet presAssocID="{CCC509F2-DC62-47F2-A1A8-9559D473C823}" presName="rootConnector" presStyleLbl="node3" presStyleIdx="0" presStyleCnt="2"/>
      <dgm:spPr/>
    </dgm:pt>
    <dgm:pt modelId="{E3FBDC2A-6A5B-4E43-A366-70460D23CD5E}" type="pres">
      <dgm:prSet presAssocID="{CCC509F2-DC62-47F2-A1A8-9559D473C823}" presName="hierChild4" presStyleCnt="0"/>
      <dgm:spPr/>
    </dgm:pt>
    <dgm:pt modelId="{E91F6F9E-1A8C-4CA3-B960-D67C5DB9DA0D}" type="pres">
      <dgm:prSet presAssocID="{CCC509F2-DC62-47F2-A1A8-9559D473C823}" presName="hierChild5" presStyleCnt="0"/>
      <dgm:spPr/>
    </dgm:pt>
    <dgm:pt modelId="{1DEDDE1C-E835-4C08-9605-0383D2D2FC97}" type="pres">
      <dgm:prSet presAssocID="{C1CF27B3-A63A-4C67-BB26-422F736FD21C}" presName="Name37" presStyleLbl="parChTrans1D3" presStyleIdx="1" presStyleCnt="2"/>
      <dgm:spPr/>
    </dgm:pt>
    <dgm:pt modelId="{4480819A-240F-4EAB-8E5A-2DA067489DA0}" type="pres">
      <dgm:prSet presAssocID="{00B27166-1F49-4C9C-B48C-8B812491786E}" presName="hierRoot2" presStyleCnt="0">
        <dgm:presLayoutVars>
          <dgm:hierBranch val="init"/>
        </dgm:presLayoutVars>
      </dgm:prSet>
      <dgm:spPr/>
    </dgm:pt>
    <dgm:pt modelId="{A8B8A3D0-99B5-43BF-B1F8-123A69945399}" type="pres">
      <dgm:prSet presAssocID="{00B27166-1F49-4C9C-B48C-8B812491786E}" presName="rootComposite" presStyleCnt="0"/>
      <dgm:spPr/>
    </dgm:pt>
    <dgm:pt modelId="{B454CB32-B8C7-4D7F-B013-2C21BEDE9036}" type="pres">
      <dgm:prSet presAssocID="{00B27166-1F49-4C9C-B48C-8B812491786E}" presName="rootText" presStyleLbl="node3" presStyleIdx="1" presStyleCnt="2" custScaleX="485220" custScaleY="478566" custLinFactY="200000" custLinFactNeighborY="200846">
        <dgm:presLayoutVars>
          <dgm:chPref val="3"/>
        </dgm:presLayoutVars>
      </dgm:prSet>
      <dgm:spPr/>
    </dgm:pt>
    <dgm:pt modelId="{949FC60C-A1A4-45A4-9C05-6DE86C2676C7}" type="pres">
      <dgm:prSet presAssocID="{00B27166-1F49-4C9C-B48C-8B812491786E}" presName="rootConnector" presStyleLbl="node3" presStyleIdx="1" presStyleCnt="2"/>
      <dgm:spPr/>
    </dgm:pt>
    <dgm:pt modelId="{B7B0729A-0747-4DA3-9F07-2742EA751856}" type="pres">
      <dgm:prSet presAssocID="{00B27166-1F49-4C9C-B48C-8B812491786E}" presName="hierChild4" presStyleCnt="0"/>
      <dgm:spPr/>
    </dgm:pt>
    <dgm:pt modelId="{DC7F130B-A08A-446D-BA59-E33113CEDD84}" type="pres">
      <dgm:prSet presAssocID="{00B27166-1F49-4C9C-B48C-8B812491786E}" presName="hierChild5" presStyleCnt="0"/>
      <dgm:spPr/>
    </dgm:pt>
    <dgm:pt modelId="{0FAD07BA-4EAC-4450-94B6-76FB99D387A2}" type="pres">
      <dgm:prSet presAssocID="{3827E226-EFB9-4546-B38B-9847B0968035}" presName="hierChild5" presStyleCnt="0"/>
      <dgm:spPr/>
    </dgm:pt>
    <dgm:pt modelId="{AA71C2B9-F722-4E41-BE0B-5EEE3E66C73E}" type="pres">
      <dgm:prSet presAssocID="{D6260CF6-24FB-4107-BDBE-046FEEF9D38B}" presName="hierChild3" presStyleCnt="0"/>
      <dgm:spPr/>
    </dgm:pt>
  </dgm:ptLst>
  <dgm:cxnLst>
    <dgm:cxn modelId="{3F240D22-FAD7-4D9F-A950-3535FD3E10E1}" type="presOf" srcId="{D6260CF6-24FB-4107-BDBE-046FEEF9D38B}" destId="{96023D77-1C02-4345-B771-E1532259CF9F}" srcOrd="0" destOrd="0" presId="urn:microsoft.com/office/officeart/2005/8/layout/orgChart1"/>
    <dgm:cxn modelId="{5FB1D423-FC67-4E9B-82C4-EB1E10DD781A}" type="presOf" srcId="{A29E1399-FDC0-4653-BFF5-0392E5A92020}" destId="{E7DDE6B5-6F04-4D4D-ABA6-F09FD935AA42}" srcOrd="0" destOrd="0" presId="urn:microsoft.com/office/officeart/2005/8/layout/orgChart1"/>
    <dgm:cxn modelId="{09798F3A-ECD2-43C8-9531-4083B9C15BB2}" type="presOf" srcId="{2E4278B7-47CF-4258-A1CD-699485A73629}" destId="{B03301F0-39EA-4804-BE20-830AB5873AEA}" srcOrd="1" destOrd="0" presId="urn:microsoft.com/office/officeart/2005/8/layout/orgChart1"/>
    <dgm:cxn modelId="{FB2F653E-8A7E-46B9-ABDF-8B9E27D9AAE6}" type="presOf" srcId="{9940EE39-B927-41A2-B976-41E87A32C093}" destId="{2D228073-1954-4F5C-87DB-06CFA80F8136}" srcOrd="0" destOrd="0" presId="urn:microsoft.com/office/officeart/2005/8/layout/orgChart1"/>
    <dgm:cxn modelId="{7D8DD75F-192E-4441-9660-33267658EB4E}" type="presOf" srcId="{C9E9A518-DC9A-479D-BE89-2CF231824F22}" destId="{B4B15F0C-1B59-4DB9-9ECF-D89FE401F1C6}" srcOrd="0" destOrd="0" presId="urn:microsoft.com/office/officeart/2005/8/layout/orgChart1"/>
    <dgm:cxn modelId="{51AA2C42-B3EA-471B-8798-B94A92DC2D3C}" type="presOf" srcId="{D6260CF6-24FB-4107-BDBE-046FEEF9D38B}" destId="{241ED7BB-0818-475B-9ECA-1226505E039D}" srcOrd="1" destOrd="0" presId="urn:microsoft.com/office/officeart/2005/8/layout/orgChart1"/>
    <dgm:cxn modelId="{710AA367-3F67-4656-AB2F-380437733AE2}" type="presOf" srcId="{CCC509F2-DC62-47F2-A1A8-9559D473C823}" destId="{4864D782-B7BA-4C3F-94E8-670D7105391F}" srcOrd="1" destOrd="0" presId="urn:microsoft.com/office/officeart/2005/8/layout/orgChart1"/>
    <dgm:cxn modelId="{AE70DF47-6AD0-4A29-9829-AA7BE78FD312}" srcId="{3827E226-EFB9-4546-B38B-9847B0968035}" destId="{CCC509F2-DC62-47F2-A1A8-9559D473C823}" srcOrd="0" destOrd="0" parTransId="{BE1C7BCE-8390-4680-B4F6-701425EAE0E4}" sibTransId="{D1BEF3B4-2171-403D-8120-9AFB465E9153}"/>
    <dgm:cxn modelId="{D61FF347-4D61-4F90-BEDF-BB7C45B7E846}" srcId="{D6260CF6-24FB-4107-BDBE-046FEEF9D38B}" destId="{54366C5F-2AFB-4AF8-BCFD-22C53017B66C}" srcOrd="2" destOrd="0" parTransId="{5FFFFF1A-2AD3-4179-94A6-C928C46BA8A6}" sibTransId="{5EB2B8FE-0116-449D-BA79-6F3C8805811F}"/>
    <dgm:cxn modelId="{CE02A969-4440-46BA-B5F8-0A0D879A10B1}" srcId="{D6260CF6-24FB-4107-BDBE-046FEEF9D38B}" destId="{798C2C10-C9A7-4BD0-B4AB-98326602F231}" srcOrd="0" destOrd="0" parTransId="{C9E9A518-DC9A-479D-BE89-2CF231824F22}" sibTransId="{C0693CC9-5C21-4B56-8BB7-6E9E6AAA6956}"/>
    <dgm:cxn modelId="{908AF56E-5F6E-4EA7-990B-511B3188A742}" type="presOf" srcId="{3827E226-EFB9-4546-B38B-9847B0968035}" destId="{9BEE10DE-DA91-42BC-B0A2-448BBADDA236}" srcOrd="0" destOrd="0" presId="urn:microsoft.com/office/officeart/2005/8/layout/orgChart1"/>
    <dgm:cxn modelId="{431AED52-D8E2-425E-8E41-D5207C259E15}" type="presOf" srcId="{00B27166-1F49-4C9C-B48C-8B812491786E}" destId="{B454CB32-B8C7-4D7F-B013-2C21BEDE9036}" srcOrd="0" destOrd="0" presId="urn:microsoft.com/office/officeart/2005/8/layout/orgChart1"/>
    <dgm:cxn modelId="{8AA9115A-93C6-4EF5-9873-3C776EF2C9A5}" srcId="{65418604-8B12-4ED2-85A6-CB7DC3425F6C}" destId="{D6260CF6-24FB-4107-BDBE-046FEEF9D38B}" srcOrd="0" destOrd="0" parTransId="{1A45DF95-2BA6-4B57-86E0-E289645450DE}" sibTransId="{B32CCCF2-B031-4A5C-A3F4-7287477A0684}"/>
    <dgm:cxn modelId="{FE1B8B82-B7C8-42C6-806E-703BD2E1AF24}" type="presOf" srcId="{FF4515FE-63B2-465F-94B3-DBEBB6D2E727}" destId="{E4291A75-6C34-4073-8F83-0384F27DD64B}" srcOrd="0" destOrd="0" presId="urn:microsoft.com/office/officeart/2005/8/layout/orgChart1"/>
    <dgm:cxn modelId="{E9B5B58B-9D1E-416D-BFBC-F69D0820CC10}" srcId="{3827E226-EFB9-4546-B38B-9847B0968035}" destId="{00B27166-1F49-4C9C-B48C-8B812491786E}" srcOrd="1" destOrd="0" parTransId="{C1CF27B3-A63A-4C67-BB26-422F736FD21C}" sibTransId="{C2C7C325-EE8E-4F02-B635-2F8D426C31F0}"/>
    <dgm:cxn modelId="{423C4AA0-19B2-4926-A7EB-546DBD6A7194}" type="presOf" srcId="{798C2C10-C9A7-4BD0-B4AB-98326602F231}" destId="{8D8FA3FE-A193-4426-B63B-6E1A0633858A}" srcOrd="1" destOrd="0" presId="urn:microsoft.com/office/officeart/2005/8/layout/orgChart1"/>
    <dgm:cxn modelId="{E84E8EA4-BE78-4658-8D6C-04F6B65BBB1A}" type="presOf" srcId="{C1CF27B3-A63A-4C67-BB26-422F736FD21C}" destId="{1DEDDE1C-E835-4C08-9605-0383D2D2FC97}" srcOrd="0" destOrd="0" presId="urn:microsoft.com/office/officeart/2005/8/layout/orgChart1"/>
    <dgm:cxn modelId="{906A03AC-A6B9-4ADB-A063-1DE5B670AF89}" srcId="{D6260CF6-24FB-4107-BDBE-046FEEF9D38B}" destId="{2E4278B7-47CF-4258-A1CD-699485A73629}" srcOrd="3" destOrd="0" parTransId="{FF4515FE-63B2-465F-94B3-DBEBB6D2E727}" sibTransId="{2177EBF8-428F-47C8-BCB3-E1487228968B}"/>
    <dgm:cxn modelId="{57AF41AE-4043-40B6-9482-C277301A5E8F}" type="presOf" srcId="{65418604-8B12-4ED2-85A6-CB7DC3425F6C}" destId="{034574BE-BC5E-4C6D-9142-92293E15ABAB}" srcOrd="0" destOrd="0" presId="urn:microsoft.com/office/officeart/2005/8/layout/orgChart1"/>
    <dgm:cxn modelId="{26AE7AAE-EC17-43B1-A5FC-7A4713CC1030}" type="presOf" srcId="{00B27166-1F49-4C9C-B48C-8B812491786E}" destId="{949FC60C-A1A4-45A4-9C05-6DE86C2676C7}" srcOrd="1" destOrd="0" presId="urn:microsoft.com/office/officeart/2005/8/layout/orgChart1"/>
    <dgm:cxn modelId="{72F239BF-AD36-4E94-8607-718F25CC7F2B}" type="presOf" srcId="{2E4278B7-47CF-4258-A1CD-699485A73629}" destId="{773556B4-62C5-42F5-B9C3-490BE9539C66}" srcOrd="0" destOrd="0" presId="urn:microsoft.com/office/officeart/2005/8/layout/orgChart1"/>
    <dgm:cxn modelId="{0E5133C1-7371-445A-B436-F9BC11866B90}" type="presOf" srcId="{3827E226-EFB9-4546-B38B-9847B0968035}" destId="{66C77600-1120-4633-9FB8-023528700BCB}" srcOrd="1" destOrd="0" presId="urn:microsoft.com/office/officeart/2005/8/layout/orgChart1"/>
    <dgm:cxn modelId="{657BA2C5-2EA6-423C-8C3C-218207E75F0D}" type="presOf" srcId="{798C2C10-C9A7-4BD0-B4AB-98326602F231}" destId="{8A3E92D0-268F-49BA-BB69-B77813449212}" srcOrd="0" destOrd="0" presId="urn:microsoft.com/office/officeart/2005/8/layout/orgChart1"/>
    <dgm:cxn modelId="{79A47ACC-C3D7-465A-8EA0-92D15C19611F}" srcId="{D6260CF6-24FB-4107-BDBE-046FEEF9D38B}" destId="{3827E226-EFB9-4546-B38B-9847B0968035}" srcOrd="4" destOrd="0" parTransId="{9940EE39-B927-41A2-B976-41E87A32C093}" sibTransId="{30DD0525-5976-41F5-8A51-40C5DDBF2874}"/>
    <dgm:cxn modelId="{A8F19FD0-6D6E-4126-8581-794ADCA136C1}" srcId="{D6260CF6-24FB-4107-BDBE-046FEEF9D38B}" destId="{F0E3E375-190A-42CF-B14D-7110B72B8874}" srcOrd="1" destOrd="0" parTransId="{A29E1399-FDC0-4653-BFF5-0392E5A92020}" sibTransId="{F436B39B-962A-4441-9827-841345ECFB68}"/>
    <dgm:cxn modelId="{F6F8F5D0-0557-4AEC-AF39-81D04FA534CC}" type="presOf" srcId="{5FFFFF1A-2AD3-4179-94A6-C928C46BA8A6}" destId="{59703830-4578-4DBB-B50A-8E24FE44E654}" srcOrd="0" destOrd="0" presId="urn:microsoft.com/office/officeart/2005/8/layout/orgChart1"/>
    <dgm:cxn modelId="{C4B397D1-CD5F-4F85-BE43-6D0AAF51A9DB}" type="presOf" srcId="{54366C5F-2AFB-4AF8-BCFD-22C53017B66C}" destId="{A7EA7EB7-E767-4601-95B7-E0E8DED503BC}" srcOrd="1" destOrd="0" presId="urn:microsoft.com/office/officeart/2005/8/layout/orgChart1"/>
    <dgm:cxn modelId="{0F93F9D7-268B-4D8E-8ABB-52FBF66089CE}" type="presOf" srcId="{F0E3E375-190A-42CF-B14D-7110B72B8874}" destId="{BADC4500-DA10-4E2F-84B9-EB6BBC32876D}" srcOrd="1" destOrd="0" presId="urn:microsoft.com/office/officeart/2005/8/layout/orgChart1"/>
    <dgm:cxn modelId="{72C25AD9-B8E1-4B3B-A1BD-6C9FF2D30087}" type="presOf" srcId="{F0E3E375-190A-42CF-B14D-7110B72B8874}" destId="{313889BB-9C05-420D-889B-5192865D5A2F}" srcOrd="0" destOrd="0" presId="urn:microsoft.com/office/officeart/2005/8/layout/orgChart1"/>
    <dgm:cxn modelId="{0EAFBCE7-D9BB-4862-A03D-110260ACA439}" type="presOf" srcId="{BE1C7BCE-8390-4680-B4F6-701425EAE0E4}" destId="{62297B61-B160-42AB-B4AD-B728DCE344FC}" srcOrd="0" destOrd="0" presId="urn:microsoft.com/office/officeart/2005/8/layout/orgChart1"/>
    <dgm:cxn modelId="{0819DFE7-B87B-41CA-B7B1-BFE0B47B896C}" type="presOf" srcId="{CCC509F2-DC62-47F2-A1A8-9559D473C823}" destId="{3FB7AF94-8285-4E5A-AF4A-7E89FCF75544}" srcOrd="0" destOrd="0" presId="urn:microsoft.com/office/officeart/2005/8/layout/orgChart1"/>
    <dgm:cxn modelId="{9B2DF1EB-242E-4F0B-B007-176027D662E4}" type="presOf" srcId="{54366C5F-2AFB-4AF8-BCFD-22C53017B66C}" destId="{18BD3620-2A2B-4722-A1B8-EBB186F6E678}" srcOrd="0" destOrd="0" presId="urn:microsoft.com/office/officeart/2005/8/layout/orgChart1"/>
    <dgm:cxn modelId="{DBA491F2-82A7-4179-8430-675915E3AAE6}" type="presParOf" srcId="{034574BE-BC5E-4C6D-9142-92293E15ABAB}" destId="{D899BFC9-2B0F-4181-84AD-D985FD29BD4B}" srcOrd="0" destOrd="0" presId="urn:microsoft.com/office/officeart/2005/8/layout/orgChart1"/>
    <dgm:cxn modelId="{FDB72485-0835-40D8-891C-EA5F377471D9}" type="presParOf" srcId="{D899BFC9-2B0F-4181-84AD-D985FD29BD4B}" destId="{B6856259-3CAD-4A20-8039-A28DCA03593F}" srcOrd="0" destOrd="0" presId="urn:microsoft.com/office/officeart/2005/8/layout/orgChart1"/>
    <dgm:cxn modelId="{F93EF9A2-7AD2-4260-96A4-EF5E14D0FB3E}" type="presParOf" srcId="{B6856259-3CAD-4A20-8039-A28DCA03593F}" destId="{96023D77-1C02-4345-B771-E1532259CF9F}" srcOrd="0" destOrd="0" presId="urn:microsoft.com/office/officeart/2005/8/layout/orgChart1"/>
    <dgm:cxn modelId="{F40FE839-AE7C-4CA0-9FEC-73C15925ED39}" type="presParOf" srcId="{B6856259-3CAD-4A20-8039-A28DCA03593F}" destId="{241ED7BB-0818-475B-9ECA-1226505E039D}" srcOrd="1" destOrd="0" presId="urn:microsoft.com/office/officeart/2005/8/layout/orgChart1"/>
    <dgm:cxn modelId="{112C738F-716A-4BF2-B4AF-D6167372FAF5}" type="presParOf" srcId="{D899BFC9-2B0F-4181-84AD-D985FD29BD4B}" destId="{40CF9AFE-ADCC-41F0-B608-B94344D6332E}" srcOrd="1" destOrd="0" presId="urn:microsoft.com/office/officeart/2005/8/layout/orgChart1"/>
    <dgm:cxn modelId="{DAD4DE9C-1797-46C8-9BAF-A73282125949}" type="presParOf" srcId="{40CF9AFE-ADCC-41F0-B608-B94344D6332E}" destId="{B4B15F0C-1B59-4DB9-9ECF-D89FE401F1C6}" srcOrd="0" destOrd="0" presId="urn:microsoft.com/office/officeart/2005/8/layout/orgChart1"/>
    <dgm:cxn modelId="{47AFB6B7-2F7B-4519-99BD-6024CC10503C}" type="presParOf" srcId="{40CF9AFE-ADCC-41F0-B608-B94344D6332E}" destId="{6B8137E5-2E14-4AD9-902A-7F0511774C91}" srcOrd="1" destOrd="0" presId="urn:microsoft.com/office/officeart/2005/8/layout/orgChart1"/>
    <dgm:cxn modelId="{18A11EBC-6B7A-43A8-AF43-E08229AA40D4}" type="presParOf" srcId="{6B8137E5-2E14-4AD9-902A-7F0511774C91}" destId="{1E6F850F-7696-4BD0-AFE0-9F99602AE4B6}" srcOrd="0" destOrd="0" presId="urn:microsoft.com/office/officeart/2005/8/layout/orgChart1"/>
    <dgm:cxn modelId="{A83300E8-480E-4CCA-A15C-6E74B6D9B65B}" type="presParOf" srcId="{1E6F850F-7696-4BD0-AFE0-9F99602AE4B6}" destId="{8A3E92D0-268F-49BA-BB69-B77813449212}" srcOrd="0" destOrd="0" presId="urn:microsoft.com/office/officeart/2005/8/layout/orgChart1"/>
    <dgm:cxn modelId="{5A080452-029D-46B1-B088-1B29A5131098}" type="presParOf" srcId="{1E6F850F-7696-4BD0-AFE0-9F99602AE4B6}" destId="{8D8FA3FE-A193-4426-B63B-6E1A0633858A}" srcOrd="1" destOrd="0" presId="urn:microsoft.com/office/officeart/2005/8/layout/orgChart1"/>
    <dgm:cxn modelId="{87ECED9C-39B3-4D4F-A194-526DA57258DF}" type="presParOf" srcId="{6B8137E5-2E14-4AD9-902A-7F0511774C91}" destId="{EB9548E0-EADF-40F5-95D1-CCB8ADCB344F}" srcOrd="1" destOrd="0" presId="urn:microsoft.com/office/officeart/2005/8/layout/orgChart1"/>
    <dgm:cxn modelId="{E11F457E-B7A9-4559-BABE-911978E66D9E}" type="presParOf" srcId="{6B8137E5-2E14-4AD9-902A-7F0511774C91}" destId="{09216CEF-FCA5-40DE-A85C-FDD8B98620D2}" srcOrd="2" destOrd="0" presId="urn:microsoft.com/office/officeart/2005/8/layout/orgChart1"/>
    <dgm:cxn modelId="{D97BEB2F-F18E-43AA-B6EC-B10D4B98C510}" type="presParOf" srcId="{40CF9AFE-ADCC-41F0-B608-B94344D6332E}" destId="{E7DDE6B5-6F04-4D4D-ABA6-F09FD935AA42}" srcOrd="2" destOrd="0" presId="urn:microsoft.com/office/officeart/2005/8/layout/orgChart1"/>
    <dgm:cxn modelId="{A5570486-00A7-4FBD-815B-8312A080958B}" type="presParOf" srcId="{40CF9AFE-ADCC-41F0-B608-B94344D6332E}" destId="{83B07767-95B1-42E2-8954-0DA5AA096673}" srcOrd="3" destOrd="0" presId="urn:microsoft.com/office/officeart/2005/8/layout/orgChart1"/>
    <dgm:cxn modelId="{48A0FD83-679A-47BD-8C6C-86948F627137}" type="presParOf" srcId="{83B07767-95B1-42E2-8954-0DA5AA096673}" destId="{C10C57F9-13AB-44E3-9A60-C5191D833EE2}" srcOrd="0" destOrd="0" presId="urn:microsoft.com/office/officeart/2005/8/layout/orgChart1"/>
    <dgm:cxn modelId="{ACFAD8FE-8783-4C11-AE7A-F38C4B42F1E5}" type="presParOf" srcId="{C10C57F9-13AB-44E3-9A60-C5191D833EE2}" destId="{313889BB-9C05-420D-889B-5192865D5A2F}" srcOrd="0" destOrd="0" presId="urn:microsoft.com/office/officeart/2005/8/layout/orgChart1"/>
    <dgm:cxn modelId="{E52CDB67-63BD-4BFC-A99B-E55F2754EB26}" type="presParOf" srcId="{C10C57F9-13AB-44E3-9A60-C5191D833EE2}" destId="{BADC4500-DA10-4E2F-84B9-EB6BBC32876D}" srcOrd="1" destOrd="0" presId="urn:microsoft.com/office/officeart/2005/8/layout/orgChart1"/>
    <dgm:cxn modelId="{6374F2DF-6747-4508-9CB7-17A9B1BD13F0}" type="presParOf" srcId="{83B07767-95B1-42E2-8954-0DA5AA096673}" destId="{C0A56C30-F13A-4DFF-83D5-F22080629353}" srcOrd="1" destOrd="0" presId="urn:microsoft.com/office/officeart/2005/8/layout/orgChart1"/>
    <dgm:cxn modelId="{AA967D15-1F5F-499A-8728-F6FC9436E811}" type="presParOf" srcId="{83B07767-95B1-42E2-8954-0DA5AA096673}" destId="{7D9407C4-273C-45AB-A61B-CD8DA609A85E}" srcOrd="2" destOrd="0" presId="urn:microsoft.com/office/officeart/2005/8/layout/orgChart1"/>
    <dgm:cxn modelId="{BE5E5B89-74EB-42F7-80FC-1A0AC3B1B2FD}" type="presParOf" srcId="{40CF9AFE-ADCC-41F0-B608-B94344D6332E}" destId="{59703830-4578-4DBB-B50A-8E24FE44E654}" srcOrd="4" destOrd="0" presId="urn:microsoft.com/office/officeart/2005/8/layout/orgChart1"/>
    <dgm:cxn modelId="{F58BD9A6-D4D8-4125-A755-408198616858}" type="presParOf" srcId="{40CF9AFE-ADCC-41F0-B608-B94344D6332E}" destId="{AF32A7F6-512E-4991-9F01-A929E7BDFEB6}" srcOrd="5" destOrd="0" presId="urn:microsoft.com/office/officeart/2005/8/layout/orgChart1"/>
    <dgm:cxn modelId="{3E62514E-B7AB-4EA5-95AA-A8D4AC6A5F89}" type="presParOf" srcId="{AF32A7F6-512E-4991-9F01-A929E7BDFEB6}" destId="{C4E09D20-78FA-4FCF-A051-892A1EB31132}" srcOrd="0" destOrd="0" presId="urn:microsoft.com/office/officeart/2005/8/layout/orgChart1"/>
    <dgm:cxn modelId="{1D2B8C80-FE25-46FA-8308-B467AEA2409C}" type="presParOf" srcId="{C4E09D20-78FA-4FCF-A051-892A1EB31132}" destId="{18BD3620-2A2B-4722-A1B8-EBB186F6E678}" srcOrd="0" destOrd="0" presId="urn:microsoft.com/office/officeart/2005/8/layout/orgChart1"/>
    <dgm:cxn modelId="{EB07443B-72D1-481D-BFF6-2E673BAE9C44}" type="presParOf" srcId="{C4E09D20-78FA-4FCF-A051-892A1EB31132}" destId="{A7EA7EB7-E767-4601-95B7-E0E8DED503BC}" srcOrd="1" destOrd="0" presId="urn:microsoft.com/office/officeart/2005/8/layout/orgChart1"/>
    <dgm:cxn modelId="{92DB5D69-BB86-464D-B8D0-BF53D45BC7BA}" type="presParOf" srcId="{AF32A7F6-512E-4991-9F01-A929E7BDFEB6}" destId="{F1B486EB-3E18-4BC1-A690-8034BDBF1C3E}" srcOrd="1" destOrd="0" presId="urn:microsoft.com/office/officeart/2005/8/layout/orgChart1"/>
    <dgm:cxn modelId="{EBBBADFE-4C6D-43EB-BECD-326155052787}" type="presParOf" srcId="{AF32A7F6-512E-4991-9F01-A929E7BDFEB6}" destId="{E2130930-1DEE-4743-AC53-9B1ED4A4193D}" srcOrd="2" destOrd="0" presId="urn:microsoft.com/office/officeart/2005/8/layout/orgChart1"/>
    <dgm:cxn modelId="{51B0920D-00F1-4524-8A96-4021F2C92830}" type="presParOf" srcId="{40CF9AFE-ADCC-41F0-B608-B94344D6332E}" destId="{E4291A75-6C34-4073-8F83-0384F27DD64B}" srcOrd="6" destOrd="0" presId="urn:microsoft.com/office/officeart/2005/8/layout/orgChart1"/>
    <dgm:cxn modelId="{39304CB2-4B5A-4263-97E2-8F5E1469F460}" type="presParOf" srcId="{40CF9AFE-ADCC-41F0-B608-B94344D6332E}" destId="{631B9799-EE16-4BFF-9C05-28CD757AC3F3}" srcOrd="7" destOrd="0" presId="urn:microsoft.com/office/officeart/2005/8/layout/orgChart1"/>
    <dgm:cxn modelId="{A40ED68E-ECA4-443D-B520-BC7B8FCA4395}" type="presParOf" srcId="{631B9799-EE16-4BFF-9C05-28CD757AC3F3}" destId="{3A7D0A73-67DF-4C07-9DDB-92086FFE135B}" srcOrd="0" destOrd="0" presId="urn:microsoft.com/office/officeart/2005/8/layout/orgChart1"/>
    <dgm:cxn modelId="{D72FFA01-1E02-4B5D-80FC-EBBC82503F65}" type="presParOf" srcId="{3A7D0A73-67DF-4C07-9DDB-92086FFE135B}" destId="{773556B4-62C5-42F5-B9C3-490BE9539C66}" srcOrd="0" destOrd="0" presId="urn:microsoft.com/office/officeart/2005/8/layout/orgChart1"/>
    <dgm:cxn modelId="{65E0BC77-109A-4247-8113-77B1E16541EF}" type="presParOf" srcId="{3A7D0A73-67DF-4C07-9DDB-92086FFE135B}" destId="{B03301F0-39EA-4804-BE20-830AB5873AEA}" srcOrd="1" destOrd="0" presId="urn:microsoft.com/office/officeart/2005/8/layout/orgChart1"/>
    <dgm:cxn modelId="{72414E2B-CC1E-4FD2-9F45-2E5D099C2E6B}" type="presParOf" srcId="{631B9799-EE16-4BFF-9C05-28CD757AC3F3}" destId="{8D29B548-F0CE-463D-9636-2D0C6BFDBC87}" srcOrd="1" destOrd="0" presId="urn:microsoft.com/office/officeart/2005/8/layout/orgChart1"/>
    <dgm:cxn modelId="{4DAE79B7-4EBD-4F89-96FB-D72276A0994E}" type="presParOf" srcId="{631B9799-EE16-4BFF-9C05-28CD757AC3F3}" destId="{2872CB43-21D5-46C2-8AA5-F44DEE48EE14}" srcOrd="2" destOrd="0" presId="urn:microsoft.com/office/officeart/2005/8/layout/orgChart1"/>
    <dgm:cxn modelId="{A92124F9-485F-4EE8-B574-C399FD760778}" type="presParOf" srcId="{40CF9AFE-ADCC-41F0-B608-B94344D6332E}" destId="{2D228073-1954-4F5C-87DB-06CFA80F8136}" srcOrd="8" destOrd="0" presId="urn:microsoft.com/office/officeart/2005/8/layout/orgChart1"/>
    <dgm:cxn modelId="{A365A417-2F40-4217-8134-EDC26D449493}" type="presParOf" srcId="{40CF9AFE-ADCC-41F0-B608-B94344D6332E}" destId="{171989F2-0C21-472B-A334-DB56671B2157}" srcOrd="9" destOrd="0" presId="urn:microsoft.com/office/officeart/2005/8/layout/orgChart1"/>
    <dgm:cxn modelId="{B26D83F8-1E90-4221-BF9B-2DB054DE779D}" type="presParOf" srcId="{171989F2-0C21-472B-A334-DB56671B2157}" destId="{FA90F877-1661-47AB-8C9C-D87E6D5EC09D}" srcOrd="0" destOrd="0" presId="urn:microsoft.com/office/officeart/2005/8/layout/orgChart1"/>
    <dgm:cxn modelId="{9CC54077-B2CD-4AE3-A325-FBDEBBF0A71B}" type="presParOf" srcId="{FA90F877-1661-47AB-8C9C-D87E6D5EC09D}" destId="{9BEE10DE-DA91-42BC-B0A2-448BBADDA236}" srcOrd="0" destOrd="0" presId="urn:microsoft.com/office/officeart/2005/8/layout/orgChart1"/>
    <dgm:cxn modelId="{F06CFD77-B6D0-4245-A630-614E94540170}" type="presParOf" srcId="{FA90F877-1661-47AB-8C9C-D87E6D5EC09D}" destId="{66C77600-1120-4633-9FB8-023528700BCB}" srcOrd="1" destOrd="0" presId="urn:microsoft.com/office/officeart/2005/8/layout/orgChart1"/>
    <dgm:cxn modelId="{C6B87148-C0F5-4C62-B7EB-920FF35ACCB2}" type="presParOf" srcId="{171989F2-0C21-472B-A334-DB56671B2157}" destId="{43B169CB-9CC2-41A9-AFAF-35B144A1267F}" srcOrd="1" destOrd="0" presId="urn:microsoft.com/office/officeart/2005/8/layout/orgChart1"/>
    <dgm:cxn modelId="{54B06B92-5F01-42D6-9FFD-5DCD5C716825}" type="presParOf" srcId="{43B169CB-9CC2-41A9-AFAF-35B144A1267F}" destId="{62297B61-B160-42AB-B4AD-B728DCE344FC}" srcOrd="0" destOrd="0" presId="urn:microsoft.com/office/officeart/2005/8/layout/orgChart1"/>
    <dgm:cxn modelId="{1061CD53-5C65-4B4A-A01C-C166E64321C4}" type="presParOf" srcId="{43B169CB-9CC2-41A9-AFAF-35B144A1267F}" destId="{CA7E639B-C0ED-4BD0-B8EB-FFC5F7C01D7A}" srcOrd="1" destOrd="0" presId="urn:microsoft.com/office/officeart/2005/8/layout/orgChart1"/>
    <dgm:cxn modelId="{F576A64A-56AE-4516-9F1C-3AAA8476D4B1}" type="presParOf" srcId="{CA7E639B-C0ED-4BD0-B8EB-FFC5F7C01D7A}" destId="{2D95A12B-7937-41DA-9170-6DC3FA6B6565}" srcOrd="0" destOrd="0" presId="urn:microsoft.com/office/officeart/2005/8/layout/orgChart1"/>
    <dgm:cxn modelId="{9BF2F225-6F7F-417A-A50E-8D0E29C4BCB8}" type="presParOf" srcId="{2D95A12B-7937-41DA-9170-6DC3FA6B6565}" destId="{3FB7AF94-8285-4E5A-AF4A-7E89FCF75544}" srcOrd="0" destOrd="0" presId="urn:microsoft.com/office/officeart/2005/8/layout/orgChart1"/>
    <dgm:cxn modelId="{41A9664A-A9BE-42B8-912A-43F0390B4DD7}" type="presParOf" srcId="{2D95A12B-7937-41DA-9170-6DC3FA6B6565}" destId="{4864D782-B7BA-4C3F-94E8-670D7105391F}" srcOrd="1" destOrd="0" presId="urn:microsoft.com/office/officeart/2005/8/layout/orgChart1"/>
    <dgm:cxn modelId="{D032F919-7C90-4BF1-A5CB-767014967969}" type="presParOf" srcId="{CA7E639B-C0ED-4BD0-B8EB-FFC5F7C01D7A}" destId="{E3FBDC2A-6A5B-4E43-A366-70460D23CD5E}" srcOrd="1" destOrd="0" presId="urn:microsoft.com/office/officeart/2005/8/layout/orgChart1"/>
    <dgm:cxn modelId="{84803AF4-1340-40EB-92F0-0631B1C29660}" type="presParOf" srcId="{CA7E639B-C0ED-4BD0-B8EB-FFC5F7C01D7A}" destId="{E91F6F9E-1A8C-4CA3-B960-D67C5DB9DA0D}" srcOrd="2" destOrd="0" presId="urn:microsoft.com/office/officeart/2005/8/layout/orgChart1"/>
    <dgm:cxn modelId="{D46348D6-3207-410E-B00F-447C8D2A31A3}" type="presParOf" srcId="{43B169CB-9CC2-41A9-AFAF-35B144A1267F}" destId="{1DEDDE1C-E835-4C08-9605-0383D2D2FC97}" srcOrd="2" destOrd="0" presId="urn:microsoft.com/office/officeart/2005/8/layout/orgChart1"/>
    <dgm:cxn modelId="{130157B4-CDB4-4752-9A5C-625CB00E57FB}" type="presParOf" srcId="{43B169CB-9CC2-41A9-AFAF-35B144A1267F}" destId="{4480819A-240F-4EAB-8E5A-2DA067489DA0}" srcOrd="3" destOrd="0" presId="urn:microsoft.com/office/officeart/2005/8/layout/orgChart1"/>
    <dgm:cxn modelId="{DCBF591F-E57D-4908-B220-9B366E72B9C8}" type="presParOf" srcId="{4480819A-240F-4EAB-8E5A-2DA067489DA0}" destId="{A8B8A3D0-99B5-43BF-B1F8-123A69945399}" srcOrd="0" destOrd="0" presId="urn:microsoft.com/office/officeart/2005/8/layout/orgChart1"/>
    <dgm:cxn modelId="{3C0E9617-EFED-4D0F-B367-3D78F13F8668}" type="presParOf" srcId="{A8B8A3D0-99B5-43BF-B1F8-123A69945399}" destId="{B454CB32-B8C7-4D7F-B013-2C21BEDE9036}" srcOrd="0" destOrd="0" presId="urn:microsoft.com/office/officeart/2005/8/layout/orgChart1"/>
    <dgm:cxn modelId="{24307634-E57C-48FC-8C49-DE27DA8DE7E9}" type="presParOf" srcId="{A8B8A3D0-99B5-43BF-B1F8-123A69945399}" destId="{949FC60C-A1A4-45A4-9C05-6DE86C2676C7}" srcOrd="1" destOrd="0" presId="urn:microsoft.com/office/officeart/2005/8/layout/orgChart1"/>
    <dgm:cxn modelId="{B7852A22-96C7-4D45-B6F5-994869B37F9B}" type="presParOf" srcId="{4480819A-240F-4EAB-8E5A-2DA067489DA0}" destId="{B7B0729A-0747-4DA3-9F07-2742EA751856}" srcOrd="1" destOrd="0" presId="urn:microsoft.com/office/officeart/2005/8/layout/orgChart1"/>
    <dgm:cxn modelId="{AB3B20FF-3F0E-4024-BF61-52EF36D6184E}" type="presParOf" srcId="{4480819A-240F-4EAB-8E5A-2DA067489DA0}" destId="{DC7F130B-A08A-446D-BA59-E33113CEDD84}" srcOrd="2" destOrd="0" presId="urn:microsoft.com/office/officeart/2005/8/layout/orgChart1"/>
    <dgm:cxn modelId="{61B8748D-359F-4D33-AB06-9F4DA178E24D}" type="presParOf" srcId="{171989F2-0C21-472B-A334-DB56671B2157}" destId="{0FAD07BA-4EAC-4450-94B6-76FB99D387A2}" srcOrd="2" destOrd="0" presId="urn:microsoft.com/office/officeart/2005/8/layout/orgChart1"/>
    <dgm:cxn modelId="{22C762C6-BB6E-463A-8F4E-78C8B579769C}" type="presParOf" srcId="{D899BFC9-2B0F-4181-84AD-D985FD29BD4B}" destId="{AA71C2B9-F722-4E41-BE0B-5EEE3E66C73E}"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3F7B911-0DB8-46F7-A6CB-A937DE7F5972}" type="doc">
      <dgm:prSet loTypeId="urn:microsoft.com/office/officeart/2005/8/layout/process1" loCatId="process" qsTypeId="urn:microsoft.com/office/officeart/2005/8/quickstyle/simple5" qsCatId="simple" csTypeId="urn:microsoft.com/office/officeart/2005/8/colors/accent1_2" csCatId="accent1" phldr="1"/>
      <dgm:spPr/>
      <dgm:t>
        <a:bodyPr/>
        <a:lstStyle/>
        <a:p>
          <a:endParaRPr lang="en-US"/>
        </a:p>
      </dgm:t>
    </dgm:pt>
    <dgm:pt modelId="{43DA3B73-85CC-44C7-99AF-E8675AAB11F1}">
      <dgm:prSet phldrT="[Text]"/>
      <dgm:spPr/>
      <dgm:t>
        <a:bodyPr/>
        <a:lstStyle/>
        <a:p>
          <a:r>
            <a:rPr lang="en-US" b="1" dirty="0"/>
            <a:t>Requirement Gathering</a:t>
          </a:r>
        </a:p>
      </dgm:t>
    </dgm:pt>
    <dgm:pt modelId="{9F019D3D-4D19-4593-B070-40268D2F2EB5}" type="parTrans" cxnId="{131F2674-DD6F-469D-917E-E2EE098B29BC}">
      <dgm:prSet/>
      <dgm:spPr/>
      <dgm:t>
        <a:bodyPr/>
        <a:lstStyle/>
        <a:p>
          <a:endParaRPr lang="en-US"/>
        </a:p>
      </dgm:t>
    </dgm:pt>
    <dgm:pt modelId="{A3169168-C8F4-4A32-9005-27C2332994A7}" type="sibTrans" cxnId="{131F2674-DD6F-469D-917E-E2EE098B29BC}">
      <dgm:prSet/>
      <dgm:spPr/>
      <dgm:t>
        <a:bodyPr/>
        <a:lstStyle/>
        <a:p>
          <a:endParaRPr lang="en-US"/>
        </a:p>
      </dgm:t>
    </dgm:pt>
    <dgm:pt modelId="{360C9A48-81FE-4D65-9516-B232CA206B0B}">
      <dgm:prSet>
        <dgm:style>
          <a:lnRef idx="2">
            <a:schemeClr val="dk1"/>
          </a:lnRef>
          <a:fillRef idx="1">
            <a:schemeClr val="lt1"/>
          </a:fillRef>
          <a:effectRef idx="0">
            <a:schemeClr val="dk1"/>
          </a:effectRef>
          <a:fontRef idx="minor">
            <a:schemeClr val="dk1"/>
          </a:fontRef>
        </dgm:style>
      </dgm:prSet>
      <dgm:spPr/>
      <dgm:t>
        <a:bodyPr/>
        <a:lstStyle/>
        <a:p>
          <a:r>
            <a:rPr lang="en-US" b="1" dirty="0"/>
            <a:t>Logical Design</a:t>
          </a:r>
        </a:p>
      </dgm:t>
    </dgm:pt>
    <dgm:pt modelId="{0B625C4F-CCA9-4175-983E-88805D77AAC5}" type="parTrans" cxnId="{78861782-068A-488A-B1C5-09CC575B5D80}">
      <dgm:prSet/>
      <dgm:spPr/>
      <dgm:t>
        <a:bodyPr/>
        <a:lstStyle/>
        <a:p>
          <a:endParaRPr lang="en-US"/>
        </a:p>
      </dgm:t>
    </dgm:pt>
    <dgm:pt modelId="{E97D0C73-F383-4117-A7E5-7A3FF09471D3}" type="sibTrans" cxnId="{78861782-068A-488A-B1C5-09CC575B5D80}">
      <dgm:prSet/>
      <dgm:spPr/>
      <dgm:t>
        <a:bodyPr/>
        <a:lstStyle/>
        <a:p>
          <a:endParaRPr lang="en-US"/>
        </a:p>
      </dgm:t>
    </dgm:pt>
    <dgm:pt modelId="{A38E3FB1-74C2-416C-962C-208A8CC26451}">
      <dgm:prSet>
        <dgm:style>
          <a:lnRef idx="2">
            <a:schemeClr val="accent5"/>
          </a:lnRef>
          <a:fillRef idx="1">
            <a:schemeClr val="lt1"/>
          </a:fillRef>
          <a:effectRef idx="0">
            <a:schemeClr val="accent5"/>
          </a:effectRef>
          <a:fontRef idx="minor">
            <a:schemeClr val="dk1"/>
          </a:fontRef>
        </dgm:style>
      </dgm:prSet>
      <dgm:spPr/>
      <dgm:t>
        <a:bodyPr/>
        <a:lstStyle/>
        <a:p>
          <a:r>
            <a:rPr lang="en-US" b="1"/>
            <a:t>Physical Design</a:t>
          </a:r>
        </a:p>
      </dgm:t>
    </dgm:pt>
    <dgm:pt modelId="{9E752F19-DAF8-4077-BC1B-196EAE64B4D1}" type="parTrans" cxnId="{A3436A63-0B7B-4E1F-9868-5311457F2073}">
      <dgm:prSet/>
      <dgm:spPr/>
      <dgm:t>
        <a:bodyPr/>
        <a:lstStyle/>
        <a:p>
          <a:endParaRPr lang="en-US"/>
        </a:p>
      </dgm:t>
    </dgm:pt>
    <dgm:pt modelId="{BCA34D4F-D34A-4E7F-8060-EE5CDCEDEBC9}" type="sibTrans" cxnId="{A3436A63-0B7B-4E1F-9868-5311457F2073}">
      <dgm:prSet/>
      <dgm:spPr/>
      <dgm:t>
        <a:bodyPr/>
        <a:lstStyle/>
        <a:p>
          <a:endParaRPr lang="en-US"/>
        </a:p>
      </dgm:t>
    </dgm:pt>
    <dgm:pt modelId="{2063F73A-6D48-4171-9BCC-3A5159FCFBE3}">
      <dgm:prSet>
        <dgm:style>
          <a:lnRef idx="2">
            <a:schemeClr val="accent5"/>
          </a:lnRef>
          <a:fillRef idx="1">
            <a:schemeClr val="lt1"/>
          </a:fillRef>
          <a:effectRef idx="0">
            <a:schemeClr val="accent5"/>
          </a:effectRef>
          <a:fontRef idx="minor">
            <a:schemeClr val="dk1"/>
          </a:fontRef>
        </dgm:style>
      </dgm:prSet>
      <dgm:spPr/>
      <dgm:t>
        <a:bodyPr/>
        <a:lstStyle/>
        <a:p>
          <a:r>
            <a:rPr lang="en-US" b="1"/>
            <a:t>Installation and Maintenance</a:t>
          </a:r>
        </a:p>
      </dgm:t>
    </dgm:pt>
    <dgm:pt modelId="{25077567-7832-4BBF-8124-97EF66740E53}" type="parTrans" cxnId="{4AD42824-2F58-47D8-B6AC-498408ADB519}">
      <dgm:prSet/>
      <dgm:spPr/>
      <dgm:t>
        <a:bodyPr/>
        <a:lstStyle/>
        <a:p>
          <a:endParaRPr lang="en-US"/>
        </a:p>
      </dgm:t>
    </dgm:pt>
    <dgm:pt modelId="{DE743DFC-3175-4315-B0E1-7CE8009342DB}" type="sibTrans" cxnId="{4AD42824-2F58-47D8-B6AC-498408ADB519}">
      <dgm:prSet/>
      <dgm:spPr/>
      <dgm:t>
        <a:bodyPr/>
        <a:lstStyle/>
        <a:p>
          <a:endParaRPr lang="en-US"/>
        </a:p>
      </dgm:t>
    </dgm:pt>
    <dgm:pt modelId="{ADFB60DE-7B6B-42C9-98FD-F94B3F204B4D}">
      <dgm:prSet>
        <dgm:style>
          <a:lnRef idx="2">
            <a:schemeClr val="dk1"/>
          </a:lnRef>
          <a:fillRef idx="1">
            <a:schemeClr val="lt1"/>
          </a:fillRef>
          <a:effectRef idx="0">
            <a:schemeClr val="dk1"/>
          </a:effectRef>
          <a:fontRef idx="minor">
            <a:schemeClr val="dk1"/>
          </a:fontRef>
        </dgm:style>
      </dgm:prSet>
      <dgm:spPr/>
      <dgm:t>
        <a:bodyPr/>
        <a:lstStyle/>
        <a:p>
          <a:r>
            <a:rPr lang="en-US" b="1" dirty="0"/>
            <a:t>Analysis</a:t>
          </a:r>
        </a:p>
      </dgm:t>
    </dgm:pt>
    <dgm:pt modelId="{A97DF006-03C2-4032-A233-78BD76A63D3D}" type="sibTrans" cxnId="{150939AA-2A95-4B47-BDB9-FCBABC3FCAF5}">
      <dgm:prSet/>
      <dgm:spPr/>
      <dgm:t>
        <a:bodyPr/>
        <a:lstStyle/>
        <a:p>
          <a:endParaRPr lang="en-US"/>
        </a:p>
      </dgm:t>
    </dgm:pt>
    <dgm:pt modelId="{A671AC3F-4FF4-419F-B14B-178228C3B3F5}" type="parTrans" cxnId="{150939AA-2A95-4B47-BDB9-FCBABC3FCAF5}">
      <dgm:prSet/>
      <dgm:spPr/>
      <dgm:t>
        <a:bodyPr/>
        <a:lstStyle/>
        <a:p>
          <a:endParaRPr lang="en-US"/>
        </a:p>
      </dgm:t>
    </dgm:pt>
    <dgm:pt modelId="{A992AD57-2B29-405E-A673-4C8FE2DCB2F0}">
      <dgm:prSet/>
      <dgm:spPr/>
      <dgm:t>
        <a:bodyPr/>
        <a:lstStyle/>
        <a:p>
          <a:r>
            <a:rPr lang="en-US"/>
            <a:t>Determine needs of: </a:t>
          </a:r>
        </a:p>
      </dgm:t>
    </dgm:pt>
    <dgm:pt modelId="{A107BC28-DE52-4594-8495-7F55B444C020}" type="parTrans" cxnId="{9D26AD6A-9892-4AC4-A58F-4C551EC94151}">
      <dgm:prSet/>
      <dgm:spPr/>
      <dgm:t>
        <a:bodyPr/>
        <a:lstStyle/>
        <a:p>
          <a:endParaRPr lang="en-US"/>
        </a:p>
      </dgm:t>
    </dgm:pt>
    <dgm:pt modelId="{E8BD408A-94EB-4640-B731-4BB67C578ABF}" type="sibTrans" cxnId="{9D26AD6A-9892-4AC4-A58F-4C551EC94151}">
      <dgm:prSet/>
      <dgm:spPr/>
      <dgm:t>
        <a:bodyPr/>
        <a:lstStyle/>
        <a:p>
          <a:endParaRPr lang="en-US"/>
        </a:p>
      </dgm:t>
    </dgm:pt>
    <dgm:pt modelId="{4ED935BC-B6F4-4023-8157-90A00E4288D9}">
      <dgm:prSet/>
      <dgm:spPr/>
      <dgm:t>
        <a:bodyPr/>
        <a:lstStyle/>
        <a:p>
          <a:r>
            <a:rPr lang="en-US"/>
            <a:t>Business</a:t>
          </a:r>
        </a:p>
      </dgm:t>
    </dgm:pt>
    <dgm:pt modelId="{770B9806-9CD8-4654-A8B8-3D70D0747D19}" type="parTrans" cxnId="{7A7BB4F0-1C5C-48CB-8901-89C2F8777FD9}">
      <dgm:prSet/>
      <dgm:spPr/>
      <dgm:t>
        <a:bodyPr/>
        <a:lstStyle/>
        <a:p>
          <a:endParaRPr lang="en-US"/>
        </a:p>
      </dgm:t>
    </dgm:pt>
    <dgm:pt modelId="{615EA72B-289C-47B9-87A6-D11B04775F76}" type="sibTrans" cxnId="{7A7BB4F0-1C5C-48CB-8901-89C2F8777FD9}">
      <dgm:prSet/>
      <dgm:spPr/>
      <dgm:t>
        <a:bodyPr/>
        <a:lstStyle/>
        <a:p>
          <a:endParaRPr lang="en-US"/>
        </a:p>
      </dgm:t>
    </dgm:pt>
    <dgm:pt modelId="{C9BC02D3-DAF3-483D-B2B5-6A810A3E5D23}">
      <dgm:prSet/>
      <dgm:spPr/>
      <dgm:t>
        <a:bodyPr/>
        <a:lstStyle/>
        <a:p>
          <a:r>
            <a:rPr lang="en-US"/>
            <a:t>Users</a:t>
          </a:r>
        </a:p>
      </dgm:t>
    </dgm:pt>
    <dgm:pt modelId="{0D7DD7AB-4B3F-4B26-9699-8D069D27EBFE}" type="parTrans" cxnId="{78A882AF-41EB-40C3-8636-7416EA57980A}">
      <dgm:prSet/>
      <dgm:spPr/>
      <dgm:t>
        <a:bodyPr/>
        <a:lstStyle/>
        <a:p>
          <a:endParaRPr lang="en-US"/>
        </a:p>
      </dgm:t>
    </dgm:pt>
    <dgm:pt modelId="{14A04E87-4E78-4857-8660-A2A290C3C448}" type="sibTrans" cxnId="{78A882AF-41EB-40C3-8636-7416EA57980A}">
      <dgm:prSet/>
      <dgm:spPr/>
      <dgm:t>
        <a:bodyPr/>
        <a:lstStyle/>
        <a:p>
          <a:endParaRPr lang="en-US"/>
        </a:p>
      </dgm:t>
    </dgm:pt>
    <dgm:pt modelId="{0F52510D-04B1-43CC-97FD-7BBD63C4D854}">
      <dgm:prSet/>
      <dgm:spPr/>
      <dgm:t>
        <a:bodyPr/>
        <a:lstStyle/>
        <a:p>
          <a:r>
            <a:rPr lang="en-US"/>
            <a:t>Applications</a:t>
          </a:r>
        </a:p>
      </dgm:t>
    </dgm:pt>
    <dgm:pt modelId="{7A0826B7-80B0-4499-9F07-B0CEFEBCCB15}" type="parTrans" cxnId="{CD2010FC-CBD9-4366-BBB7-A2370EB4C245}">
      <dgm:prSet/>
      <dgm:spPr/>
      <dgm:t>
        <a:bodyPr/>
        <a:lstStyle/>
        <a:p>
          <a:endParaRPr lang="en-US"/>
        </a:p>
      </dgm:t>
    </dgm:pt>
    <dgm:pt modelId="{000FE71D-E956-498B-A2D5-3FE5EE89E851}" type="sibTrans" cxnId="{CD2010FC-CBD9-4366-BBB7-A2370EB4C245}">
      <dgm:prSet/>
      <dgm:spPr/>
      <dgm:t>
        <a:bodyPr/>
        <a:lstStyle/>
        <a:p>
          <a:endParaRPr lang="en-US"/>
        </a:p>
      </dgm:t>
    </dgm:pt>
    <dgm:pt modelId="{5B1735AB-8363-41EB-A9A6-B25D2636DC13}">
      <dgm:prSet/>
      <dgm:spPr/>
      <dgm:t>
        <a:bodyPr/>
        <a:lstStyle/>
        <a:p>
          <a:r>
            <a:rPr lang="en-US"/>
            <a:t>Network</a:t>
          </a:r>
        </a:p>
      </dgm:t>
    </dgm:pt>
    <dgm:pt modelId="{258247BB-E99C-4C40-A6F3-2BCFF7F3F021}" type="parTrans" cxnId="{66DE21FB-DA00-48E7-8841-EB738D68F62C}">
      <dgm:prSet/>
      <dgm:spPr/>
      <dgm:t>
        <a:bodyPr/>
        <a:lstStyle/>
        <a:p>
          <a:endParaRPr lang="en-US"/>
        </a:p>
      </dgm:t>
    </dgm:pt>
    <dgm:pt modelId="{A1728D92-C6B8-42BE-B7DA-7498106C25C1}" type="sibTrans" cxnId="{66DE21FB-DA00-48E7-8841-EB738D68F62C}">
      <dgm:prSet/>
      <dgm:spPr/>
      <dgm:t>
        <a:bodyPr/>
        <a:lstStyle/>
        <a:p>
          <a:endParaRPr lang="en-US"/>
        </a:p>
      </dgm:t>
    </dgm:pt>
    <dgm:pt modelId="{801389A1-08AD-4217-99F1-17D044229FA0}">
      <dgm:prSet>
        <dgm:style>
          <a:lnRef idx="2">
            <a:schemeClr val="dk1"/>
          </a:lnRef>
          <a:fillRef idx="1">
            <a:schemeClr val="lt1"/>
          </a:fillRef>
          <a:effectRef idx="0">
            <a:schemeClr val="dk1"/>
          </a:effectRef>
          <a:fontRef idx="minor">
            <a:schemeClr val="dk1"/>
          </a:fontRef>
        </dgm:style>
      </dgm:prSet>
      <dgm:spPr/>
      <dgm:t>
        <a:bodyPr/>
        <a:lstStyle/>
        <a:p>
          <a:r>
            <a:rPr lang="en-US"/>
            <a:t>Estimate and measure traffic and device utilization</a:t>
          </a:r>
        </a:p>
      </dgm:t>
    </dgm:pt>
    <dgm:pt modelId="{BC314620-F755-43B8-B2B8-D38FEAD5BE47}" type="parTrans" cxnId="{17E4239A-DE32-4B78-BE06-CFE7B8B50D59}">
      <dgm:prSet/>
      <dgm:spPr/>
      <dgm:t>
        <a:bodyPr/>
        <a:lstStyle/>
        <a:p>
          <a:endParaRPr lang="en-US"/>
        </a:p>
      </dgm:t>
    </dgm:pt>
    <dgm:pt modelId="{9C7BD2E7-B2D7-4F25-A967-AB9E699AD0E3}" type="sibTrans" cxnId="{17E4239A-DE32-4B78-BE06-CFE7B8B50D59}">
      <dgm:prSet/>
      <dgm:spPr/>
      <dgm:t>
        <a:bodyPr/>
        <a:lstStyle/>
        <a:p>
          <a:endParaRPr lang="en-US"/>
        </a:p>
      </dgm:t>
    </dgm:pt>
    <dgm:pt modelId="{B27230E2-A17D-4220-80FE-46D64297B343}">
      <dgm:prSet>
        <dgm:style>
          <a:lnRef idx="2">
            <a:schemeClr val="dk1"/>
          </a:lnRef>
          <a:fillRef idx="1">
            <a:schemeClr val="lt1"/>
          </a:fillRef>
          <a:effectRef idx="0">
            <a:schemeClr val="dk1"/>
          </a:effectRef>
          <a:fontRef idx="minor">
            <a:schemeClr val="dk1"/>
          </a:fontRef>
        </dgm:style>
      </dgm:prSet>
      <dgm:spPr/>
      <dgm:t>
        <a:bodyPr/>
        <a:lstStyle/>
        <a:p>
          <a:r>
            <a:rPr lang="en-US"/>
            <a:t>Choose technologies that meet the requirements</a:t>
          </a:r>
        </a:p>
      </dgm:t>
    </dgm:pt>
    <dgm:pt modelId="{D985146F-41BC-41F7-BD5A-34637F24A6B1}" type="parTrans" cxnId="{E1DB8706-943A-41DE-857B-FD1004514511}">
      <dgm:prSet/>
      <dgm:spPr/>
      <dgm:t>
        <a:bodyPr/>
        <a:lstStyle/>
        <a:p>
          <a:endParaRPr lang="en-US"/>
        </a:p>
      </dgm:t>
    </dgm:pt>
    <dgm:pt modelId="{1D9A2E75-6B4A-4BA3-BDC6-C1C8E25DEF5F}" type="sibTrans" cxnId="{E1DB8706-943A-41DE-857B-FD1004514511}">
      <dgm:prSet/>
      <dgm:spPr/>
      <dgm:t>
        <a:bodyPr/>
        <a:lstStyle/>
        <a:p>
          <a:endParaRPr lang="en-US"/>
        </a:p>
      </dgm:t>
    </dgm:pt>
    <dgm:pt modelId="{FF9F707B-CECE-4E78-99EB-914DC0A31ECF}">
      <dgm:prSet>
        <dgm:style>
          <a:lnRef idx="2">
            <a:schemeClr val="accent5"/>
          </a:lnRef>
          <a:fillRef idx="1">
            <a:schemeClr val="lt1"/>
          </a:fillRef>
          <a:effectRef idx="0">
            <a:schemeClr val="accent5"/>
          </a:effectRef>
          <a:fontRef idx="minor">
            <a:schemeClr val="dk1"/>
          </a:fontRef>
        </dgm:style>
      </dgm:prSet>
      <dgm:spPr/>
      <dgm:t>
        <a:bodyPr/>
        <a:lstStyle/>
        <a:p>
          <a:r>
            <a:rPr lang="en-US"/>
            <a:t>Apply the Logical Design to the physical space</a:t>
          </a:r>
        </a:p>
      </dgm:t>
    </dgm:pt>
    <dgm:pt modelId="{FB17E8DF-B400-423B-9CB4-4C38E1A393D0}" type="parTrans" cxnId="{FEEA18CF-B05D-4F84-9B2B-A59126D73B0B}">
      <dgm:prSet/>
      <dgm:spPr/>
      <dgm:t>
        <a:bodyPr/>
        <a:lstStyle/>
        <a:p>
          <a:endParaRPr lang="en-US"/>
        </a:p>
      </dgm:t>
    </dgm:pt>
    <dgm:pt modelId="{1B2FE90C-EAEA-4A43-A64F-69ABBDDABCEB}" type="sibTrans" cxnId="{FEEA18CF-B05D-4F84-9B2B-A59126D73B0B}">
      <dgm:prSet/>
      <dgm:spPr/>
      <dgm:t>
        <a:bodyPr/>
        <a:lstStyle/>
        <a:p>
          <a:endParaRPr lang="en-US"/>
        </a:p>
      </dgm:t>
    </dgm:pt>
    <dgm:pt modelId="{66FFFF39-03D1-479F-A004-0C1A91BCD012}">
      <dgm:prSet>
        <dgm:style>
          <a:lnRef idx="2">
            <a:schemeClr val="accent5"/>
          </a:lnRef>
          <a:fillRef idx="1">
            <a:schemeClr val="lt1"/>
          </a:fillRef>
          <a:effectRef idx="0">
            <a:schemeClr val="accent5"/>
          </a:effectRef>
          <a:fontRef idx="minor">
            <a:schemeClr val="dk1"/>
          </a:fontRef>
        </dgm:style>
      </dgm:prSet>
      <dgm:spPr/>
      <dgm:t>
        <a:bodyPr/>
        <a:lstStyle/>
        <a:p>
          <a:r>
            <a:rPr lang="en-US"/>
            <a:t>Implement the Physical Design</a:t>
          </a:r>
        </a:p>
      </dgm:t>
    </dgm:pt>
    <dgm:pt modelId="{4A5EDA08-68C0-4719-B835-6AECC589A5D1}" type="parTrans" cxnId="{CCB86B93-3845-428F-8411-A023AC4BDDEB}">
      <dgm:prSet/>
      <dgm:spPr/>
      <dgm:t>
        <a:bodyPr/>
        <a:lstStyle/>
        <a:p>
          <a:endParaRPr lang="en-US"/>
        </a:p>
      </dgm:t>
    </dgm:pt>
    <dgm:pt modelId="{775A41F0-E2CD-483C-948E-4C4DCDBE23C6}" type="sibTrans" cxnId="{CCB86B93-3845-428F-8411-A023AC4BDDEB}">
      <dgm:prSet/>
      <dgm:spPr/>
      <dgm:t>
        <a:bodyPr/>
        <a:lstStyle/>
        <a:p>
          <a:endParaRPr lang="en-US"/>
        </a:p>
      </dgm:t>
    </dgm:pt>
    <dgm:pt modelId="{33C77B4B-AC4C-4101-BE80-BB3417553860}" type="pres">
      <dgm:prSet presAssocID="{E3F7B911-0DB8-46F7-A6CB-A937DE7F5972}" presName="Name0" presStyleCnt="0">
        <dgm:presLayoutVars>
          <dgm:dir/>
          <dgm:resizeHandles val="exact"/>
        </dgm:presLayoutVars>
      </dgm:prSet>
      <dgm:spPr/>
    </dgm:pt>
    <dgm:pt modelId="{69C0042D-507E-4F9E-94A8-E94955ADB76F}" type="pres">
      <dgm:prSet presAssocID="{43DA3B73-85CC-44C7-99AF-E8675AAB11F1}" presName="node" presStyleLbl="node1" presStyleIdx="0" presStyleCnt="5">
        <dgm:presLayoutVars>
          <dgm:bulletEnabled val="1"/>
        </dgm:presLayoutVars>
      </dgm:prSet>
      <dgm:spPr/>
    </dgm:pt>
    <dgm:pt modelId="{C995A894-0AFA-453F-8460-3BDDD034C9F0}" type="pres">
      <dgm:prSet presAssocID="{A3169168-C8F4-4A32-9005-27C2332994A7}" presName="sibTrans" presStyleLbl="sibTrans2D1" presStyleIdx="0" presStyleCnt="4"/>
      <dgm:spPr/>
    </dgm:pt>
    <dgm:pt modelId="{8C1AB374-B3F6-4375-BF8E-0EF0B9A03D5F}" type="pres">
      <dgm:prSet presAssocID="{A3169168-C8F4-4A32-9005-27C2332994A7}" presName="connectorText" presStyleLbl="sibTrans2D1" presStyleIdx="0" presStyleCnt="4"/>
      <dgm:spPr/>
    </dgm:pt>
    <dgm:pt modelId="{94DB21CA-9344-453D-8C21-40F12F0D3889}" type="pres">
      <dgm:prSet presAssocID="{ADFB60DE-7B6B-42C9-98FD-F94B3F204B4D}" presName="node" presStyleLbl="node1" presStyleIdx="1" presStyleCnt="5">
        <dgm:presLayoutVars>
          <dgm:bulletEnabled val="1"/>
        </dgm:presLayoutVars>
      </dgm:prSet>
      <dgm:spPr/>
    </dgm:pt>
    <dgm:pt modelId="{60985EB9-42F5-4968-91E1-F1C3464F83DB}" type="pres">
      <dgm:prSet presAssocID="{A97DF006-03C2-4032-A233-78BD76A63D3D}" presName="sibTrans" presStyleLbl="sibTrans2D1" presStyleIdx="1" presStyleCnt="4"/>
      <dgm:spPr/>
    </dgm:pt>
    <dgm:pt modelId="{EAD196ED-2637-4521-AC20-12D40696FBB7}" type="pres">
      <dgm:prSet presAssocID="{A97DF006-03C2-4032-A233-78BD76A63D3D}" presName="connectorText" presStyleLbl="sibTrans2D1" presStyleIdx="1" presStyleCnt="4"/>
      <dgm:spPr/>
    </dgm:pt>
    <dgm:pt modelId="{BCD86AF2-2522-4648-B7B2-23EC01768288}" type="pres">
      <dgm:prSet presAssocID="{360C9A48-81FE-4D65-9516-B232CA206B0B}" presName="node" presStyleLbl="node1" presStyleIdx="2" presStyleCnt="5">
        <dgm:presLayoutVars>
          <dgm:bulletEnabled val="1"/>
        </dgm:presLayoutVars>
      </dgm:prSet>
      <dgm:spPr/>
    </dgm:pt>
    <dgm:pt modelId="{42963792-B266-4648-A606-495C07C981FB}" type="pres">
      <dgm:prSet presAssocID="{E97D0C73-F383-4117-A7E5-7A3FF09471D3}" presName="sibTrans" presStyleLbl="sibTrans2D1" presStyleIdx="2" presStyleCnt="4"/>
      <dgm:spPr/>
    </dgm:pt>
    <dgm:pt modelId="{C7FE0866-5A38-4AB6-9BDD-3EA0723D1400}" type="pres">
      <dgm:prSet presAssocID="{E97D0C73-F383-4117-A7E5-7A3FF09471D3}" presName="connectorText" presStyleLbl="sibTrans2D1" presStyleIdx="2" presStyleCnt="4"/>
      <dgm:spPr/>
    </dgm:pt>
    <dgm:pt modelId="{0941CEB6-4744-4A4C-B3F9-AE9B3291FC66}" type="pres">
      <dgm:prSet presAssocID="{A38E3FB1-74C2-416C-962C-208A8CC26451}" presName="node" presStyleLbl="node1" presStyleIdx="3" presStyleCnt="5">
        <dgm:presLayoutVars>
          <dgm:bulletEnabled val="1"/>
        </dgm:presLayoutVars>
      </dgm:prSet>
      <dgm:spPr/>
    </dgm:pt>
    <dgm:pt modelId="{2297CA2F-E4E3-4CAA-9DAC-31EBDE18A66E}" type="pres">
      <dgm:prSet presAssocID="{BCA34D4F-D34A-4E7F-8060-EE5CDCEDEBC9}" presName="sibTrans" presStyleLbl="sibTrans2D1" presStyleIdx="3" presStyleCnt="4"/>
      <dgm:spPr/>
    </dgm:pt>
    <dgm:pt modelId="{54FB4166-E42F-4144-9064-5D0A6108B512}" type="pres">
      <dgm:prSet presAssocID="{BCA34D4F-D34A-4E7F-8060-EE5CDCEDEBC9}" presName="connectorText" presStyleLbl="sibTrans2D1" presStyleIdx="3" presStyleCnt="4"/>
      <dgm:spPr/>
    </dgm:pt>
    <dgm:pt modelId="{7807F26B-8DA3-4C05-AC81-9B09DFFBB862}" type="pres">
      <dgm:prSet presAssocID="{2063F73A-6D48-4171-9BCC-3A5159FCFBE3}" presName="node" presStyleLbl="node1" presStyleIdx="4" presStyleCnt="5">
        <dgm:presLayoutVars>
          <dgm:bulletEnabled val="1"/>
        </dgm:presLayoutVars>
      </dgm:prSet>
      <dgm:spPr/>
    </dgm:pt>
  </dgm:ptLst>
  <dgm:cxnLst>
    <dgm:cxn modelId="{373BB105-BD9B-482D-93E7-3D2A93F643C0}" type="presOf" srcId="{0F52510D-04B1-43CC-97FD-7BBD63C4D854}" destId="{69C0042D-507E-4F9E-94A8-E94955ADB76F}" srcOrd="0" destOrd="4" presId="urn:microsoft.com/office/officeart/2005/8/layout/process1"/>
    <dgm:cxn modelId="{E1DB8706-943A-41DE-857B-FD1004514511}" srcId="{360C9A48-81FE-4D65-9516-B232CA206B0B}" destId="{B27230E2-A17D-4220-80FE-46D64297B343}" srcOrd="0" destOrd="0" parTransId="{D985146F-41BC-41F7-BD5A-34637F24A6B1}" sibTransId="{1D9A2E75-6B4A-4BA3-BDC6-C1C8E25DEF5F}"/>
    <dgm:cxn modelId="{8B50E507-1CF5-4604-8206-39FABB967420}" type="presOf" srcId="{A97DF006-03C2-4032-A233-78BD76A63D3D}" destId="{60985EB9-42F5-4968-91E1-F1C3464F83DB}" srcOrd="0" destOrd="0" presId="urn:microsoft.com/office/officeart/2005/8/layout/process1"/>
    <dgm:cxn modelId="{E8787317-170A-4679-B5D4-515276EDD2E3}" type="presOf" srcId="{A3169168-C8F4-4A32-9005-27C2332994A7}" destId="{C995A894-0AFA-453F-8460-3BDDD034C9F0}" srcOrd="0" destOrd="0" presId="urn:microsoft.com/office/officeart/2005/8/layout/process1"/>
    <dgm:cxn modelId="{4AD42824-2F58-47D8-B6AC-498408ADB519}" srcId="{E3F7B911-0DB8-46F7-A6CB-A937DE7F5972}" destId="{2063F73A-6D48-4171-9BCC-3A5159FCFBE3}" srcOrd="4" destOrd="0" parTransId="{25077567-7832-4BBF-8124-97EF66740E53}" sibTransId="{DE743DFC-3175-4315-B0E1-7CE8009342DB}"/>
    <dgm:cxn modelId="{97B9692E-411D-4838-88AD-1C43A6F73083}" type="presOf" srcId="{360C9A48-81FE-4D65-9516-B232CA206B0B}" destId="{BCD86AF2-2522-4648-B7B2-23EC01768288}" srcOrd="0" destOrd="0" presId="urn:microsoft.com/office/officeart/2005/8/layout/process1"/>
    <dgm:cxn modelId="{13C49C2F-310A-4CF0-8235-FBDCD86AF66B}" type="presOf" srcId="{A38E3FB1-74C2-416C-962C-208A8CC26451}" destId="{0941CEB6-4744-4A4C-B3F9-AE9B3291FC66}" srcOrd="0" destOrd="0" presId="urn:microsoft.com/office/officeart/2005/8/layout/process1"/>
    <dgm:cxn modelId="{14F43930-AB62-4374-97B3-C3B06522240C}" type="presOf" srcId="{C9BC02D3-DAF3-483D-B2B5-6A810A3E5D23}" destId="{69C0042D-507E-4F9E-94A8-E94955ADB76F}" srcOrd="0" destOrd="3" presId="urn:microsoft.com/office/officeart/2005/8/layout/process1"/>
    <dgm:cxn modelId="{11B67C38-C0BB-4056-ABB9-B9C8C359F9CA}" type="presOf" srcId="{2063F73A-6D48-4171-9BCC-3A5159FCFBE3}" destId="{7807F26B-8DA3-4C05-AC81-9B09DFFBB862}" srcOrd="0" destOrd="0" presId="urn:microsoft.com/office/officeart/2005/8/layout/process1"/>
    <dgm:cxn modelId="{1079F93D-EFC9-4F63-A7D2-BA33A86E4DFC}" type="presOf" srcId="{BCA34D4F-D34A-4E7F-8060-EE5CDCEDEBC9}" destId="{2297CA2F-E4E3-4CAA-9DAC-31EBDE18A66E}" srcOrd="0" destOrd="0" presId="urn:microsoft.com/office/officeart/2005/8/layout/process1"/>
    <dgm:cxn modelId="{26FA8D5C-9E2D-43A2-86DB-EE2A3FA661CA}" type="presOf" srcId="{A97DF006-03C2-4032-A233-78BD76A63D3D}" destId="{EAD196ED-2637-4521-AC20-12D40696FBB7}" srcOrd="1" destOrd="0" presId="urn:microsoft.com/office/officeart/2005/8/layout/process1"/>
    <dgm:cxn modelId="{A3436A63-0B7B-4E1F-9868-5311457F2073}" srcId="{E3F7B911-0DB8-46F7-A6CB-A937DE7F5972}" destId="{A38E3FB1-74C2-416C-962C-208A8CC26451}" srcOrd="3" destOrd="0" parTransId="{9E752F19-DAF8-4077-BC1B-196EAE64B4D1}" sibTransId="{BCA34D4F-D34A-4E7F-8060-EE5CDCEDEBC9}"/>
    <dgm:cxn modelId="{8C6FAC44-1A20-4525-8EB8-2F9740001F7B}" type="presOf" srcId="{4ED935BC-B6F4-4023-8157-90A00E4288D9}" destId="{69C0042D-507E-4F9E-94A8-E94955ADB76F}" srcOrd="0" destOrd="2" presId="urn:microsoft.com/office/officeart/2005/8/layout/process1"/>
    <dgm:cxn modelId="{D680D866-82DC-42E8-93B4-13F314842A5A}" type="presOf" srcId="{66FFFF39-03D1-479F-A004-0C1A91BCD012}" destId="{7807F26B-8DA3-4C05-AC81-9B09DFFBB862}" srcOrd="0" destOrd="1" presId="urn:microsoft.com/office/officeart/2005/8/layout/process1"/>
    <dgm:cxn modelId="{C99CE768-EC43-4487-A92D-7422C1A1183F}" type="presOf" srcId="{FF9F707B-CECE-4E78-99EB-914DC0A31ECF}" destId="{0941CEB6-4744-4A4C-B3F9-AE9B3291FC66}" srcOrd="0" destOrd="1" presId="urn:microsoft.com/office/officeart/2005/8/layout/process1"/>
    <dgm:cxn modelId="{9D26AD6A-9892-4AC4-A58F-4C551EC94151}" srcId="{43DA3B73-85CC-44C7-99AF-E8675AAB11F1}" destId="{A992AD57-2B29-405E-A673-4C8FE2DCB2F0}" srcOrd="0" destOrd="0" parTransId="{A107BC28-DE52-4594-8495-7F55B444C020}" sibTransId="{E8BD408A-94EB-4640-B731-4BB67C578ABF}"/>
    <dgm:cxn modelId="{BB46DB6A-79CE-4A48-9BD1-A2DD18A4D36D}" type="presOf" srcId="{E3F7B911-0DB8-46F7-A6CB-A937DE7F5972}" destId="{33C77B4B-AC4C-4101-BE80-BB3417553860}" srcOrd="0" destOrd="0" presId="urn:microsoft.com/office/officeart/2005/8/layout/process1"/>
    <dgm:cxn modelId="{2067A66C-5E78-49CD-BF13-380CF2200C11}" type="presOf" srcId="{BCA34D4F-D34A-4E7F-8060-EE5CDCEDEBC9}" destId="{54FB4166-E42F-4144-9064-5D0A6108B512}" srcOrd="1" destOrd="0" presId="urn:microsoft.com/office/officeart/2005/8/layout/process1"/>
    <dgm:cxn modelId="{131F2674-DD6F-469D-917E-E2EE098B29BC}" srcId="{E3F7B911-0DB8-46F7-A6CB-A937DE7F5972}" destId="{43DA3B73-85CC-44C7-99AF-E8675AAB11F1}" srcOrd="0" destOrd="0" parTransId="{9F019D3D-4D19-4593-B070-40268D2F2EB5}" sibTransId="{A3169168-C8F4-4A32-9005-27C2332994A7}"/>
    <dgm:cxn modelId="{541F8A77-0852-4130-A267-CB2C1482A6E8}" type="presOf" srcId="{E97D0C73-F383-4117-A7E5-7A3FF09471D3}" destId="{42963792-B266-4648-A606-495C07C981FB}" srcOrd="0" destOrd="0" presId="urn:microsoft.com/office/officeart/2005/8/layout/process1"/>
    <dgm:cxn modelId="{78861782-068A-488A-B1C5-09CC575B5D80}" srcId="{E3F7B911-0DB8-46F7-A6CB-A937DE7F5972}" destId="{360C9A48-81FE-4D65-9516-B232CA206B0B}" srcOrd="2" destOrd="0" parTransId="{0B625C4F-CCA9-4175-983E-88805D77AAC5}" sibTransId="{E97D0C73-F383-4117-A7E5-7A3FF09471D3}"/>
    <dgm:cxn modelId="{CCB86B93-3845-428F-8411-A023AC4BDDEB}" srcId="{2063F73A-6D48-4171-9BCC-3A5159FCFBE3}" destId="{66FFFF39-03D1-479F-A004-0C1A91BCD012}" srcOrd="0" destOrd="0" parTransId="{4A5EDA08-68C0-4719-B835-6AECC589A5D1}" sibTransId="{775A41F0-E2CD-483C-948E-4C4DCDBE23C6}"/>
    <dgm:cxn modelId="{17E4239A-DE32-4B78-BE06-CFE7B8B50D59}" srcId="{ADFB60DE-7B6B-42C9-98FD-F94B3F204B4D}" destId="{801389A1-08AD-4217-99F1-17D044229FA0}" srcOrd="0" destOrd="0" parTransId="{BC314620-F755-43B8-B2B8-D38FEAD5BE47}" sibTransId="{9C7BD2E7-B2D7-4F25-A967-AB9E699AD0E3}"/>
    <dgm:cxn modelId="{150939AA-2A95-4B47-BDB9-FCBABC3FCAF5}" srcId="{E3F7B911-0DB8-46F7-A6CB-A937DE7F5972}" destId="{ADFB60DE-7B6B-42C9-98FD-F94B3F204B4D}" srcOrd="1" destOrd="0" parTransId="{A671AC3F-4FF4-419F-B14B-178228C3B3F5}" sibTransId="{A97DF006-03C2-4032-A233-78BD76A63D3D}"/>
    <dgm:cxn modelId="{881D80AA-1DB5-4D05-B4BE-DEB9948C817E}" type="presOf" srcId="{A3169168-C8F4-4A32-9005-27C2332994A7}" destId="{8C1AB374-B3F6-4375-BF8E-0EF0B9A03D5F}" srcOrd="1" destOrd="0" presId="urn:microsoft.com/office/officeart/2005/8/layout/process1"/>
    <dgm:cxn modelId="{78A882AF-41EB-40C3-8636-7416EA57980A}" srcId="{A992AD57-2B29-405E-A673-4C8FE2DCB2F0}" destId="{C9BC02D3-DAF3-483D-B2B5-6A810A3E5D23}" srcOrd="1" destOrd="0" parTransId="{0D7DD7AB-4B3F-4B26-9699-8D069D27EBFE}" sibTransId="{14A04E87-4E78-4857-8660-A2A290C3C448}"/>
    <dgm:cxn modelId="{E38AD1BC-B1F2-48A3-9F4E-9F4B093FDAEC}" type="presOf" srcId="{43DA3B73-85CC-44C7-99AF-E8675AAB11F1}" destId="{69C0042D-507E-4F9E-94A8-E94955ADB76F}" srcOrd="0" destOrd="0" presId="urn:microsoft.com/office/officeart/2005/8/layout/process1"/>
    <dgm:cxn modelId="{B714FBC5-D059-4484-9BC2-66EECB500B12}" type="presOf" srcId="{A992AD57-2B29-405E-A673-4C8FE2DCB2F0}" destId="{69C0042D-507E-4F9E-94A8-E94955ADB76F}" srcOrd="0" destOrd="1" presId="urn:microsoft.com/office/officeart/2005/8/layout/process1"/>
    <dgm:cxn modelId="{E20D28C7-268F-4C82-A0F1-EBBD25300B26}" type="presOf" srcId="{E97D0C73-F383-4117-A7E5-7A3FF09471D3}" destId="{C7FE0866-5A38-4AB6-9BDD-3EA0723D1400}" srcOrd="1" destOrd="0" presId="urn:microsoft.com/office/officeart/2005/8/layout/process1"/>
    <dgm:cxn modelId="{0DC4C7C8-8BFE-40E5-83C2-29B21DE73171}" type="presOf" srcId="{ADFB60DE-7B6B-42C9-98FD-F94B3F204B4D}" destId="{94DB21CA-9344-453D-8C21-40F12F0D3889}" srcOrd="0" destOrd="0" presId="urn:microsoft.com/office/officeart/2005/8/layout/process1"/>
    <dgm:cxn modelId="{AAC299C9-BA83-43E5-94A0-81B18092AFEC}" type="presOf" srcId="{5B1735AB-8363-41EB-A9A6-B25D2636DC13}" destId="{69C0042D-507E-4F9E-94A8-E94955ADB76F}" srcOrd="0" destOrd="5" presId="urn:microsoft.com/office/officeart/2005/8/layout/process1"/>
    <dgm:cxn modelId="{FEEA18CF-B05D-4F84-9B2B-A59126D73B0B}" srcId="{A38E3FB1-74C2-416C-962C-208A8CC26451}" destId="{FF9F707B-CECE-4E78-99EB-914DC0A31ECF}" srcOrd="0" destOrd="0" parTransId="{FB17E8DF-B400-423B-9CB4-4C38E1A393D0}" sibTransId="{1B2FE90C-EAEA-4A43-A64F-69ABBDDABCEB}"/>
    <dgm:cxn modelId="{AB8346D2-7479-4A8A-9B9E-3E06B25A4101}" type="presOf" srcId="{801389A1-08AD-4217-99F1-17D044229FA0}" destId="{94DB21CA-9344-453D-8C21-40F12F0D3889}" srcOrd="0" destOrd="1" presId="urn:microsoft.com/office/officeart/2005/8/layout/process1"/>
    <dgm:cxn modelId="{7A7BB4F0-1C5C-48CB-8901-89C2F8777FD9}" srcId="{A992AD57-2B29-405E-A673-4C8FE2DCB2F0}" destId="{4ED935BC-B6F4-4023-8157-90A00E4288D9}" srcOrd="0" destOrd="0" parTransId="{770B9806-9CD8-4654-A8B8-3D70D0747D19}" sibTransId="{615EA72B-289C-47B9-87A6-D11B04775F76}"/>
    <dgm:cxn modelId="{66DE21FB-DA00-48E7-8841-EB738D68F62C}" srcId="{A992AD57-2B29-405E-A673-4C8FE2DCB2F0}" destId="{5B1735AB-8363-41EB-A9A6-B25D2636DC13}" srcOrd="3" destOrd="0" parTransId="{258247BB-E99C-4C40-A6F3-2BCFF7F3F021}" sibTransId="{A1728D92-C6B8-42BE-B7DA-7498106C25C1}"/>
    <dgm:cxn modelId="{CD2010FC-CBD9-4366-BBB7-A2370EB4C245}" srcId="{A992AD57-2B29-405E-A673-4C8FE2DCB2F0}" destId="{0F52510D-04B1-43CC-97FD-7BBD63C4D854}" srcOrd="2" destOrd="0" parTransId="{7A0826B7-80B0-4499-9F07-B0CEFEBCCB15}" sibTransId="{000FE71D-E956-498B-A2D5-3FE5EE89E851}"/>
    <dgm:cxn modelId="{44EB4AFF-CFAA-4C07-A2E3-FCFCFC4805D0}" type="presOf" srcId="{B27230E2-A17D-4220-80FE-46D64297B343}" destId="{BCD86AF2-2522-4648-B7B2-23EC01768288}" srcOrd="0" destOrd="1" presId="urn:microsoft.com/office/officeart/2005/8/layout/process1"/>
    <dgm:cxn modelId="{A3EEBC4C-D696-420C-9548-292C5BAFC381}" type="presParOf" srcId="{33C77B4B-AC4C-4101-BE80-BB3417553860}" destId="{69C0042D-507E-4F9E-94A8-E94955ADB76F}" srcOrd="0" destOrd="0" presId="urn:microsoft.com/office/officeart/2005/8/layout/process1"/>
    <dgm:cxn modelId="{74064A54-7EF8-41C7-AE1A-BB20A8BAC8C0}" type="presParOf" srcId="{33C77B4B-AC4C-4101-BE80-BB3417553860}" destId="{C995A894-0AFA-453F-8460-3BDDD034C9F0}" srcOrd="1" destOrd="0" presId="urn:microsoft.com/office/officeart/2005/8/layout/process1"/>
    <dgm:cxn modelId="{42219523-EF2A-4B71-AADE-F502E30D150F}" type="presParOf" srcId="{C995A894-0AFA-453F-8460-3BDDD034C9F0}" destId="{8C1AB374-B3F6-4375-BF8E-0EF0B9A03D5F}" srcOrd="0" destOrd="0" presId="urn:microsoft.com/office/officeart/2005/8/layout/process1"/>
    <dgm:cxn modelId="{2E862AAC-1707-4857-9DE2-CB1A6192A062}" type="presParOf" srcId="{33C77B4B-AC4C-4101-BE80-BB3417553860}" destId="{94DB21CA-9344-453D-8C21-40F12F0D3889}" srcOrd="2" destOrd="0" presId="urn:microsoft.com/office/officeart/2005/8/layout/process1"/>
    <dgm:cxn modelId="{E56D702D-0BD3-45F5-9E8A-6285E21BF72E}" type="presParOf" srcId="{33C77B4B-AC4C-4101-BE80-BB3417553860}" destId="{60985EB9-42F5-4968-91E1-F1C3464F83DB}" srcOrd="3" destOrd="0" presId="urn:microsoft.com/office/officeart/2005/8/layout/process1"/>
    <dgm:cxn modelId="{89C02620-D853-4447-8CB1-200CE276630A}" type="presParOf" srcId="{60985EB9-42F5-4968-91E1-F1C3464F83DB}" destId="{EAD196ED-2637-4521-AC20-12D40696FBB7}" srcOrd="0" destOrd="0" presId="urn:microsoft.com/office/officeart/2005/8/layout/process1"/>
    <dgm:cxn modelId="{41356EBF-EA7A-4518-B314-C85465DD60D5}" type="presParOf" srcId="{33C77B4B-AC4C-4101-BE80-BB3417553860}" destId="{BCD86AF2-2522-4648-B7B2-23EC01768288}" srcOrd="4" destOrd="0" presId="urn:microsoft.com/office/officeart/2005/8/layout/process1"/>
    <dgm:cxn modelId="{FBE42AA9-721C-4844-B0F1-CCA2BAD003BC}" type="presParOf" srcId="{33C77B4B-AC4C-4101-BE80-BB3417553860}" destId="{42963792-B266-4648-A606-495C07C981FB}" srcOrd="5" destOrd="0" presId="urn:microsoft.com/office/officeart/2005/8/layout/process1"/>
    <dgm:cxn modelId="{33FB0A03-6E92-4F9C-8F36-2CA9B558087D}" type="presParOf" srcId="{42963792-B266-4648-A606-495C07C981FB}" destId="{C7FE0866-5A38-4AB6-9BDD-3EA0723D1400}" srcOrd="0" destOrd="0" presId="urn:microsoft.com/office/officeart/2005/8/layout/process1"/>
    <dgm:cxn modelId="{95CA412C-C13C-4F33-B878-9724F580FF8B}" type="presParOf" srcId="{33C77B4B-AC4C-4101-BE80-BB3417553860}" destId="{0941CEB6-4744-4A4C-B3F9-AE9B3291FC66}" srcOrd="6" destOrd="0" presId="urn:microsoft.com/office/officeart/2005/8/layout/process1"/>
    <dgm:cxn modelId="{1D45963A-9C3B-4EE7-8BAA-42AA1C291C18}" type="presParOf" srcId="{33C77B4B-AC4C-4101-BE80-BB3417553860}" destId="{2297CA2F-E4E3-4CAA-9DAC-31EBDE18A66E}" srcOrd="7" destOrd="0" presId="urn:microsoft.com/office/officeart/2005/8/layout/process1"/>
    <dgm:cxn modelId="{B786256B-F892-41CF-BC10-7B27DA60562C}" type="presParOf" srcId="{2297CA2F-E4E3-4CAA-9DAC-31EBDE18A66E}" destId="{54FB4166-E42F-4144-9064-5D0A6108B512}" srcOrd="0" destOrd="0" presId="urn:microsoft.com/office/officeart/2005/8/layout/process1"/>
    <dgm:cxn modelId="{046152D9-7E35-49B9-B8FD-DC77E07E82E9}" type="presParOf" srcId="{33C77B4B-AC4C-4101-BE80-BB3417553860}" destId="{7807F26B-8DA3-4C05-AC81-9B09DFFBB862}" srcOrd="8"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3F7B911-0DB8-46F7-A6CB-A937DE7F5972}" type="doc">
      <dgm:prSet loTypeId="urn:microsoft.com/office/officeart/2005/8/layout/process1" loCatId="process" qsTypeId="urn:microsoft.com/office/officeart/2005/8/quickstyle/simple5" qsCatId="simple" csTypeId="urn:microsoft.com/office/officeart/2005/8/colors/accent1_2" csCatId="accent1" phldr="1"/>
      <dgm:spPr/>
      <dgm:t>
        <a:bodyPr/>
        <a:lstStyle/>
        <a:p>
          <a:endParaRPr lang="en-US"/>
        </a:p>
      </dgm:t>
    </dgm:pt>
    <dgm:pt modelId="{43DA3B73-85CC-44C7-99AF-E8675AAB11F1}">
      <dgm:prSet phldrT="[Text]">
        <dgm:style>
          <a:lnRef idx="2">
            <a:schemeClr val="dk1"/>
          </a:lnRef>
          <a:fillRef idx="1">
            <a:schemeClr val="lt1"/>
          </a:fillRef>
          <a:effectRef idx="0">
            <a:schemeClr val="dk1"/>
          </a:effectRef>
          <a:fontRef idx="minor">
            <a:schemeClr val="dk1"/>
          </a:fontRef>
        </dgm:style>
      </dgm:prSet>
      <dgm:spPr/>
      <dgm:t>
        <a:bodyPr/>
        <a:lstStyle/>
        <a:p>
          <a:r>
            <a:rPr lang="en-US" b="1" dirty="0"/>
            <a:t>Requirement Gathering</a:t>
          </a:r>
        </a:p>
      </dgm:t>
    </dgm:pt>
    <dgm:pt modelId="{9F019D3D-4D19-4593-B070-40268D2F2EB5}" type="parTrans" cxnId="{131F2674-DD6F-469D-917E-E2EE098B29BC}">
      <dgm:prSet/>
      <dgm:spPr/>
      <dgm:t>
        <a:bodyPr/>
        <a:lstStyle/>
        <a:p>
          <a:endParaRPr lang="en-US"/>
        </a:p>
      </dgm:t>
    </dgm:pt>
    <dgm:pt modelId="{A3169168-C8F4-4A32-9005-27C2332994A7}" type="sibTrans" cxnId="{131F2674-DD6F-469D-917E-E2EE098B29BC}">
      <dgm:prSet/>
      <dgm:spPr/>
      <dgm:t>
        <a:bodyPr/>
        <a:lstStyle/>
        <a:p>
          <a:endParaRPr lang="en-US"/>
        </a:p>
      </dgm:t>
    </dgm:pt>
    <dgm:pt modelId="{360C9A48-81FE-4D65-9516-B232CA206B0B}">
      <dgm:prSet>
        <dgm:style>
          <a:lnRef idx="2">
            <a:schemeClr val="dk1"/>
          </a:lnRef>
          <a:fillRef idx="1">
            <a:schemeClr val="lt1"/>
          </a:fillRef>
          <a:effectRef idx="0">
            <a:schemeClr val="dk1"/>
          </a:effectRef>
          <a:fontRef idx="minor">
            <a:schemeClr val="dk1"/>
          </a:fontRef>
        </dgm:style>
      </dgm:prSet>
      <dgm:spPr/>
      <dgm:t>
        <a:bodyPr/>
        <a:lstStyle/>
        <a:p>
          <a:r>
            <a:rPr lang="en-US" b="1" dirty="0"/>
            <a:t>Logical Design</a:t>
          </a:r>
        </a:p>
      </dgm:t>
    </dgm:pt>
    <dgm:pt modelId="{0B625C4F-CCA9-4175-983E-88805D77AAC5}" type="parTrans" cxnId="{78861782-068A-488A-B1C5-09CC575B5D80}">
      <dgm:prSet/>
      <dgm:spPr/>
      <dgm:t>
        <a:bodyPr/>
        <a:lstStyle/>
        <a:p>
          <a:endParaRPr lang="en-US"/>
        </a:p>
      </dgm:t>
    </dgm:pt>
    <dgm:pt modelId="{E97D0C73-F383-4117-A7E5-7A3FF09471D3}" type="sibTrans" cxnId="{78861782-068A-488A-B1C5-09CC575B5D80}">
      <dgm:prSet/>
      <dgm:spPr/>
      <dgm:t>
        <a:bodyPr/>
        <a:lstStyle/>
        <a:p>
          <a:endParaRPr lang="en-US"/>
        </a:p>
      </dgm:t>
    </dgm:pt>
    <dgm:pt modelId="{A38E3FB1-74C2-416C-962C-208A8CC26451}">
      <dgm:prSet>
        <dgm:style>
          <a:lnRef idx="2">
            <a:schemeClr val="accent5"/>
          </a:lnRef>
          <a:fillRef idx="1">
            <a:schemeClr val="lt1"/>
          </a:fillRef>
          <a:effectRef idx="0">
            <a:schemeClr val="accent5"/>
          </a:effectRef>
          <a:fontRef idx="minor">
            <a:schemeClr val="dk1"/>
          </a:fontRef>
        </dgm:style>
      </dgm:prSet>
      <dgm:spPr/>
      <dgm:t>
        <a:bodyPr/>
        <a:lstStyle/>
        <a:p>
          <a:r>
            <a:rPr lang="en-US" b="1"/>
            <a:t>Physical Design</a:t>
          </a:r>
        </a:p>
      </dgm:t>
    </dgm:pt>
    <dgm:pt modelId="{9E752F19-DAF8-4077-BC1B-196EAE64B4D1}" type="parTrans" cxnId="{A3436A63-0B7B-4E1F-9868-5311457F2073}">
      <dgm:prSet/>
      <dgm:spPr/>
      <dgm:t>
        <a:bodyPr/>
        <a:lstStyle/>
        <a:p>
          <a:endParaRPr lang="en-US"/>
        </a:p>
      </dgm:t>
    </dgm:pt>
    <dgm:pt modelId="{BCA34D4F-D34A-4E7F-8060-EE5CDCEDEBC9}" type="sibTrans" cxnId="{A3436A63-0B7B-4E1F-9868-5311457F2073}">
      <dgm:prSet/>
      <dgm:spPr/>
      <dgm:t>
        <a:bodyPr/>
        <a:lstStyle/>
        <a:p>
          <a:endParaRPr lang="en-US"/>
        </a:p>
      </dgm:t>
    </dgm:pt>
    <dgm:pt modelId="{2063F73A-6D48-4171-9BCC-3A5159FCFBE3}">
      <dgm:prSet>
        <dgm:style>
          <a:lnRef idx="2">
            <a:schemeClr val="accent5"/>
          </a:lnRef>
          <a:fillRef idx="1">
            <a:schemeClr val="lt1"/>
          </a:fillRef>
          <a:effectRef idx="0">
            <a:schemeClr val="accent5"/>
          </a:effectRef>
          <a:fontRef idx="minor">
            <a:schemeClr val="dk1"/>
          </a:fontRef>
        </dgm:style>
      </dgm:prSet>
      <dgm:spPr/>
      <dgm:t>
        <a:bodyPr/>
        <a:lstStyle/>
        <a:p>
          <a:r>
            <a:rPr lang="en-US" b="1"/>
            <a:t>Installation and Maintenance</a:t>
          </a:r>
        </a:p>
      </dgm:t>
    </dgm:pt>
    <dgm:pt modelId="{25077567-7832-4BBF-8124-97EF66740E53}" type="parTrans" cxnId="{4AD42824-2F58-47D8-B6AC-498408ADB519}">
      <dgm:prSet/>
      <dgm:spPr/>
      <dgm:t>
        <a:bodyPr/>
        <a:lstStyle/>
        <a:p>
          <a:endParaRPr lang="en-US"/>
        </a:p>
      </dgm:t>
    </dgm:pt>
    <dgm:pt modelId="{DE743DFC-3175-4315-B0E1-7CE8009342DB}" type="sibTrans" cxnId="{4AD42824-2F58-47D8-B6AC-498408ADB519}">
      <dgm:prSet/>
      <dgm:spPr/>
      <dgm:t>
        <a:bodyPr/>
        <a:lstStyle/>
        <a:p>
          <a:endParaRPr lang="en-US"/>
        </a:p>
      </dgm:t>
    </dgm:pt>
    <dgm:pt modelId="{ADFB60DE-7B6B-42C9-98FD-F94B3F204B4D}">
      <dgm:prSet custT="1">
        <dgm:style>
          <a:lnRef idx="2">
            <a:schemeClr val="accent1">
              <a:shade val="50000"/>
            </a:schemeClr>
          </a:lnRef>
          <a:fillRef idx="1">
            <a:schemeClr val="accent1"/>
          </a:fillRef>
          <a:effectRef idx="0">
            <a:schemeClr val="accent1"/>
          </a:effectRef>
          <a:fontRef idx="minor">
            <a:schemeClr val="lt1"/>
          </a:fontRef>
        </dgm:style>
      </dgm:prSet>
      <dgm:spPr>
        <a:gradFill rotWithShape="0">
          <a:gsLst>
            <a:gs pos="0">
              <a:srgbClr val="A53F52">
                <a:hueOff val="0"/>
                <a:satOff val="0"/>
                <a:lumOff val="0"/>
                <a:alphaOff val="0"/>
                <a:satMod val="103000"/>
                <a:lumMod val="102000"/>
                <a:tint val="94000"/>
              </a:srgbClr>
            </a:gs>
            <a:gs pos="50000">
              <a:srgbClr val="A53F52">
                <a:hueOff val="0"/>
                <a:satOff val="0"/>
                <a:lumOff val="0"/>
                <a:alphaOff val="0"/>
                <a:satMod val="110000"/>
                <a:lumMod val="100000"/>
                <a:shade val="100000"/>
              </a:srgbClr>
            </a:gs>
            <a:gs pos="100000">
              <a:srgbClr val="A53F52">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t>
        <a:bodyPr spcFirstLastPara="0" vert="horz" wrap="square" lIns="60960" tIns="60960" rIns="60960" bIns="60960" numCol="1" spcCol="1270" anchor="t" anchorCtr="0"/>
        <a:lstStyle/>
        <a:p>
          <a:r>
            <a:rPr lang="en-US" sz="1600" b="1" kern="1200" dirty="0">
              <a:solidFill>
                <a:prstClr val="white"/>
              </a:solidFill>
              <a:latin typeface="Calibri" panose="020F0502020204030204"/>
              <a:ea typeface="+mn-ea"/>
              <a:cs typeface="+mn-cs"/>
            </a:rPr>
            <a:t>Analysis</a:t>
          </a:r>
        </a:p>
      </dgm:t>
    </dgm:pt>
    <dgm:pt modelId="{A97DF006-03C2-4032-A233-78BD76A63D3D}" type="sibTrans" cxnId="{150939AA-2A95-4B47-BDB9-FCBABC3FCAF5}">
      <dgm:prSet/>
      <dgm:spPr/>
      <dgm:t>
        <a:bodyPr/>
        <a:lstStyle/>
        <a:p>
          <a:endParaRPr lang="en-US"/>
        </a:p>
      </dgm:t>
    </dgm:pt>
    <dgm:pt modelId="{A671AC3F-4FF4-419F-B14B-178228C3B3F5}" type="parTrans" cxnId="{150939AA-2A95-4B47-BDB9-FCBABC3FCAF5}">
      <dgm:prSet/>
      <dgm:spPr/>
      <dgm:t>
        <a:bodyPr/>
        <a:lstStyle/>
        <a:p>
          <a:endParaRPr lang="en-US"/>
        </a:p>
      </dgm:t>
    </dgm:pt>
    <dgm:pt modelId="{A992AD57-2B29-405E-A673-4C8FE2DCB2F0}">
      <dgm:prSet>
        <dgm:style>
          <a:lnRef idx="2">
            <a:schemeClr val="dk1"/>
          </a:lnRef>
          <a:fillRef idx="1">
            <a:schemeClr val="lt1"/>
          </a:fillRef>
          <a:effectRef idx="0">
            <a:schemeClr val="dk1"/>
          </a:effectRef>
          <a:fontRef idx="minor">
            <a:schemeClr val="dk1"/>
          </a:fontRef>
        </dgm:style>
      </dgm:prSet>
      <dgm:spPr/>
      <dgm:t>
        <a:bodyPr/>
        <a:lstStyle/>
        <a:p>
          <a:r>
            <a:rPr lang="en-US"/>
            <a:t>Determine needs of: </a:t>
          </a:r>
        </a:p>
      </dgm:t>
    </dgm:pt>
    <dgm:pt modelId="{A107BC28-DE52-4594-8495-7F55B444C020}" type="parTrans" cxnId="{9D26AD6A-9892-4AC4-A58F-4C551EC94151}">
      <dgm:prSet/>
      <dgm:spPr/>
      <dgm:t>
        <a:bodyPr/>
        <a:lstStyle/>
        <a:p>
          <a:endParaRPr lang="en-US"/>
        </a:p>
      </dgm:t>
    </dgm:pt>
    <dgm:pt modelId="{E8BD408A-94EB-4640-B731-4BB67C578ABF}" type="sibTrans" cxnId="{9D26AD6A-9892-4AC4-A58F-4C551EC94151}">
      <dgm:prSet/>
      <dgm:spPr/>
      <dgm:t>
        <a:bodyPr/>
        <a:lstStyle/>
        <a:p>
          <a:endParaRPr lang="en-US"/>
        </a:p>
      </dgm:t>
    </dgm:pt>
    <dgm:pt modelId="{4ED935BC-B6F4-4023-8157-90A00E4288D9}">
      <dgm:prSet>
        <dgm:style>
          <a:lnRef idx="2">
            <a:schemeClr val="dk1"/>
          </a:lnRef>
          <a:fillRef idx="1">
            <a:schemeClr val="lt1"/>
          </a:fillRef>
          <a:effectRef idx="0">
            <a:schemeClr val="dk1"/>
          </a:effectRef>
          <a:fontRef idx="minor">
            <a:schemeClr val="dk1"/>
          </a:fontRef>
        </dgm:style>
      </dgm:prSet>
      <dgm:spPr/>
      <dgm:t>
        <a:bodyPr/>
        <a:lstStyle/>
        <a:p>
          <a:r>
            <a:rPr lang="en-US"/>
            <a:t>Business</a:t>
          </a:r>
        </a:p>
      </dgm:t>
    </dgm:pt>
    <dgm:pt modelId="{770B9806-9CD8-4654-A8B8-3D70D0747D19}" type="parTrans" cxnId="{7A7BB4F0-1C5C-48CB-8901-89C2F8777FD9}">
      <dgm:prSet/>
      <dgm:spPr/>
      <dgm:t>
        <a:bodyPr/>
        <a:lstStyle/>
        <a:p>
          <a:endParaRPr lang="en-US"/>
        </a:p>
      </dgm:t>
    </dgm:pt>
    <dgm:pt modelId="{615EA72B-289C-47B9-87A6-D11B04775F76}" type="sibTrans" cxnId="{7A7BB4F0-1C5C-48CB-8901-89C2F8777FD9}">
      <dgm:prSet/>
      <dgm:spPr/>
      <dgm:t>
        <a:bodyPr/>
        <a:lstStyle/>
        <a:p>
          <a:endParaRPr lang="en-US"/>
        </a:p>
      </dgm:t>
    </dgm:pt>
    <dgm:pt modelId="{C9BC02D3-DAF3-483D-B2B5-6A810A3E5D23}">
      <dgm:prSet>
        <dgm:style>
          <a:lnRef idx="2">
            <a:schemeClr val="dk1"/>
          </a:lnRef>
          <a:fillRef idx="1">
            <a:schemeClr val="lt1"/>
          </a:fillRef>
          <a:effectRef idx="0">
            <a:schemeClr val="dk1"/>
          </a:effectRef>
          <a:fontRef idx="minor">
            <a:schemeClr val="dk1"/>
          </a:fontRef>
        </dgm:style>
      </dgm:prSet>
      <dgm:spPr/>
      <dgm:t>
        <a:bodyPr/>
        <a:lstStyle/>
        <a:p>
          <a:r>
            <a:rPr lang="en-US"/>
            <a:t>Users</a:t>
          </a:r>
        </a:p>
      </dgm:t>
    </dgm:pt>
    <dgm:pt modelId="{0D7DD7AB-4B3F-4B26-9699-8D069D27EBFE}" type="parTrans" cxnId="{78A882AF-41EB-40C3-8636-7416EA57980A}">
      <dgm:prSet/>
      <dgm:spPr/>
      <dgm:t>
        <a:bodyPr/>
        <a:lstStyle/>
        <a:p>
          <a:endParaRPr lang="en-US"/>
        </a:p>
      </dgm:t>
    </dgm:pt>
    <dgm:pt modelId="{14A04E87-4E78-4857-8660-A2A290C3C448}" type="sibTrans" cxnId="{78A882AF-41EB-40C3-8636-7416EA57980A}">
      <dgm:prSet/>
      <dgm:spPr/>
      <dgm:t>
        <a:bodyPr/>
        <a:lstStyle/>
        <a:p>
          <a:endParaRPr lang="en-US"/>
        </a:p>
      </dgm:t>
    </dgm:pt>
    <dgm:pt modelId="{0F52510D-04B1-43CC-97FD-7BBD63C4D854}">
      <dgm:prSet>
        <dgm:style>
          <a:lnRef idx="2">
            <a:schemeClr val="dk1"/>
          </a:lnRef>
          <a:fillRef idx="1">
            <a:schemeClr val="lt1"/>
          </a:fillRef>
          <a:effectRef idx="0">
            <a:schemeClr val="dk1"/>
          </a:effectRef>
          <a:fontRef idx="minor">
            <a:schemeClr val="dk1"/>
          </a:fontRef>
        </dgm:style>
      </dgm:prSet>
      <dgm:spPr/>
      <dgm:t>
        <a:bodyPr/>
        <a:lstStyle/>
        <a:p>
          <a:r>
            <a:rPr lang="en-US"/>
            <a:t>Applications</a:t>
          </a:r>
        </a:p>
      </dgm:t>
    </dgm:pt>
    <dgm:pt modelId="{7A0826B7-80B0-4499-9F07-B0CEFEBCCB15}" type="parTrans" cxnId="{CD2010FC-CBD9-4366-BBB7-A2370EB4C245}">
      <dgm:prSet/>
      <dgm:spPr/>
      <dgm:t>
        <a:bodyPr/>
        <a:lstStyle/>
        <a:p>
          <a:endParaRPr lang="en-US"/>
        </a:p>
      </dgm:t>
    </dgm:pt>
    <dgm:pt modelId="{000FE71D-E956-498B-A2D5-3FE5EE89E851}" type="sibTrans" cxnId="{CD2010FC-CBD9-4366-BBB7-A2370EB4C245}">
      <dgm:prSet/>
      <dgm:spPr/>
      <dgm:t>
        <a:bodyPr/>
        <a:lstStyle/>
        <a:p>
          <a:endParaRPr lang="en-US"/>
        </a:p>
      </dgm:t>
    </dgm:pt>
    <dgm:pt modelId="{5B1735AB-8363-41EB-A9A6-B25D2636DC13}">
      <dgm:prSet>
        <dgm:style>
          <a:lnRef idx="2">
            <a:schemeClr val="dk1"/>
          </a:lnRef>
          <a:fillRef idx="1">
            <a:schemeClr val="lt1"/>
          </a:fillRef>
          <a:effectRef idx="0">
            <a:schemeClr val="dk1"/>
          </a:effectRef>
          <a:fontRef idx="minor">
            <a:schemeClr val="dk1"/>
          </a:fontRef>
        </dgm:style>
      </dgm:prSet>
      <dgm:spPr/>
      <dgm:t>
        <a:bodyPr/>
        <a:lstStyle/>
        <a:p>
          <a:r>
            <a:rPr lang="en-US"/>
            <a:t>Network</a:t>
          </a:r>
        </a:p>
      </dgm:t>
    </dgm:pt>
    <dgm:pt modelId="{258247BB-E99C-4C40-A6F3-2BCFF7F3F021}" type="parTrans" cxnId="{66DE21FB-DA00-48E7-8841-EB738D68F62C}">
      <dgm:prSet/>
      <dgm:spPr/>
      <dgm:t>
        <a:bodyPr/>
        <a:lstStyle/>
        <a:p>
          <a:endParaRPr lang="en-US"/>
        </a:p>
      </dgm:t>
    </dgm:pt>
    <dgm:pt modelId="{A1728D92-C6B8-42BE-B7DA-7498106C25C1}" type="sibTrans" cxnId="{66DE21FB-DA00-48E7-8841-EB738D68F62C}">
      <dgm:prSet/>
      <dgm:spPr/>
      <dgm:t>
        <a:bodyPr/>
        <a:lstStyle/>
        <a:p>
          <a:endParaRPr lang="en-US"/>
        </a:p>
      </dgm:t>
    </dgm:pt>
    <dgm:pt modelId="{801389A1-08AD-4217-99F1-17D044229FA0}">
      <dgm:prSet>
        <dgm:style>
          <a:lnRef idx="2">
            <a:schemeClr val="accent1">
              <a:shade val="50000"/>
            </a:schemeClr>
          </a:lnRef>
          <a:fillRef idx="1">
            <a:schemeClr val="accent1"/>
          </a:fillRef>
          <a:effectRef idx="0">
            <a:schemeClr val="accent1"/>
          </a:effectRef>
          <a:fontRef idx="minor">
            <a:schemeClr val="lt1"/>
          </a:fontRef>
        </dgm:style>
      </dgm:prSet>
      <dgm:spPr>
        <a:gradFill rotWithShape="0">
          <a:gsLst>
            <a:gs pos="0">
              <a:srgbClr val="A53F52">
                <a:hueOff val="0"/>
                <a:satOff val="0"/>
                <a:lumOff val="0"/>
                <a:alphaOff val="0"/>
                <a:satMod val="103000"/>
                <a:lumMod val="102000"/>
                <a:tint val="94000"/>
              </a:srgbClr>
            </a:gs>
            <a:gs pos="50000">
              <a:srgbClr val="A53F52">
                <a:hueOff val="0"/>
                <a:satOff val="0"/>
                <a:lumOff val="0"/>
                <a:alphaOff val="0"/>
                <a:satMod val="110000"/>
                <a:lumMod val="100000"/>
                <a:shade val="100000"/>
              </a:srgbClr>
            </a:gs>
            <a:gs pos="100000">
              <a:srgbClr val="A53F52">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t>
        <a:bodyPr spcFirstLastPara="0" vert="horz" wrap="square" lIns="60960" tIns="60960" rIns="60960" bIns="60960" numCol="1" spcCol="1270" anchor="t" anchorCtr="0"/>
        <a:lstStyle/>
        <a:p>
          <a:r>
            <a:rPr lang="en-US" sz="1200" kern="1200" dirty="0"/>
            <a:t>Estimate and measure traffic and device utilization</a:t>
          </a:r>
        </a:p>
      </dgm:t>
    </dgm:pt>
    <dgm:pt modelId="{BC314620-F755-43B8-B2B8-D38FEAD5BE47}" type="parTrans" cxnId="{17E4239A-DE32-4B78-BE06-CFE7B8B50D59}">
      <dgm:prSet/>
      <dgm:spPr/>
      <dgm:t>
        <a:bodyPr/>
        <a:lstStyle/>
        <a:p>
          <a:endParaRPr lang="en-US"/>
        </a:p>
      </dgm:t>
    </dgm:pt>
    <dgm:pt modelId="{9C7BD2E7-B2D7-4F25-A967-AB9E699AD0E3}" type="sibTrans" cxnId="{17E4239A-DE32-4B78-BE06-CFE7B8B50D59}">
      <dgm:prSet/>
      <dgm:spPr/>
      <dgm:t>
        <a:bodyPr/>
        <a:lstStyle/>
        <a:p>
          <a:endParaRPr lang="en-US"/>
        </a:p>
      </dgm:t>
    </dgm:pt>
    <dgm:pt modelId="{B27230E2-A17D-4220-80FE-46D64297B343}">
      <dgm:prSet>
        <dgm:style>
          <a:lnRef idx="2">
            <a:schemeClr val="dk1"/>
          </a:lnRef>
          <a:fillRef idx="1">
            <a:schemeClr val="lt1"/>
          </a:fillRef>
          <a:effectRef idx="0">
            <a:schemeClr val="dk1"/>
          </a:effectRef>
          <a:fontRef idx="minor">
            <a:schemeClr val="dk1"/>
          </a:fontRef>
        </dgm:style>
      </dgm:prSet>
      <dgm:spPr/>
      <dgm:t>
        <a:bodyPr/>
        <a:lstStyle/>
        <a:p>
          <a:r>
            <a:rPr lang="en-US" dirty="0"/>
            <a:t>Choose technologies that meet the requirements</a:t>
          </a:r>
        </a:p>
      </dgm:t>
    </dgm:pt>
    <dgm:pt modelId="{D985146F-41BC-41F7-BD5A-34637F24A6B1}" type="parTrans" cxnId="{E1DB8706-943A-41DE-857B-FD1004514511}">
      <dgm:prSet/>
      <dgm:spPr/>
      <dgm:t>
        <a:bodyPr/>
        <a:lstStyle/>
        <a:p>
          <a:endParaRPr lang="en-US"/>
        </a:p>
      </dgm:t>
    </dgm:pt>
    <dgm:pt modelId="{1D9A2E75-6B4A-4BA3-BDC6-C1C8E25DEF5F}" type="sibTrans" cxnId="{E1DB8706-943A-41DE-857B-FD1004514511}">
      <dgm:prSet/>
      <dgm:spPr/>
      <dgm:t>
        <a:bodyPr/>
        <a:lstStyle/>
        <a:p>
          <a:endParaRPr lang="en-US"/>
        </a:p>
      </dgm:t>
    </dgm:pt>
    <dgm:pt modelId="{FF9F707B-CECE-4E78-99EB-914DC0A31ECF}">
      <dgm:prSet>
        <dgm:style>
          <a:lnRef idx="2">
            <a:schemeClr val="accent5"/>
          </a:lnRef>
          <a:fillRef idx="1">
            <a:schemeClr val="lt1"/>
          </a:fillRef>
          <a:effectRef idx="0">
            <a:schemeClr val="accent5"/>
          </a:effectRef>
          <a:fontRef idx="minor">
            <a:schemeClr val="dk1"/>
          </a:fontRef>
        </dgm:style>
      </dgm:prSet>
      <dgm:spPr/>
      <dgm:t>
        <a:bodyPr/>
        <a:lstStyle/>
        <a:p>
          <a:r>
            <a:rPr lang="en-US"/>
            <a:t>Apply the Logical Design to the physical space</a:t>
          </a:r>
        </a:p>
      </dgm:t>
    </dgm:pt>
    <dgm:pt modelId="{FB17E8DF-B400-423B-9CB4-4C38E1A393D0}" type="parTrans" cxnId="{FEEA18CF-B05D-4F84-9B2B-A59126D73B0B}">
      <dgm:prSet/>
      <dgm:spPr/>
      <dgm:t>
        <a:bodyPr/>
        <a:lstStyle/>
        <a:p>
          <a:endParaRPr lang="en-US"/>
        </a:p>
      </dgm:t>
    </dgm:pt>
    <dgm:pt modelId="{1B2FE90C-EAEA-4A43-A64F-69ABBDDABCEB}" type="sibTrans" cxnId="{FEEA18CF-B05D-4F84-9B2B-A59126D73B0B}">
      <dgm:prSet/>
      <dgm:spPr/>
      <dgm:t>
        <a:bodyPr/>
        <a:lstStyle/>
        <a:p>
          <a:endParaRPr lang="en-US"/>
        </a:p>
      </dgm:t>
    </dgm:pt>
    <dgm:pt modelId="{66FFFF39-03D1-479F-A004-0C1A91BCD012}">
      <dgm:prSet>
        <dgm:style>
          <a:lnRef idx="2">
            <a:schemeClr val="accent5"/>
          </a:lnRef>
          <a:fillRef idx="1">
            <a:schemeClr val="lt1"/>
          </a:fillRef>
          <a:effectRef idx="0">
            <a:schemeClr val="accent5"/>
          </a:effectRef>
          <a:fontRef idx="minor">
            <a:schemeClr val="dk1"/>
          </a:fontRef>
        </dgm:style>
      </dgm:prSet>
      <dgm:spPr/>
      <dgm:t>
        <a:bodyPr/>
        <a:lstStyle/>
        <a:p>
          <a:r>
            <a:rPr lang="en-US"/>
            <a:t>Implement the Physical Design</a:t>
          </a:r>
        </a:p>
      </dgm:t>
    </dgm:pt>
    <dgm:pt modelId="{4A5EDA08-68C0-4719-B835-6AECC589A5D1}" type="parTrans" cxnId="{CCB86B93-3845-428F-8411-A023AC4BDDEB}">
      <dgm:prSet/>
      <dgm:spPr/>
      <dgm:t>
        <a:bodyPr/>
        <a:lstStyle/>
        <a:p>
          <a:endParaRPr lang="en-US"/>
        </a:p>
      </dgm:t>
    </dgm:pt>
    <dgm:pt modelId="{775A41F0-E2CD-483C-948E-4C4DCDBE23C6}" type="sibTrans" cxnId="{CCB86B93-3845-428F-8411-A023AC4BDDEB}">
      <dgm:prSet/>
      <dgm:spPr/>
      <dgm:t>
        <a:bodyPr/>
        <a:lstStyle/>
        <a:p>
          <a:endParaRPr lang="en-US"/>
        </a:p>
      </dgm:t>
    </dgm:pt>
    <dgm:pt modelId="{33C77B4B-AC4C-4101-BE80-BB3417553860}" type="pres">
      <dgm:prSet presAssocID="{E3F7B911-0DB8-46F7-A6CB-A937DE7F5972}" presName="Name0" presStyleCnt="0">
        <dgm:presLayoutVars>
          <dgm:dir/>
          <dgm:resizeHandles val="exact"/>
        </dgm:presLayoutVars>
      </dgm:prSet>
      <dgm:spPr/>
    </dgm:pt>
    <dgm:pt modelId="{69C0042D-507E-4F9E-94A8-E94955ADB76F}" type="pres">
      <dgm:prSet presAssocID="{43DA3B73-85CC-44C7-99AF-E8675AAB11F1}" presName="node" presStyleLbl="node1" presStyleIdx="0" presStyleCnt="5">
        <dgm:presLayoutVars>
          <dgm:bulletEnabled val="1"/>
        </dgm:presLayoutVars>
      </dgm:prSet>
      <dgm:spPr/>
    </dgm:pt>
    <dgm:pt modelId="{C995A894-0AFA-453F-8460-3BDDD034C9F0}" type="pres">
      <dgm:prSet presAssocID="{A3169168-C8F4-4A32-9005-27C2332994A7}" presName="sibTrans" presStyleLbl="sibTrans2D1" presStyleIdx="0" presStyleCnt="4"/>
      <dgm:spPr/>
    </dgm:pt>
    <dgm:pt modelId="{8C1AB374-B3F6-4375-BF8E-0EF0B9A03D5F}" type="pres">
      <dgm:prSet presAssocID="{A3169168-C8F4-4A32-9005-27C2332994A7}" presName="connectorText" presStyleLbl="sibTrans2D1" presStyleIdx="0" presStyleCnt="4"/>
      <dgm:spPr/>
    </dgm:pt>
    <dgm:pt modelId="{94DB21CA-9344-453D-8C21-40F12F0D3889}" type="pres">
      <dgm:prSet presAssocID="{ADFB60DE-7B6B-42C9-98FD-F94B3F204B4D}" presName="node" presStyleLbl="node1" presStyleIdx="1" presStyleCnt="5">
        <dgm:presLayoutVars>
          <dgm:bulletEnabled val="1"/>
        </dgm:presLayoutVars>
      </dgm:prSet>
      <dgm:spPr>
        <a:xfrm>
          <a:off x="2176890" y="16404"/>
          <a:ext cx="1551347" cy="1890704"/>
        </a:xfrm>
        <a:prstGeom prst="roundRect">
          <a:avLst>
            <a:gd name="adj" fmla="val 10000"/>
          </a:avLst>
        </a:prstGeom>
      </dgm:spPr>
    </dgm:pt>
    <dgm:pt modelId="{60985EB9-42F5-4968-91E1-F1C3464F83DB}" type="pres">
      <dgm:prSet presAssocID="{A97DF006-03C2-4032-A233-78BD76A63D3D}" presName="sibTrans" presStyleLbl="sibTrans2D1" presStyleIdx="1" presStyleCnt="4"/>
      <dgm:spPr/>
    </dgm:pt>
    <dgm:pt modelId="{EAD196ED-2637-4521-AC20-12D40696FBB7}" type="pres">
      <dgm:prSet presAssocID="{A97DF006-03C2-4032-A233-78BD76A63D3D}" presName="connectorText" presStyleLbl="sibTrans2D1" presStyleIdx="1" presStyleCnt="4"/>
      <dgm:spPr/>
    </dgm:pt>
    <dgm:pt modelId="{BCD86AF2-2522-4648-B7B2-23EC01768288}" type="pres">
      <dgm:prSet presAssocID="{360C9A48-81FE-4D65-9516-B232CA206B0B}" presName="node" presStyleLbl="node1" presStyleIdx="2" presStyleCnt="5">
        <dgm:presLayoutVars>
          <dgm:bulletEnabled val="1"/>
        </dgm:presLayoutVars>
      </dgm:prSet>
      <dgm:spPr/>
    </dgm:pt>
    <dgm:pt modelId="{42963792-B266-4648-A606-495C07C981FB}" type="pres">
      <dgm:prSet presAssocID="{E97D0C73-F383-4117-A7E5-7A3FF09471D3}" presName="sibTrans" presStyleLbl="sibTrans2D1" presStyleIdx="2" presStyleCnt="4"/>
      <dgm:spPr/>
    </dgm:pt>
    <dgm:pt modelId="{C7FE0866-5A38-4AB6-9BDD-3EA0723D1400}" type="pres">
      <dgm:prSet presAssocID="{E97D0C73-F383-4117-A7E5-7A3FF09471D3}" presName="connectorText" presStyleLbl="sibTrans2D1" presStyleIdx="2" presStyleCnt="4"/>
      <dgm:spPr/>
    </dgm:pt>
    <dgm:pt modelId="{0941CEB6-4744-4A4C-B3F9-AE9B3291FC66}" type="pres">
      <dgm:prSet presAssocID="{A38E3FB1-74C2-416C-962C-208A8CC26451}" presName="node" presStyleLbl="node1" presStyleIdx="3" presStyleCnt="5">
        <dgm:presLayoutVars>
          <dgm:bulletEnabled val="1"/>
        </dgm:presLayoutVars>
      </dgm:prSet>
      <dgm:spPr/>
    </dgm:pt>
    <dgm:pt modelId="{2297CA2F-E4E3-4CAA-9DAC-31EBDE18A66E}" type="pres">
      <dgm:prSet presAssocID="{BCA34D4F-D34A-4E7F-8060-EE5CDCEDEBC9}" presName="sibTrans" presStyleLbl="sibTrans2D1" presStyleIdx="3" presStyleCnt="4"/>
      <dgm:spPr/>
    </dgm:pt>
    <dgm:pt modelId="{54FB4166-E42F-4144-9064-5D0A6108B512}" type="pres">
      <dgm:prSet presAssocID="{BCA34D4F-D34A-4E7F-8060-EE5CDCEDEBC9}" presName="connectorText" presStyleLbl="sibTrans2D1" presStyleIdx="3" presStyleCnt="4"/>
      <dgm:spPr/>
    </dgm:pt>
    <dgm:pt modelId="{7807F26B-8DA3-4C05-AC81-9B09DFFBB862}" type="pres">
      <dgm:prSet presAssocID="{2063F73A-6D48-4171-9BCC-3A5159FCFBE3}" presName="node" presStyleLbl="node1" presStyleIdx="4" presStyleCnt="5">
        <dgm:presLayoutVars>
          <dgm:bulletEnabled val="1"/>
        </dgm:presLayoutVars>
      </dgm:prSet>
      <dgm:spPr/>
    </dgm:pt>
  </dgm:ptLst>
  <dgm:cxnLst>
    <dgm:cxn modelId="{373BB105-BD9B-482D-93E7-3D2A93F643C0}" type="presOf" srcId="{0F52510D-04B1-43CC-97FD-7BBD63C4D854}" destId="{69C0042D-507E-4F9E-94A8-E94955ADB76F}" srcOrd="0" destOrd="4" presId="urn:microsoft.com/office/officeart/2005/8/layout/process1"/>
    <dgm:cxn modelId="{E1DB8706-943A-41DE-857B-FD1004514511}" srcId="{360C9A48-81FE-4D65-9516-B232CA206B0B}" destId="{B27230E2-A17D-4220-80FE-46D64297B343}" srcOrd="0" destOrd="0" parTransId="{D985146F-41BC-41F7-BD5A-34637F24A6B1}" sibTransId="{1D9A2E75-6B4A-4BA3-BDC6-C1C8E25DEF5F}"/>
    <dgm:cxn modelId="{8B50E507-1CF5-4604-8206-39FABB967420}" type="presOf" srcId="{A97DF006-03C2-4032-A233-78BD76A63D3D}" destId="{60985EB9-42F5-4968-91E1-F1C3464F83DB}" srcOrd="0" destOrd="0" presId="urn:microsoft.com/office/officeart/2005/8/layout/process1"/>
    <dgm:cxn modelId="{E8787317-170A-4679-B5D4-515276EDD2E3}" type="presOf" srcId="{A3169168-C8F4-4A32-9005-27C2332994A7}" destId="{C995A894-0AFA-453F-8460-3BDDD034C9F0}" srcOrd="0" destOrd="0" presId="urn:microsoft.com/office/officeart/2005/8/layout/process1"/>
    <dgm:cxn modelId="{4AD42824-2F58-47D8-B6AC-498408ADB519}" srcId="{E3F7B911-0DB8-46F7-A6CB-A937DE7F5972}" destId="{2063F73A-6D48-4171-9BCC-3A5159FCFBE3}" srcOrd="4" destOrd="0" parTransId="{25077567-7832-4BBF-8124-97EF66740E53}" sibTransId="{DE743DFC-3175-4315-B0E1-7CE8009342DB}"/>
    <dgm:cxn modelId="{97B9692E-411D-4838-88AD-1C43A6F73083}" type="presOf" srcId="{360C9A48-81FE-4D65-9516-B232CA206B0B}" destId="{BCD86AF2-2522-4648-B7B2-23EC01768288}" srcOrd="0" destOrd="0" presId="urn:microsoft.com/office/officeart/2005/8/layout/process1"/>
    <dgm:cxn modelId="{13C49C2F-310A-4CF0-8235-FBDCD86AF66B}" type="presOf" srcId="{A38E3FB1-74C2-416C-962C-208A8CC26451}" destId="{0941CEB6-4744-4A4C-B3F9-AE9B3291FC66}" srcOrd="0" destOrd="0" presId="urn:microsoft.com/office/officeart/2005/8/layout/process1"/>
    <dgm:cxn modelId="{14F43930-AB62-4374-97B3-C3B06522240C}" type="presOf" srcId="{C9BC02D3-DAF3-483D-B2B5-6A810A3E5D23}" destId="{69C0042D-507E-4F9E-94A8-E94955ADB76F}" srcOrd="0" destOrd="3" presId="urn:microsoft.com/office/officeart/2005/8/layout/process1"/>
    <dgm:cxn modelId="{11B67C38-C0BB-4056-ABB9-B9C8C359F9CA}" type="presOf" srcId="{2063F73A-6D48-4171-9BCC-3A5159FCFBE3}" destId="{7807F26B-8DA3-4C05-AC81-9B09DFFBB862}" srcOrd="0" destOrd="0" presId="urn:microsoft.com/office/officeart/2005/8/layout/process1"/>
    <dgm:cxn modelId="{1079F93D-EFC9-4F63-A7D2-BA33A86E4DFC}" type="presOf" srcId="{BCA34D4F-D34A-4E7F-8060-EE5CDCEDEBC9}" destId="{2297CA2F-E4E3-4CAA-9DAC-31EBDE18A66E}" srcOrd="0" destOrd="0" presId="urn:microsoft.com/office/officeart/2005/8/layout/process1"/>
    <dgm:cxn modelId="{26FA8D5C-9E2D-43A2-86DB-EE2A3FA661CA}" type="presOf" srcId="{A97DF006-03C2-4032-A233-78BD76A63D3D}" destId="{EAD196ED-2637-4521-AC20-12D40696FBB7}" srcOrd="1" destOrd="0" presId="urn:microsoft.com/office/officeart/2005/8/layout/process1"/>
    <dgm:cxn modelId="{A3436A63-0B7B-4E1F-9868-5311457F2073}" srcId="{E3F7B911-0DB8-46F7-A6CB-A937DE7F5972}" destId="{A38E3FB1-74C2-416C-962C-208A8CC26451}" srcOrd="3" destOrd="0" parTransId="{9E752F19-DAF8-4077-BC1B-196EAE64B4D1}" sibTransId="{BCA34D4F-D34A-4E7F-8060-EE5CDCEDEBC9}"/>
    <dgm:cxn modelId="{8C6FAC44-1A20-4525-8EB8-2F9740001F7B}" type="presOf" srcId="{4ED935BC-B6F4-4023-8157-90A00E4288D9}" destId="{69C0042D-507E-4F9E-94A8-E94955ADB76F}" srcOrd="0" destOrd="2" presId="urn:microsoft.com/office/officeart/2005/8/layout/process1"/>
    <dgm:cxn modelId="{D680D866-82DC-42E8-93B4-13F314842A5A}" type="presOf" srcId="{66FFFF39-03D1-479F-A004-0C1A91BCD012}" destId="{7807F26B-8DA3-4C05-AC81-9B09DFFBB862}" srcOrd="0" destOrd="1" presId="urn:microsoft.com/office/officeart/2005/8/layout/process1"/>
    <dgm:cxn modelId="{C99CE768-EC43-4487-A92D-7422C1A1183F}" type="presOf" srcId="{FF9F707B-CECE-4E78-99EB-914DC0A31ECF}" destId="{0941CEB6-4744-4A4C-B3F9-AE9B3291FC66}" srcOrd="0" destOrd="1" presId="urn:microsoft.com/office/officeart/2005/8/layout/process1"/>
    <dgm:cxn modelId="{9D26AD6A-9892-4AC4-A58F-4C551EC94151}" srcId="{43DA3B73-85CC-44C7-99AF-E8675AAB11F1}" destId="{A992AD57-2B29-405E-A673-4C8FE2DCB2F0}" srcOrd="0" destOrd="0" parTransId="{A107BC28-DE52-4594-8495-7F55B444C020}" sibTransId="{E8BD408A-94EB-4640-B731-4BB67C578ABF}"/>
    <dgm:cxn modelId="{BB46DB6A-79CE-4A48-9BD1-A2DD18A4D36D}" type="presOf" srcId="{E3F7B911-0DB8-46F7-A6CB-A937DE7F5972}" destId="{33C77B4B-AC4C-4101-BE80-BB3417553860}" srcOrd="0" destOrd="0" presId="urn:microsoft.com/office/officeart/2005/8/layout/process1"/>
    <dgm:cxn modelId="{2067A66C-5E78-49CD-BF13-380CF2200C11}" type="presOf" srcId="{BCA34D4F-D34A-4E7F-8060-EE5CDCEDEBC9}" destId="{54FB4166-E42F-4144-9064-5D0A6108B512}" srcOrd="1" destOrd="0" presId="urn:microsoft.com/office/officeart/2005/8/layout/process1"/>
    <dgm:cxn modelId="{131F2674-DD6F-469D-917E-E2EE098B29BC}" srcId="{E3F7B911-0DB8-46F7-A6CB-A937DE7F5972}" destId="{43DA3B73-85CC-44C7-99AF-E8675AAB11F1}" srcOrd="0" destOrd="0" parTransId="{9F019D3D-4D19-4593-B070-40268D2F2EB5}" sibTransId="{A3169168-C8F4-4A32-9005-27C2332994A7}"/>
    <dgm:cxn modelId="{541F8A77-0852-4130-A267-CB2C1482A6E8}" type="presOf" srcId="{E97D0C73-F383-4117-A7E5-7A3FF09471D3}" destId="{42963792-B266-4648-A606-495C07C981FB}" srcOrd="0" destOrd="0" presId="urn:microsoft.com/office/officeart/2005/8/layout/process1"/>
    <dgm:cxn modelId="{78861782-068A-488A-B1C5-09CC575B5D80}" srcId="{E3F7B911-0DB8-46F7-A6CB-A937DE7F5972}" destId="{360C9A48-81FE-4D65-9516-B232CA206B0B}" srcOrd="2" destOrd="0" parTransId="{0B625C4F-CCA9-4175-983E-88805D77AAC5}" sibTransId="{E97D0C73-F383-4117-A7E5-7A3FF09471D3}"/>
    <dgm:cxn modelId="{CCB86B93-3845-428F-8411-A023AC4BDDEB}" srcId="{2063F73A-6D48-4171-9BCC-3A5159FCFBE3}" destId="{66FFFF39-03D1-479F-A004-0C1A91BCD012}" srcOrd="0" destOrd="0" parTransId="{4A5EDA08-68C0-4719-B835-6AECC589A5D1}" sibTransId="{775A41F0-E2CD-483C-948E-4C4DCDBE23C6}"/>
    <dgm:cxn modelId="{17E4239A-DE32-4B78-BE06-CFE7B8B50D59}" srcId="{ADFB60DE-7B6B-42C9-98FD-F94B3F204B4D}" destId="{801389A1-08AD-4217-99F1-17D044229FA0}" srcOrd="0" destOrd="0" parTransId="{BC314620-F755-43B8-B2B8-D38FEAD5BE47}" sibTransId="{9C7BD2E7-B2D7-4F25-A967-AB9E699AD0E3}"/>
    <dgm:cxn modelId="{150939AA-2A95-4B47-BDB9-FCBABC3FCAF5}" srcId="{E3F7B911-0DB8-46F7-A6CB-A937DE7F5972}" destId="{ADFB60DE-7B6B-42C9-98FD-F94B3F204B4D}" srcOrd="1" destOrd="0" parTransId="{A671AC3F-4FF4-419F-B14B-178228C3B3F5}" sibTransId="{A97DF006-03C2-4032-A233-78BD76A63D3D}"/>
    <dgm:cxn modelId="{881D80AA-1DB5-4D05-B4BE-DEB9948C817E}" type="presOf" srcId="{A3169168-C8F4-4A32-9005-27C2332994A7}" destId="{8C1AB374-B3F6-4375-BF8E-0EF0B9A03D5F}" srcOrd="1" destOrd="0" presId="urn:microsoft.com/office/officeart/2005/8/layout/process1"/>
    <dgm:cxn modelId="{78A882AF-41EB-40C3-8636-7416EA57980A}" srcId="{A992AD57-2B29-405E-A673-4C8FE2DCB2F0}" destId="{C9BC02D3-DAF3-483D-B2B5-6A810A3E5D23}" srcOrd="1" destOrd="0" parTransId="{0D7DD7AB-4B3F-4B26-9699-8D069D27EBFE}" sibTransId="{14A04E87-4E78-4857-8660-A2A290C3C448}"/>
    <dgm:cxn modelId="{E38AD1BC-B1F2-48A3-9F4E-9F4B093FDAEC}" type="presOf" srcId="{43DA3B73-85CC-44C7-99AF-E8675AAB11F1}" destId="{69C0042D-507E-4F9E-94A8-E94955ADB76F}" srcOrd="0" destOrd="0" presId="urn:microsoft.com/office/officeart/2005/8/layout/process1"/>
    <dgm:cxn modelId="{B714FBC5-D059-4484-9BC2-66EECB500B12}" type="presOf" srcId="{A992AD57-2B29-405E-A673-4C8FE2DCB2F0}" destId="{69C0042D-507E-4F9E-94A8-E94955ADB76F}" srcOrd="0" destOrd="1" presId="urn:microsoft.com/office/officeart/2005/8/layout/process1"/>
    <dgm:cxn modelId="{E20D28C7-268F-4C82-A0F1-EBBD25300B26}" type="presOf" srcId="{E97D0C73-F383-4117-A7E5-7A3FF09471D3}" destId="{C7FE0866-5A38-4AB6-9BDD-3EA0723D1400}" srcOrd="1" destOrd="0" presId="urn:microsoft.com/office/officeart/2005/8/layout/process1"/>
    <dgm:cxn modelId="{0DC4C7C8-8BFE-40E5-83C2-29B21DE73171}" type="presOf" srcId="{ADFB60DE-7B6B-42C9-98FD-F94B3F204B4D}" destId="{94DB21CA-9344-453D-8C21-40F12F0D3889}" srcOrd="0" destOrd="0" presId="urn:microsoft.com/office/officeart/2005/8/layout/process1"/>
    <dgm:cxn modelId="{AAC299C9-BA83-43E5-94A0-81B18092AFEC}" type="presOf" srcId="{5B1735AB-8363-41EB-A9A6-B25D2636DC13}" destId="{69C0042D-507E-4F9E-94A8-E94955ADB76F}" srcOrd="0" destOrd="5" presId="urn:microsoft.com/office/officeart/2005/8/layout/process1"/>
    <dgm:cxn modelId="{FEEA18CF-B05D-4F84-9B2B-A59126D73B0B}" srcId="{A38E3FB1-74C2-416C-962C-208A8CC26451}" destId="{FF9F707B-CECE-4E78-99EB-914DC0A31ECF}" srcOrd="0" destOrd="0" parTransId="{FB17E8DF-B400-423B-9CB4-4C38E1A393D0}" sibTransId="{1B2FE90C-EAEA-4A43-A64F-69ABBDDABCEB}"/>
    <dgm:cxn modelId="{AB8346D2-7479-4A8A-9B9E-3E06B25A4101}" type="presOf" srcId="{801389A1-08AD-4217-99F1-17D044229FA0}" destId="{94DB21CA-9344-453D-8C21-40F12F0D3889}" srcOrd="0" destOrd="1" presId="urn:microsoft.com/office/officeart/2005/8/layout/process1"/>
    <dgm:cxn modelId="{7A7BB4F0-1C5C-48CB-8901-89C2F8777FD9}" srcId="{A992AD57-2B29-405E-A673-4C8FE2DCB2F0}" destId="{4ED935BC-B6F4-4023-8157-90A00E4288D9}" srcOrd="0" destOrd="0" parTransId="{770B9806-9CD8-4654-A8B8-3D70D0747D19}" sibTransId="{615EA72B-289C-47B9-87A6-D11B04775F76}"/>
    <dgm:cxn modelId="{66DE21FB-DA00-48E7-8841-EB738D68F62C}" srcId="{A992AD57-2B29-405E-A673-4C8FE2DCB2F0}" destId="{5B1735AB-8363-41EB-A9A6-B25D2636DC13}" srcOrd="3" destOrd="0" parTransId="{258247BB-E99C-4C40-A6F3-2BCFF7F3F021}" sibTransId="{A1728D92-C6B8-42BE-B7DA-7498106C25C1}"/>
    <dgm:cxn modelId="{CD2010FC-CBD9-4366-BBB7-A2370EB4C245}" srcId="{A992AD57-2B29-405E-A673-4C8FE2DCB2F0}" destId="{0F52510D-04B1-43CC-97FD-7BBD63C4D854}" srcOrd="2" destOrd="0" parTransId="{7A0826B7-80B0-4499-9F07-B0CEFEBCCB15}" sibTransId="{000FE71D-E956-498B-A2D5-3FE5EE89E851}"/>
    <dgm:cxn modelId="{44EB4AFF-CFAA-4C07-A2E3-FCFCFC4805D0}" type="presOf" srcId="{B27230E2-A17D-4220-80FE-46D64297B343}" destId="{BCD86AF2-2522-4648-B7B2-23EC01768288}" srcOrd="0" destOrd="1" presId="urn:microsoft.com/office/officeart/2005/8/layout/process1"/>
    <dgm:cxn modelId="{A3EEBC4C-D696-420C-9548-292C5BAFC381}" type="presParOf" srcId="{33C77B4B-AC4C-4101-BE80-BB3417553860}" destId="{69C0042D-507E-4F9E-94A8-E94955ADB76F}" srcOrd="0" destOrd="0" presId="urn:microsoft.com/office/officeart/2005/8/layout/process1"/>
    <dgm:cxn modelId="{74064A54-7EF8-41C7-AE1A-BB20A8BAC8C0}" type="presParOf" srcId="{33C77B4B-AC4C-4101-BE80-BB3417553860}" destId="{C995A894-0AFA-453F-8460-3BDDD034C9F0}" srcOrd="1" destOrd="0" presId="urn:microsoft.com/office/officeart/2005/8/layout/process1"/>
    <dgm:cxn modelId="{42219523-EF2A-4B71-AADE-F502E30D150F}" type="presParOf" srcId="{C995A894-0AFA-453F-8460-3BDDD034C9F0}" destId="{8C1AB374-B3F6-4375-BF8E-0EF0B9A03D5F}" srcOrd="0" destOrd="0" presId="urn:microsoft.com/office/officeart/2005/8/layout/process1"/>
    <dgm:cxn modelId="{2E862AAC-1707-4857-9DE2-CB1A6192A062}" type="presParOf" srcId="{33C77B4B-AC4C-4101-BE80-BB3417553860}" destId="{94DB21CA-9344-453D-8C21-40F12F0D3889}" srcOrd="2" destOrd="0" presId="urn:microsoft.com/office/officeart/2005/8/layout/process1"/>
    <dgm:cxn modelId="{E56D702D-0BD3-45F5-9E8A-6285E21BF72E}" type="presParOf" srcId="{33C77B4B-AC4C-4101-BE80-BB3417553860}" destId="{60985EB9-42F5-4968-91E1-F1C3464F83DB}" srcOrd="3" destOrd="0" presId="urn:microsoft.com/office/officeart/2005/8/layout/process1"/>
    <dgm:cxn modelId="{89C02620-D853-4447-8CB1-200CE276630A}" type="presParOf" srcId="{60985EB9-42F5-4968-91E1-F1C3464F83DB}" destId="{EAD196ED-2637-4521-AC20-12D40696FBB7}" srcOrd="0" destOrd="0" presId="urn:microsoft.com/office/officeart/2005/8/layout/process1"/>
    <dgm:cxn modelId="{41356EBF-EA7A-4518-B314-C85465DD60D5}" type="presParOf" srcId="{33C77B4B-AC4C-4101-BE80-BB3417553860}" destId="{BCD86AF2-2522-4648-B7B2-23EC01768288}" srcOrd="4" destOrd="0" presId="urn:microsoft.com/office/officeart/2005/8/layout/process1"/>
    <dgm:cxn modelId="{FBE42AA9-721C-4844-B0F1-CCA2BAD003BC}" type="presParOf" srcId="{33C77B4B-AC4C-4101-BE80-BB3417553860}" destId="{42963792-B266-4648-A606-495C07C981FB}" srcOrd="5" destOrd="0" presId="urn:microsoft.com/office/officeart/2005/8/layout/process1"/>
    <dgm:cxn modelId="{33FB0A03-6E92-4F9C-8F36-2CA9B558087D}" type="presParOf" srcId="{42963792-B266-4648-A606-495C07C981FB}" destId="{C7FE0866-5A38-4AB6-9BDD-3EA0723D1400}" srcOrd="0" destOrd="0" presId="urn:microsoft.com/office/officeart/2005/8/layout/process1"/>
    <dgm:cxn modelId="{95CA412C-C13C-4F33-B878-9724F580FF8B}" type="presParOf" srcId="{33C77B4B-AC4C-4101-BE80-BB3417553860}" destId="{0941CEB6-4744-4A4C-B3F9-AE9B3291FC66}" srcOrd="6" destOrd="0" presId="urn:microsoft.com/office/officeart/2005/8/layout/process1"/>
    <dgm:cxn modelId="{1D45963A-9C3B-4EE7-8BAA-42AA1C291C18}" type="presParOf" srcId="{33C77B4B-AC4C-4101-BE80-BB3417553860}" destId="{2297CA2F-E4E3-4CAA-9DAC-31EBDE18A66E}" srcOrd="7" destOrd="0" presId="urn:microsoft.com/office/officeart/2005/8/layout/process1"/>
    <dgm:cxn modelId="{B786256B-F892-41CF-BC10-7B27DA60562C}" type="presParOf" srcId="{2297CA2F-E4E3-4CAA-9DAC-31EBDE18A66E}" destId="{54FB4166-E42F-4144-9064-5D0A6108B512}" srcOrd="0" destOrd="0" presId="urn:microsoft.com/office/officeart/2005/8/layout/process1"/>
    <dgm:cxn modelId="{046152D9-7E35-49B9-B8FD-DC77E07E82E9}" type="presParOf" srcId="{33C77B4B-AC4C-4101-BE80-BB3417553860}" destId="{7807F26B-8DA3-4C05-AC81-9B09DFFBB862}" srcOrd="8"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3F7B911-0DB8-46F7-A6CB-A937DE7F5972}" type="doc">
      <dgm:prSet loTypeId="urn:microsoft.com/office/officeart/2005/8/layout/process1" loCatId="process" qsTypeId="urn:microsoft.com/office/officeart/2005/8/quickstyle/simple5" qsCatId="simple" csTypeId="urn:microsoft.com/office/officeart/2005/8/colors/accent1_2" csCatId="accent1" phldr="1"/>
      <dgm:spPr/>
      <dgm:t>
        <a:bodyPr/>
        <a:lstStyle/>
        <a:p>
          <a:endParaRPr lang="en-US"/>
        </a:p>
      </dgm:t>
    </dgm:pt>
    <dgm:pt modelId="{43DA3B73-85CC-44C7-99AF-E8675AAB11F1}">
      <dgm:prSet phldrT="[Text]">
        <dgm:style>
          <a:lnRef idx="2">
            <a:schemeClr val="dk1"/>
          </a:lnRef>
          <a:fillRef idx="1">
            <a:schemeClr val="lt1"/>
          </a:fillRef>
          <a:effectRef idx="0">
            <a:schemeClr val="dk1"/>
          </a:effectRef>
          <a:fontRef idx="minor">
            <a:schemeClr val="dk1"/>
          </a:fontRef>
        </dgm:style>
      </dgm:prSet>
      <dgm:spPr/>
      <dgm:t>
        <a:bodyPr/>
        <a:lstStyle/>
        <a:p>
          <a:r>
            <a:rPr lang="en-US" b="1"/>
            <a:t>Requirement Gathering</a:t>
          </a:r>
        </a:p>
      </dgm:t>
    </dgm:pt>
    <dgm:pt modelId="{9F019D3D-4D19-4593-B070-40268D2F2EB5}" type="parTrans" cxnId="{131F2674-DD6F-469D-917E-E2EE098B29BC}">
      <dgm:prSet/>
      <dgm:spPr/>
      <dgm:t>
        <a:bodyPr/>
        <a:lstStyle/>
        <a:p>
          <a:endParaRPr lang="en-US"/>
        </a:p>
      </dgm:t>
    </dgm:pt>
    <dgm:pt modelId="{A3169168-C8F4-4A32-9005-27C2332994A7}" type="sibTrans" cxnId="{131F2674-DD6F-469D-917E-E2EE098B29BC}">
      <dgm:prSet/>
      <dgm:spPr/>
      <dgm:t>
        <a:bodyPr/>
        <a:lstStyle/>
        <a:p>
          <a:endParaRPr lang="en-US"/>
        </a:p>
      </dgm:t>
    </dgm:pt>
    <dgm:pt modelId="{360C9A48-81FE-4D65-9516-B232CA206B0B}">
      <dgm:prSet>
        <dgm:style>
          <a:lnRef idx="0">
            <a:schemeClr val="accent1"/>
          </a:lnRef>
          <a:fillRef idx="3">
            <a:schemeClr val="accent1"/>
          </a:fillRef>
          <a:effectRef idx="3">
            <a:schemeClr val="accent1"/>
          </a:effectRef>
          <a:fontRef idx="minor">
            <a:schemeClr val="lt1"/>
          </a:fontRef>
        </dgm:style>
      </dgm:prSet>
      <dgm:spPr/>
      <dgm:t>
        <a:bodyPr/>
        <a:lstStyle/>
        <a:p>
          <a:r>
            <a:rPr lang="en-US" b="1" dirty="0"/>
            <a:t>Logical Design</a:t>
          </a:r>
        </a:p>
      </dgm:t>
    </dgm:pt>
    <dgm:pt modelId="{0B625C4F-CCA9-4175-983E-88805D77AAC5}" type="parTrans" cxnId="{78861782-068A-488A-B1C5-09CC575B5D80}">
      <dgm:prSet/>
      <dgm:spPr/>
      <dgm:t>
        <a:bodyPr/>
        <a:lstStyle/>
        <a:p>
          <a:endParaRPr lang="en-US"/>
        </a:p>
      </dgm:t>
    </dgm:pt>
    <dgm:pt modelId="{E97D0C73-F383-4117-A7E5-7A3FF09471D3}" type="sibTrans" cxnId="{78861782-068A-488A-B1C5-09CC575B5D80}">
      <dgm:prSet/>
      <dgm:spPr/>
      <dgm:t>
        <a:bodyPr/>
        <a:lstStyle/>
        <a:p>
          <a:endParaRPr lang="en-US"/>
        </a:p>
      </dgm:t>
    </dgm:pt>
    <dgm:pt modelId="{A38E3FB1-74C2-416C-962C-208A8CC26451}">
      <dgm:prSet>
        <dgm:style>
          <a:lnRef idx="2">
            <a:schemeClr val="accent5"/>
          </a:lnRef>
          <a:fillRef idx="1">
            <a:schemeClr val="lt1"/>
          </a:fillRef>
          <a:effectRef idx="0">
            <a:schemeClr val="accent5"/>
          </a:effectRef>
          <a:fontRef idx="minor">
            <a:schemeClr val="dk1"/>
          </a:fontRef>
        </dgm:style>
      </dgm:prSet>
      <dgm:spPr/>
      <dgm:t>
        <a:bodyPr/>
        <a:lstStyle/>
        <a:p>
          <a:r>
            <a:rPr lang="en-US" b="1"/>
            <a:t>Physical Design</a:t>
          </a:r>
        </a:p>
      </dgm:t>
    </dgm:pt>
    <dgm:pt modelId="{9E752F19-DAF8-4077-BC1B-196EAE64B4D1}" type="parTrans" cxnId="{A3436A63-0B7B-4E1F-9868-5311457F2073}">
      <dgm:prSet/>
      <dgm:spPr/>
      <dgm:t>
        <a:bodyPr/>
        <a:lstStyle/>
        <a:p>
          <a:endParaRPr lang="en-US"/>
        </a:p>
      </dgm:t>
    </dgm:pt>
    <dgm:pt modelId="{BCA34D4F-D34A-4E7F-8060-EE5CDCEDEBC9}" type="sibTrans" cxnId="{A3436A63-0B7B-4E1F-9868-5311457F2073}">
      <dgm:prSet/>
      <dgm:spPr/>
      <dgm:t>
        <a:bodyPr/>
        <a:lstStyle/>
        <a:p>
          <a:endParaRPr lang="en-US"/>
        </a:p>
      </dgm:t>
    </dgm:pt>
    <dgm:pt modelId="{2063F73A-6D48-4171-9BCC-3A5159FCFBE3}">
      <dgm:prSet>
        <dgm:style>
          <a:lnRef idx="2">
            <a:schemeClr val="accent5"/>
          </a:lnRef>
          <a:fillRef idx="1">
            <a:schemeClr val="lt1"/>
          </a:fillRef>
          <a:effectRef idx="0">
            <a:schemeClr val="accent5"/>
          </a:effectRef>
          <a:fontRef idx="minor">
            <a:schemeClr val="dk1"/>
          </a:fontRef>
        </dgm:style>
      </dgm:prSet>
      <dgm:spPr/>
      <dgm:t>
        <a:bodyPr/>
        <a:lstStyle/>
        <a:p>
          <a:r>
            <a:rPr lang="en-US" b="1"/>
            <a:t>Installation and Maintenance</a:t>
          </a:r>
        </a:p>
      </dgm:t>
    </dgm:pt>
    <dgm:pt modelId="{25077567-7832-4BBF-8124-97EF66740E53}" type="parTrans" cxnId="{4AD42824-2F58-47D8-B6AC-498408ADB519}">
      <dgm:prSet/>
      <dgm:spPr/>
      <dgm:t>
        <a:bodyPr/>
        <a:lstStyle/>
        <a:p>
          <a:endParaRPr lang="en-US"/>
        </a:p>
      </dgm:t>
    </dgm:pt>
    <dgm:pt modelId="{DE743DFC-3175-4315-B0E1-7CE8009342DB}" type="sibTrans" cxnId="{4AD42824-2F58-47D8-B6AC-498408ADB519}">
      <dgm:prSet/>
      <dgm:spPr/>
      <dgm:t>
        <a:bodyPr/>
        <a:lstStyle/>
        <a:p>
          <a:endParaRPr lang="en-US"/>
        </a:p>
      </dgm:t>
    </dgm:pt>
    <dgm:pt modelId="{ADFB60DE-7B6B-42C9-98FD-F94B3F204B4D}">
      <dgm:prSet>
        <dgm:style>
          <a:lnRef idx="2">
            <a:schemeClr val="dk1"/>
          </a:lnRef>
          <a:fillRef idx="1">
            <a:schemeClr val="lt1"/>
          </a:fillRef>
          <a:effectRef idx="0">
            <a:schemeClr val="dk1"/>
          </a:effectRef>
          <a:fontRef idx="minor">
            <a:schemeClr val="dk1"/>
          </a:fontRef>
        </dgm:style>
      </dgm:prSet>
      <dgm:spPr/>
      <dgm:t>
        <a:bodyPr/>
        <a:lstStyle/>
        <a:p>
          <a:r>
            <a:rPr lang="en-US" b="1" dirty="0"/>
            <a:t>Analysis</a:t>
          </a:r>
        </a:p>
      </dgm:t>
    </dgm:pt>
    <dgm:pt modelId="{A97DF006-03C2-4032-A233-78BD76A63D3D}" type="sibTrans" cxnId="{150939AA-2A95-4B47-BDB9-FCBABC3FCAF5}">
      <dgm:prSet/>
      <dgm:spPr/>
      <dgm:t>
        <a:bodyPr/>
        <a:lstStyle/>
        <a:p>
          <a:endParaRPr lang="en-US"/>
        </a:p>
      </dgm:t>
    </dgm:pt>
    <dgm:pt modelId="{A671AC3F-4FF4-419F-B14B-178228C3B3F5}" type="parTrans" cxnId="{150939AA-2A95-4B47-BDB9-FCBABC3FCAF5}">
      <dgm:prSet/>
      <dgm:spPr/>
      <dgm:t>
        <a:bodyPr/>
        <a:lstStyle/>
        <a:p>
          <a:endParaRPr lang="en-US"/>
        </a:p>
      </dgm:t>
    </dgm:pt>
    <dgm:pt modelId="{A992AD57-2B29-405E-A673-4C8FE2DCB2F0}">
      <dgm:prSet>
        <dgm:style>
          <a:lnRef idx="2">
            <a:schemeClr val="dk1"/>
          </a:lnRef>
          <a:fillRef idx="1">
            <a:schemeClr val="lt1"/>
          </a:fillRef>
          <a:effectRef idx="0">
            <a:schemeClr val="dk1"/>
          </a:effectRef>
          <a:fontRef idx="minor">
            <a:schemeClr val="dk1"/>
          </a:fontRef>
        </dgm:style>
      </dgm:prSet>
      <dgm:spPr/>
      <dgm:t>
        <a:bodyPr/>
        <a:lstStyle/>
        <a:p>
          <a:r>
            <a:rPr lang="en-US"/>
            <a:t>Determine needs of: </a:t>
          </a:r>
        </a:p>
      </dgm:t>
    </dgm:pt>
    <dgm:pt modelId="{A107BC28-DE52-4594-8495-7F55B444C020}" type="parTrans" cxnId="{9D26AD6A-9892-4AC4-A58F-4C551EC94151}">
      <dgm:prSet/>
      <dgm:spPr/>
      <dgm:t>
        <a:bodyPr/>
        <a:lstStyle/>
        <a:p>
          <a:endParaRPr lang="en-US"/>
        </a:p>
      </dgm:t>
    </dgm:pt>
    <dgm:pt modelId="{E8BD408A-94EB-4640-B731-4BB67C578ABF}" type="sibTrans" cxnId="{9D26AD6A-9892-4AC4-A58F-4C551EC94151}">
      <dgm:prSet/>
      <dgm:spPr/>
      <dgm:t>
        <a:bodyPr/>
        <a:lstStyle/>
        <a:p>
          <a:endParaRPr lang="en-US"/>
        </a:p>
      </dgm:t>
    </dgm:pt>
    <dgm:pt modelId="{4ED935BC-B6F4-4023-8157-90A00E4288D9}">
      <dgm:prSet>
        <dgm:style>
          <a:lnRef idx="2">
            <a:schemeClr val="dk1"/>
          </a:lnRef>
          <a:fillRef idx="1">
            <a:schemeClr val="lt1"/>
          </a:fillRef>
          <a:effectRef idx="0">
            <a:schemeClr val="dk1"/>
          </a:effectRef>
          <a:fontRef idx="minor">
            <a:schemeClr val="dk1"/>
          </a:fontRef>
        </dgm:style>
      </dgm:prSet>
      <dgm:spPr/>
      <dgm:t>
        <a:bodyPr/>
        <a:lstStyle/>
        <a:p>
          <a:r>
            <a:rPr lang="en-US"/>
            <a:t>Business</a:t>
          </a:r>
        </a:p>
      </dgm:t>
    </dgm:pt>
    <dgm:pt modelId="{770B9806-9CD8-4654-A8B8-3D70D0747D19}" type="parTrans" cxnId="{7A7BB4F0-1C5C-48CB-8901-89C2F8777FD9}">
      <dgm:prSet/>
      <dgm:spPr/>
      <dgm:t>
        <a:bodyPr/>
        <a:lstStyle/>
        <a:p>
          <a:endParaRPr lang="en-US"/>
        </a:p>
      </dgm:t>
    </dgm:pt>
    <dgm:pt modelId="{615EA72B-289C-47B9-87A6-D11B04775F76}" type="sibTrans" cxnId="{7A7BB4F0-1C5C-48CB-8901-89C2F8777FD9}">
      <dgm:prSet/>
      <dgm:spPr/>
      <dgm:t>
        <a:bodyPr/>
        <a:lstStyle/>
        <a:p>
          <a:endParaRPr lang="en-US"/>
        </a:p>
      </dgm:t>
    </dgm:pt>
    <dgm:pt modelId="{C9BC02D3-DAF3-483D-B2B5-6A810A3E5D23}">
      <dgm:prSet>
        <dgm:style>
          <a:lnRef idx="2">
            <a:schemeClr val="dk1"/>
          </a:lnRef>
          <a:fillRef idx="1">
            <a:schemeClr val="lt1"/>
          </a:fillRef>
          <a:effectRef idx="0">
            <a:schemeClr val="dk1"/>
          </a:effectRef>
          <a:fontRef idx="minor">
            <a:schemeClr val="dk1"/>
          </a:fontRef>
        </dgm:style>
      </dgm:prSet>
      <dgm:spPr/>
      <dgm:t>
        <a:bodyPr/>
        <a:lstStyle/>
        <a:p>
          <a:r>
            <a:rPr lang="en-US" dirty="0"/>
            <a:t>Users</a:t>
          </a:r>
        </a:p>
      </dgm:t>
    </dgm:pt>
    <dgm:pt modelId="{0D7DD7AB-4B3F-4B26-9699-8D069D27EBFE}" type="parTrans" cxnId="{78A882AF-41EB-40C3-8636-7416EA57980A}">
      <dgm:prSet/>
      <dgm:spPr/>
      <dgm:t>
        <a:bodyPr/>
        <a:lstStyle/>
        <a:p>
          <a:endParaRPr lang="en-US"/>
        </a:p>
      </dgm:t>
    </dgm:pt>
    <dgm:pt modelId="{14A04E87-4E78-4857-8660-A2A290C3C448}" type="sibTrans" cxnId="{78A882AF-41EB-40C3-8636-7416EA57980A}">
      <dgm:prSet/>
      <dgm:spPr/>
      <dgm:t>
        <a:bodyPr/>
        <a:lstStyle/>
        <a:p>
          <a:endParaRPr lang="en-US"/>
        </a:p>
      </dgm:t>
    </dgm:pt>
    <dgm:pt modelId="{0F52510D-04B1-43CC-97FD-7BBD63C4D854}">
      <dgm:prSet>
        <dgm:style>
          <a:lnRef idx="2">
            <a:schemeClr val="dk1"/>
          </a:lnRef>
          <a:fillRef idx="1">
            <a:schemeClr val="lt1"/>
          </a:fillRef>
          <a:effectRef idx="0">
            <a:schemeClr val="dk1"/>
          </a:effectRef>
          <a:fontRef idx="minor">
            <a:schemeClr val="dk1"/>
          </a:fontRef>
        </dgm:style>
      </dgm:prSet>
      <dgm:spPr/>
      <dgm:t>
        <a:bodyPr/>
        <a:lstStyle/>
        <a:p>
          <a:r>
            <a:rPr lang="en-US"/>
            <a:t>Applications</a:t>
          </a:r>
        </a:p>
      </dgm:t>
    </dgm:pt>
    <dgm:pt modelId="{7A0826B7-80B0-4499-9F07-B0CEFEBCCB15}" type="parTrans" cxnId="{CD2010FC-CBD9-4366-BBB7-A2370EB4C245}">
      <dgm:prSet/>
      <dgm:spPr/>
      <dgm:t>
        <a:bodyPr/>
        <a:lstStyle/>
        <a:p>
          <a:endParaRPr lang="en-US"/>
        </a:p>
      </dgm:t>
    </dgm:pt>
    <dgm:pt modelId="{000FE71D-E956-498B-A2D5-3FE5EE89E851}" type="sibTrans" cxnId="{CD2010FC-CBD9-4366-BBB7-A2370EB4C245}">
      <dgm:prSet/>
      <dgm:spPr/>
      <dgm:t>
        <a:bodyPr/>
        <a:lstStyle/>
        <a:p>
          <a:endParaRPr lang="en-US"/>
        </a:p>
      </dgm:t>
    </dgm:pt>
    <dgm:pt modelId="{5B1735AB-8363-41EB-A9A6-B25D2636DC13}">
      <dgm:prSet>
        <dgm:style>
          <a:lnRef idx="2">
            <a:schemeClr val="dk1"/>
          </a:lnRef>
          <a:fillRef idx="1">
            <a:schemeClr val="lt1"/>
          </a:fillRef>
          <a:effectRef idx="0">
            <a:schemeClr val="dk1"/>
          </a:effectRef>
          <a:fontRef idx="minor">
            <a:schemeClr val="dk1"/>
          </a:fontRef>
        </dgm:style>
      </dgm:prSet>
      <dgm:spPr/>
      <dgm:t>
        <a:bodyPr/>
        <a:lstStyle/>
        <a:p>
          <a:r>
            <a:rPr lang="en-US"/>
            <a:t>Network</a:t>
          </a:r>
        </a:p>
      </dgm:t>
    </dgm:pt>
    <dgm:pt modelId="{258247BB-E99C-4C40-A6F3-2BCFF7F3F021}" type="parTrans" cxnId="{66DE21FB-DA00-48E7-8841-EB738D68F62C}">
      <dgm:prSet/>
      <dgm:spPr/>
      <dgm:t>
        <a:bodyPr/>
        <a:lstStyle/>
        <a:p>
          <a:endParaRPr lang="en-US"/>
        </a:p>
      </dgm:t>
    </dgm:pt>
    <dgm:pt modelId="{A1728D92-C6B8-42BE-B7DA-7498106C25C1}" type="sibTrans" cxnId="{66DE21FB-DA00-48E7-8841-EB738D68F62C}">
      <dgm:prSet/>
      <dgm:spPr/>
      <dgm:t>
        <a:bodyPr/>
        <a:lstStyle/>
        <a:p>
          <a:endParaRPr lang="en-US"/>
        </a:p>
      </dgm:t>
    </dgm:pt>
    <dgm:pt modelId="{801389A1-08AD-4217-99F1-17D044229FA0}">
      <dgm:prSet>
        <dgm:style>
          <a:lnRef idx="2">
            <a:schemeClr val="dk1"/>
          </a:lnRef>
          <a:fillRef idx="1">
            <a:schemeClr val="lt1"/>
          </a:fillRef>
          <a:effectRef idx="0">
            <a:schemeClr val="dk1"/>
          </a:effectRef>
          <a:fontRef idx="minor">
            <a:schemeClr val="dk1"/>
          </a:fontRef>
        </dgm:style>
      </dgm:prSet>
      <dgm:spPr/>
      <dgm:t>
        <a:bodyPr/>
        <a:lstStyle/>
        <a:p>
          <a:r>
            <a:rPr lang="en-US"/>
            <a:t>Estimate and measure traffic and device utilization</a:t>
          </a:r>
        </a:p>
      </dgm:t>
    </dgm:pt>
    <dgm:pt modelId="{BC314620-F755-43B8-B2B8-D38FEAD5BE47}" type="parTrans" cxnId="{17E4239A-DE32-4B78-BE06-CFE7B8B50D59}">
      <dgm:prSet/>
      <dgm:spPr/>
      <dgm:t>
        <a:bodyPr/>
        <a:lstStyle/>
        <a:p>
          <a:endParaRPr lang="en-US"/>
        </a:p>
      </dgm:t>
    </dgm:pt>
    <dgm:pt modelId="{9C7BD2E7-B2D7-4F25-A967-AB9E699AD0E3}" type="sibTrans" cxnId="{17E4239A-DE32-4B78-BE06-CFE7B8B50D59}">
      <dgm:prSet/>
      <dgm:spPr/>
      <dgm:t>
        <a:bodyPr/>
        <a:lstStyle/>
        <a:p>
          <a:endParaRPr lang="en-US"/>
        </a:p>
      </dgm:t>
    </dgm:pt>
    <dgm:pt modelId="{B27230E2-A17D-4220-80FE-46D64297B343}">
      <dgm:prSet>
        <dgm:style>
          <a:lnRef idx="0">
            <a:schemeClr val="accent1"/>
          </a:lnRef>
          <a:fillRef idx="3">
            <a:schemeClr val="accent1"/>
          </a:fillRef>
          <a:effectRef idx="3">
            <a:schemeClr val="accent1"/>
          </a:effectRef>
          <a:fontRef idx="minor">
            <a:schemeClr val="lt1"/>
          </a:fontRef>
        </dgm:style>
      </dgm:prSet>
      <dgm:spPr/>
      <dgm:t>
        <a:bodyPr/>
        <a:lstStyle/>
        <a:p>
          <a:r>
            <a:rPr lang="en-US" dirty="0"/>
            <a:t>Choose technologies that meet the requirements</a:t>
          </a:r>
        </a:p>
      </dgm:t>
    </dgm:pt>
    <dgm:pt modelId="{D985146F-41BC-41F7-BD5A-34637F24A6B1}" type="parTrans" cxnId="{E1DB8706-943A-41DE-857B-FD1004514511}">
      <dgm:prSet/>
      <dgm:spPr/>
      <dgm:t>
        <a:bodyPr/>
        <a:lstStyle/>
        <a:p>
          <a:endParaRPr lang="en-US"/>
        </a:p>
      </dgm:t>
    </dgm:pt>
    <dgm:pt modelId="{1D9A2E75-6B4A-4BA3-BDC6-C1C8E25DEF5F}" type="sibTrans" cxnId="{E1DB8706-943A-41DE-857B-FD1004514511}">
      <dgm:prSet/>
      <dgm:spPr/>
      <dgm:t>
        <a:bodyPr/>
        <a:lstStyle/>
        <a:p>
          <a:endParaRPr lang="en-US"/>
        </a:p>
      </dgm:t>
    </dgm:pt>
    <dgm:pt modelId="{FF9F707B-CECE-4E78-99EB-914DC0A31ECF}">
      <dgm:prSet>
        <dgm:style>
          <a:lnRef idx="2">
            <a:schemeClr val="accent5"/>
          </a:lnRef>
          <a:fillRef idx="1">
            <a:schemeClr val="lt1"/>
          </a:fillRef>
          <a:effectRef idx="0">
            <a:schemeClr val="accent5"/>
          </a:effectRef>
          <a:fontRef idx="minor">
            <a:schemeClr val="dk1"/>
          </a:fontRef>
        </dgm:style>
      </dgm:prSet>
      <dgm:spPr/>
      <dgm:t>
        <a:bodyPr/>
        <a:lstStyle/>
        <a:p>
          <a:r>
            <a:rPr lang="en-US"/>
            <a:t>Apply the Logical Design to the physical space</a:t>
          </a:r>
        </a:p>
      </dgm:t>
    </dgm:pt>
    <dgm:pt modelId="{FB17E8DF-B400-423B-9CB4-4C38E1A393D0}" type="parTrans" cxnId="{FEEA18CF-B05D-4F84-9B2B-A59126D73B0B}">
      <dgm:prSet/>
      <dgm:spPr/>
      <dgm:t>
        <a:bodyPr/>
        <a:lstStyle/>
        <a:p>
          <a:endParaRPr lang="en-US"/>
        </a:p>
      </dgm:t>
    </dgm:pt>
    <dgm:pt modelId="{1B2FE90C-EAEA-4A43-A64F-69ABBDDABCEB}" type="sibTrans" cxnId="{FEEA18CF-B05D-4F84-9B2B-A59126D73B0B}">
      <dgm:prSet/>
      <dgm:spPr/>
      <dgm:t>
        <a:bodyPr/>
        <a:lstStyle/>
        <a:p>
          <a:endParaRPr lang="en-US"/>
        </a:p>
      </dgm:t>
    </dgm:pt>
    <dgm:pt modelId="{66FFFF39-03D1-479F-A004-0C1A91BCD012}">
      <dgm:prSet>
        <dgm:style>
          <a:lnRef idx="2">
            <a:schemeClr val="accent5"/>
          </a:lnRef>
          <a:fillRef idx="1">
            <a:schemeClr val="lt1"/>
          </a:fillRef>
          <a:effectRef idx="0">
            <a:schemeClr val="accent5"/>
          </a:effectRef>
          <a:fontRef idx="minor">
            <a:schemeClr val="dk1"/>
          </a:fontRef>
        </dgm:style>
      </dgm:prSet>
      <dgm:spPr/>
      <dgm:t>
        <a:bodyPr/>
        <a:lstStyle/>
        <a:p>
          <a:r>
            <a:rPr lang="en-US"/>
            <a:t>Implement the Physical Design</a:t>
          </a:r>
        </a:p>
      </dgm:t>
    </dgm:pt>
    <dgm:pt modelId="{4A5EDA08-68C0-4719-B835-6AECC589A5D1}" type="parTrans" cxnId="{CCB86B93-3845-428F-8411-A023AC4BDDEB}">
      <dgm:prSet/>
      <dgm:spPr/>
      <dgm:t>
        <a:bodyPr/>
        <a:lstStyle/>
        <a:p>
          <a:endParaRPr lang="en-US"/>
        </a:p>
      </dgm:t>
    </dgm:pt>
    <dgm:pt modelId="{775A41F0-E2CD-483C-948E-4C4DCDBE23C6}" type="sibTrans" cxnId="{CCB86B93-3845-428F-8411-A023AC4BDDEB}">
      <dgm:prSet/>
      <dgm:spPr/>
      <dgm:t>
        <a:bodyPr/>
        <a:lstStyle/>
        <a:p>
          <a:endParaRPr lang="en-US"/>
        </a:p>
      </dgm:t>
    </dgm:pt>
    <dgm:pt modelId="{33C77B4B-AC4C-4101-BE80-BB3417553860}" type="pres">
      <dgm:prSet presAssocID="{E3F7B911-0DB8-46F7-A6CB-A937DE7F5972}" presName="Name0" presStyleCnt="0">
        <dgm:presLayoutVars>
          <dgm:dir/>
          <dgm:resizeHandles val="exact"/>
        </dgm:presLayoutVars>
      </dgm:prSet>
      <dgm:spPr/>
    </dgm:pt>
    <dgm:pt modelId="{69C0042D-507E-4F9E-94A8-E94955ADB76F}" type="pres">
      <dgm:prSet presAssocID="{43DA3B73-85CC-44C7-99AF-E8675AAB11F1}" presName="node" presStyleLbl="node1" presStyleIdx="0" presStyleCnt="5">
        <dgm:presLayoutVars>
          <dgm:bulletEnabled val="1"/>
        </dgm:presLayoutVars>
      </dgm:prSet>
      <dgm:spPr/>
    </dgm:pt>
    <dgm:pt modelId="{C995A894-0AFA-453F-8460-3BDDD034C9F0}" type="pres">
      <dgm:prSet presAssocID="{A3169168-C8F4-4A32-9005-27C2332994A7}" presName="sibTrans" presStyleLbl="sibTrans2D1" presStyleIdx="0" presStyleCnt="4"/>
      <dgm:spPr/>
    </dgm:pt>
    <dgm:pt modelId="{8C1AB374-B3F6-4375-BF8E-0EF0B9A03D5F}" type="pres">
      <dgm:prSet presAssocID="{A3169168-C8F4-4A32-9005-27C2332994A7}" presName="connectorText" presStyleLbl="sibTrans2D1" presStyleIdx="0" presStyleCnt="4"/>
      <dgm:spPr/>
    </dgm:pt>
    <dgm:pt modelId="{94DB21CA-9344-453D-8C21-40F12F0D3889}" type="pres">
      <dgm:prSet presAssocID="{ADFB60DE-7B6B-42C9-98FD-F94B3F204B4D}" presName="node" presStyleLbl="node1" presStyleIdx="1" presStyleCnt="5">
        <dgm:presLayoutVars>
          <dgm:bulletEnabled val="1"/>
        </dgm:presLayoutVars>
      </dgm:prSet>
      <dgm:spPr/>
    </dgm:pt>
    <dgm:pt modelId="{60985EB9-42F5-4968-91E1-F1C3464F83DB}" type="pres">
      <dgm:prSet presAssocID="{A97DF006-03C2-4032-A233-78BD76A63D3D}" presName="sibTrans" presStyleLbl="sibTrans2D1" presStyleIdx="1" presStyleCnt="4"/>
      <dgm:spPr/>
    </dgm:pt>
    <dgm:pt modelId="{EAD196ED-2637-4521-AC20-12D40696FBB7}" type="pres">
      <dgm:prSet presAssocID="{A97DF006-03C2-4032-A233-78BD76A63D3D}" presName="connectorText" presStyleLbl="sibTrans2D1" presStyleIdx="1" presStyleCnt="4"/>
      <dgm:spPr/>
    </dgm:pt>
    <dgm:pt modelId="{BCD86AF2-2522-4648-B7B2-23EC01768288}" type="pres">
      <dgm:prSet presAssocID="{360C9A48-81FE-4D65-9516-B232CA206B0B}" presName="node" presStyleLbl="node1" presStyleIdx="2" presStyleCnt="5">
        <dgm:presLayoutVars>
          <dgm:bulletEnabled val="1"/>
        </dgm:presLayoutVars>
      </dgm:prSet>
      <dgm:spPr/>
    </dgm:pt>
    <dgm:pt modelId="{42963792-B266-4648-A606-495C07C981FB}" type="pres">
      <dgm:prSet presAssocID="{E97D0C73-F383-4117-A7E5-7A3FF09471D3}" presName="sibTrans" presStyleLbl="sibTrans2D1" presStyleIdx="2" presStyleCnt="4"/>
      <dgm:spPr/>
    </dgm:pt>
    <dgm:pt modelId="{C7FE0866-5A38-4AB6-9BDD-3EA0723D1400}" type="pres">
      <dgm:prSet presAssocID="{E97D0C73-F383-4117-A7E5-7A3FF09471D3}" presName="connectorText" presStyleLbl="sibTrans2D1" presStyleIdx="2" presStyleCnt="4"/>
      <dgm:spPr/>
    </dgm:pt>
    <dgm:pt modelId="{0941CEB6-4744-4A4C-B3F9-AE9B3291FC66}" type="pres">
      <dgm:prSet presAssocID="{A38E3FB1-74C2-416C-962C-208A8CC26451}" presName="node" presStyleLbl="node1" presStyleIdx="3" presStyleCnt="5">
        <dgm:presLayoutVars>
          <dgm:bulletEnabled val="1"/>
        </dgm:presLayoutVars>
      </dgm:prSet>
      <dgm:spPr/>
    </dgm:pt>
    <dgm:pt modelId="{2297CA2F-E4E3-4CAA-9DAC-31EBDE18A66E}" type="pres">
      <dgm:prSet presAssocID="{BCA34D4F-D34A-4E7F-8060-EE5CDCEDEBC9}" presName="sibTrans" presStyleLbl="sibTrans2D1" presStyleIdx="3" presStyleCnt="4"/>
      <dgm:spPr/>
    </dgm:pt>
    <dgm:pt modelId="{54FB4166-E42F-4144-9064-5D0A6108B512}" type="pres">
      <dgm:prSet presAssocID="{BCA34D4F-D34A-4E7F-8060-EE5CDCEDEBC9}" presName="connectorText" presStyleLbl="sibTrans2D1" presStyleIdx="3" presStyleCnt="4"/>
      <dgm:spPr/>
    </dgm:pt>
    <dgm:pt modelId="{7807F26B-8DA3-4C05-AC81-9B09DFFBB862}" type="pres">
      <dgm:prSet presAssocID="{2063F73A-6D48-4171-9BCC-3A5159FCFBE3}" presName="node" presStyleLbl="node1" presStyleIdx="4" presStyleCnt="5">
        <dgm:presLayoutVars>
          <dgm:bulletEnabled val="1"/>
        </dgm:presLayoutVars>
      </dgm:prSet>
      <dgm:spPr/>
    </dgm:pt>
  </dgm:ptLst>
  <dgm:cxnLst>
    <dgm:cxn modelId="{373BB105-BD9B-482D-93E7-3D2A93F643C0}" type="presOf" srcId="{0F52510D-04B1-43CC-97FD-7BBD63C4D854}" destId="{69C0042D-507E-4F9E-94A8-E94955ADB76F}" srcOrd="0" destOrd="4" presId="urn:microsoft.com/office/officeart/2005/8/layout/process1"/>
    <dgm:cxn modelId="{E1DB8706-943A-41DE-857B-FD1004514511}" srcId="{360C9A48-81FE-4D65-9516-B232CA206B0B}" destId="{B27230E2-A17D-4220-80FE-46D64297B343}" srcOrd="0" destOrd="0" parTransId="{D985146F-41BC-41F7-BD5A-34637F24A6B1}" sibTransId="{1D9A2E75-6B4A-4BA3-BDC6-C1C8E25DEF5F}"/>
    <dgm:cxn modelId="{8B50E507-1CF5-4604-8206-39FABB967420}" type="presOf" srcId="{A97DF006-03C2-4032-A233-78BD76A63D3D}" destId="{60985EB9-42F5-4968-91E1-F1C3464F83DB}" srcOrd="0" destOrd="0" presId="urn:microsoft.com/office/officeart/2005/8/layout/process1"/>
    <dgm:cxn modelId="{E8787317-170A-4679-B5D4-515276EDD2E3}" type="presOf" srcId="{A3169168-C8F4-4A32-9005-27C2332994A7}" destId="{C995A894-0AFA-453F-8460-3BDDD034C9F0}" srcOrd="0" destOrd="0" presId="urn:microsoft.com/office/officeart/2005/8/layout/process1"/>
    <dgm:cxn modelId="{4AD42824-2F58-47D8-B6AC-498408ADB519}" srcId="{E3F7B911-0DB8-46F7-A6CB-A937DE7F5972}" destId="{2063F73A-6D48-4171-9BCC-3A5159FCFBE3}" srcOrd="4" destOrd="0" parTransId="{25077567-7832-4BBF-8124-97EF66740E53}" sibTransId="{DE743DFC-3175-4315-B0E1-7CE8009342DB}"/>
    <dgm:cxn modelId="{97B9692E-411D-4838-88AD-1C43A6F73083}" type="presOf" srcId="{360C9A48-81FE-4D65-9516-B232CA206B0B}" destId="{BCD86AF2-2522-4648-B7B2-23EC01768288}" srcOrd="0" destOrd="0" presId="urn:microsoft.com/office/officeart/2005/8/layout/process1"/>
    <dgm:cxn modelId="{13C49C2F-310A-4CF0-8235-FBDCD86AF66B}" type="presOf" srcId="{A38E3FB1-74C2-416C-962C-208A8CC26451}" destId="{0941CEB6-4744-4A4C-B3F9-AE9B3291FC66}" srcOrd="0" destOrd="0" presId="urn:microsoft.com/office/officeart/2005/8/layout/process1"/>
    <dgm:cxn modelId="{14F43930-AB62-4374-97B3-C3B06522240C}" type="presOf" srcId="{C9BC02D3-DAF3-483D-B2B5-6A810A3E5D23}" destId="{69C0042D-507E-4F9E-94A8-E94955ADB76F}" srcOrd="0" destOrd="3" presId="urn:microsoft.com/office/officeart/2005/8/layout/process1"/>
    <dgm:cxn modelId="{11B67C38-C0BB-4056-ABB9-B9C8C359F9CA}" type="presOf" srcId="{2063F73A-6D48-4171-9BCC-3A5159FCFBE3}" destId="{7807F26B-8DA3-4C05-AC81-9B09DFFBB862}" srcOrd="0" destOrd="0" presId="urn:microsoft.com/office/officeart/2005/8/layout/process1"/>
    <dgm:cxn modelId="{1079F93D-EFC9-4F63-A7D2-BA33A86E4DFC}" type="presOf" srcId="{BCA34D4F-D34A-4E7F-8060-EE5CDCEDEBC9}" destId="{2297CA2F-E4E3-4CAA-9DAC-31EBDE18A66E}" srcOrd="0" destOrd="0" presId="urn:microsoft.com/office/officeart/2005/8/layout/process1"/>
    <dgm:cxn modelId="{26FA8D5C-9E2D-43A2-86DB-EE2A3FA661CA}" type="presOf" srcId="{A97DF006-03C2-4032-A233-78BD76A63D3D}" destId="{EAD196ED-2637-4521-AC20-12D40696FBB7}" srcOrd="1" destOrd="0" presId="urn:microsoft.com/office/officeart/2005/8/layout/process1"/>
    <dgm:cxn modelId="{A3436A63-0B7B-4E1F-9868-5311457F2073}" srcId="{E3F7B911-0DB8-46F7-A6CB-A937DE7F5972}" destId="{A38E3FB1-74C2-416C-962C-208A8CC26451}" srcOrd="3" destOrd="0" parTransId="{9E752F19-DAF8-4077-BC1B-196EAE64B4D1}" sibTransId="{BCA34D4F-D34A-4E7F-8060-EE5CDCEDEBC9}"/>
    <dgm:cxn modelId="{8C6FAC44-1A20-4525-8EB8-2F9740001F7B}" type="presOf" srcId="{4ED935BC-B6F4-4023-8157-90A00E4288D9}" destId="{69C0042D-507E-4F9E-94A8-E94955ADB76F}" srcOrd="0" destOrd="2" presId="urn:microsoft.com/office/officeart/2005/8/layout/process1"/>
    <dgm:cxn modelId="{D680D866-82DC-42E8-93B4-13F314842A5A}" type="presOf" srcId="{66FFFF39-03D1-479F-A004-0C1A91BCD012}" destId="{7807F26B-8DA3-4C05-AC81-9B09DFFBB862}" srcOrd="0" destOrd="1" presId="urn:microsoft.com/office/officeart/2005/8/layout/process1"/>
    <dgm:cxn modelId="{C99CE768-EC43-4487-A92D-7422C1A1183F}" type="presOf" srcId="{FF9F707B-CECE-4E78-99EB-914DC0A31ECF}" destId="{0941CEB6-4744-4A4C-B3F9-AE9B3291FC66}" srcOrd="0" destOrd="1" presId="urn:microsoft.com/office/officeart/2005/8/layout/process1"/>
    <dgm:cxn modelId="{9D26AD6A-9892-4AC4-A58F-4C551EC94151}" srcId="{43DA3B73-85CC-44C7-99AF-E8675AAB11F1}" destId="{A992AD57-2B29-405E-A673-4C8FE2DCB2F0}" srcOrd="0" destOrd="0" parTransId="{A107BC28-DE52-4594-8495-7F55B444C020}" sibTransId="{E8BD408A-94EB-4640-B731-4BB67C578ABF}"/>
    <dgm:cxn modelId="{BB46DB6A-79CE-4A48-9BD1-A2DD18A4D36D}" type="presOf" srcId="{E3F7B911-0DB8-46F7-A6CB-A937DE7F5972}" destId="{33C77B4B-AC4C-4101-BE80-BB3417553860}" srcOrd="0" destOrd="0" presId="urn:microsoft.com/office/officeart/2005/8/layout/process1"/>
    <dgm:cxn modelId="{2067A66C-5E78-49CD-BF13-380CF2200C11}" type="presOf" srcId="{BCA34D4F-D34A-4E7F-8060-EE5CDCEDEBC9}" destId="{54FB4166-E42F-4144-9064-5D0A6108B512}" srcOrd="1" destOrd="0" presId="urn:microsoft.com/office/officeart/2005/8/layout/process1"/>
    <dgm:cxn modelId="{131F2674-DD6F-469D-917E-E2EE098B29BC}" srcId="{E3F7B911-0DB8-46F7-A6CB-A937DE7F5972}" destId="{43DA3B73-85CC-44C7-99AF-E8675AAB11F1}" srcOrd="0" destOrd="0" parTransId="{9F019D3D-4D19-4593-B070-40268D2F2EB5}" sibTransId="{A3169168-C8F4-4A32-9005-27C2332994A7}"/>
    <dgm:cxn modelId="{541F8A77-0852-4130-A267-CB2C1482A6E8}" type="presOf" srcId="{E97D0C73-F383-4117-A7E5-7A3FF09471D3}" destId="{42963792-B266-4648-A606-495C07C981FB}" srcOrd="0" destOrd="0" presId="urn:microsoft.com/office/officeart/2005/8/layout/process1"/>
    <dgm:cxn modelId="{78861782-068A-488A-B1C5-09CC575B5D80}" srcId="{E3F7B911-0DB8-46F7-A6CB-A937DE7F5972}" destId="{360C9A48-81FE-4D65-9516-B232CA206B0B}" srcOrd="2" destOrd="0" parTransId="{0B625C4F-CCA9-4175-983E-88805D77AAC5}" sibTransId="{E97D0C73-F383-4117-A7E5-7A3FF09471D3}"/>
    <dgm:cxn modelId="{CCB86B93-3845-428F-8411-A023AC4BDDEB}" srcId="{2063F73A-6D48-4171-9BCC-3A5159FCFBE3}" destId="{66FFFF39-03D1-479F-A004-0C1A91BCD012}" srcOrd="0" destOrd="0" parTransId="{4A5EDA08-68C0-4719-B835-6AECC589A5D1}" sibTransId="{775A41F0-E2CD-483C-948E-4C4DCDBE23C6}"/>
    <dgm:cxn modelId="{17E4239A-DE32-4B78-BE06-CFE7B8B50D59}" srcId="{ADFB60DE-7B6B-42C9-98FD-F94B3F204B4D}" destId="{801389A1-08AD-4217-99F1-17D044229FA0}" srcOrd="0" destOrd="0" parTransId="{BC314620-F755-43B8-B2B8-D38FEAD5BE47}" sibTransId="{9C7BD2E7-B2D7-4F25-A967-AB9E699AD0E3}"/>
    <dgm:cxn modelId="{150939AA-2A95-4B47-BDB9-FCBABC3FCAF5}" srcId="{E3F7B911-0DB8-46F7-A6CB-A937DE7F5972}" destId="{ADFB60DE-7B6B-42C9-98FD-F94B3F204B4D}" srcOrd="1" destOrd="0" parTransId="{A671AC3F-4FF4-419F-B14B-178228C3B3F5}" sibTransId="{A97DF006-03C2-4032-A233-78BD76A63D3D}"/>
    <dgm:cxn modelId="{881D80AA-1DB5-4D05-B4BE-DEB9948C817E}" type="presOf" srcId="{A3169168-C8F4-4A32-9005-27C2332994A7}" destId="{8C1AB374-B3F6-4375-BF8E-0EF0B9A03D5F}" srcOrd="1" destOrd="0" presId="urn:microsoft.com/office/officeart/2005/8/layout/process1"/>
    <dgm:cxn modelId="{78A882AF-41EB-40C3-8636-7416EA57980A}" srcId="{A992AD57-2B29-405E-A673-4C8FE2DCB2F0}" destId="{C9BC02D3-DAF3-483D-B2B5-6A810A3E5D23}" srcOrd="1" destOrd="0" parTransId="{0D7DD7AB-4B3F-4B26-9699-8D069D27EBFE}" sibTransId="{14A04E87-4E78-4857-8660-A2A290C3C448}"/>
    <dgm:cxn modelId="{E38AD1BC-B1F2-48A3-9F4E-9F4B093FDAEC}" type="presOf" srcId="{43DA3B73-85CC-44C7-99AF-E8675AAB11F1}" destId="{69C0042D-507E-4F9E-94A8-E94955ADB76F}" srcOrd="0" destOrd="0" presId="urn:microsoft.com/office/officeart/2005/8/layout/process1"/>
    <dgm:cxn modelId="{B714FBC5-D059-4484-9BC2-66EECB500B12}" type="presOf" srcId="{A992AD57-2B29-405E-A673-4C8FE2DCB2F0}" destId="{69C0042D-507E-4F9E-94A8-E94955ADB76F}" srcOrd="0" destOrd="1" presId="urn:microsoft.com/office/officeart/2005/8/layout/process1"/>
    <dgm:cxn modelId="{E20D28C7-268F-4C82-A0F1-EBBD25300B26}" type="presOf" srcId="{E97D0C73-F383-4117-A7E5-7A3FF09471D3}" destId="{C7FE0866-5A38-4AB6-9BDD-3EA0723D1400}" srcOrd="1" destOrd="0" presId="urn:microsoft.com/office/officeart/2005/8/layout/process1"/>
    <dgm:cxn modelId="{0DC4C7C8-8BFE-40E5-83C2-29B21DE73171}" type="presOf" srcId="{ADFB60DE-7B6B-42C9-98FD-F94B3F204B4D}" destId="{94DB21CA-9344-453D-8C21-40F12F0D3889}" srcOrd="0" destOrd="0" presId="urn:microsoft.com/office/officeart/2005/8/layout/process1"/>
    <dgm:cxn modelId="{AAC299C9-BA83-43E5-94A0-81B18092AFEC}" type="presOf" srcId="{5B1735AB-8363-41EB-A9A6-B25D2636DC13}" destId="{69C0042D-507E-4F9E-94A8-E94955ADB76F}" srcOrd="0" destOrd="5" presId="urn:microsoft.com/office/officeart/2005/8/layout/process1"/>
    <dgm:cxn modelId="{FEEA18CF-B05D-4F84-9B2B-A59126D73B0B}" srcId="{A38E3FB1-74C2-416C-962C-208A8CC26451}" destId="{FF9F707B-CECE-4E78-99EB-914DC0A31ECF}" srcOrd="0" destOrd="0" parTransId="{FB17E8DF-B400-423B-9CB4-4C38E1A393D0}" sibTransId="{1B2FE90C-EAEA-4A43-A64F-69ABBDDABCEB}"/>
    <dgm:cxn modelId="{AB8346D2-7479-4A8A-9B9E-3E06B25A4101}" type="presOf" srcId="{801389A1-08AD-4217-99F1-17D044229FA0}" destId="{94DB21CA-9344-453D-8C21-40F12F0D3889}" srcOrd="0" destOrd="1" presId="urn:microsoft.com/office/officeart/2005/8/layout/process1"/>
    <dgm:cxn modelId="{7A7BB4F0-1C5C-48CB-8901-89C2F8777FD9}" srcId="{A992AD57-2B29-405E-A673-4C8FE2DCB2F0}" destId="{4ED935BC-B6F4-4023-8157-90A00E4288D9}" srcOrd="0" destOrd="0" parTransId="{770B9806-9CD8-4654-A8B8-3D70D0747D19}" sibTransId="{615EA72B-289C-47B9-87A6-D11B04775F76}"/>
    <dgm:cxn modelId="{66DE21FB-DA00-48E7-8841-EB738D68F62C}" srcId="{A992AD57-2B29-405E-A673-4C8FE2DCB2F0}" destId="{5B1735AB-8363-41EB-A9A6-B25D2636DC13}" srcOrd="3" destOrd="0" parTransId="{258247BB-E99C-4C40-A6F3-2BCFF7F3F021}" sibTransId="{A1728D92-C6B8-42BE-B7DA-7498106C25C1}"/>
    <dgm:cxn modelId="{CD2010FC-CBD9-4366-BBB7-A2370EB4C245}" srcId="{A992AD57-2B29-405E-A673-4C8FE2DCB2F0}" destId="{0F52510D-04B1-43CC-97FD-7BBD63C4D854}" srcOrd="2" destOrd="0" parTransId="{7A0826B7-80B0-4499-9F07-B0CEFEBCCB15}" sibTransId="{000FE71D-E956-498B-A2D5-3FE5EE89E851}"/>
    <dgm:cxn modelId="{44EB4AFF-CFAA-4C07-A2E3-FCFCFC4805D0}" type="presOf" srcId="{B27230E2-A17D-4220-80FE-46D64297B343}" destId="{BCD86AF2-2522-4648-B7B2-23EC01768288}" srcOrd="0" destOrd="1" presId="urn:microsoft.com/office/officeart/2005/8/layout/process1"/>
    <dgm:cxn modelId="{A3EEBC4C-D696-420C-9548-292C5BAFC381}" type="presParOf" srcId="{33C77B4B-AC4C-4101-BE80-BB3417553860}" destId="{69C0042D-507E-4F9E-94A8-E94955ADB76F}" srcOrd="0" destOrd="0" presId="urn:microsoft.com/office/officeart/2005/8/layout/process1"/>
    <dgm:cxn modelId="{74064A54-7EF8-41C7-AE1A-BB20A8BAC8C0}" type="presParOf" srcId="{33C77B4B-AC4C-4101-BE80-BB3417553860}" destId="{C995A894-0AFA-453F-8460-3BDDD034C9F0}" srcOrd="1" destOrd="0" presId="urn:microsoft.com/office/officeart/2005/8/layout/process1"/>
    <dgm:cxn modelId="{42219523-EF2A-4B71-AADE-F502E30D150F}" type="presParOf" srcId="{C995A894-0AFA-453F-8460-3BDDD034C9F0}" destId="{8C1AB374-B3F6-4375-BF8E-0EF0B9A03D5F}" srcOrd="0" destOrd="0" presId="urn:microsoft.com/office/officeart/2005/8/layout/process1"/>
    <dgm:cxn modelId="{2E862AAC-1707-4857-9DE2-CB1A6192A062}" type="presParOf" srcId="{33C77B4B-AC4C-4101-BE80-BB3417553860}" destId="{94DB21CA-9344-453D-8C21-40F12F0D3889}" srcOrd="2" destOrd="0" presId="urn:microsoft.com/office/officeart/2005/8/layout/process1"/>
    <dgm:cxn modelId="{E56D702D-0BD3-45F5-9E8A-6285E21BF72E}" type="presParOf" srcId="{33C77B4B-AC4C-4101-BE80-BB3417553860}" destId="{60985EB9-42F5-4968-91E1-F1C3464F83DB}" srcOrd="3" destOrd="0" presId="urn:microsoft.com/office/officeart/2005/8/layout/process1"/>
    <dgm:cxn modelId="{89C02620-D853-4447-8CB1-200CE276630A}" type="presParOf" srcId="{60985EB9-42F5-4968-91E1-F1C3464F83DB}" destId="{EAD196ED-2637-4521-AC20-12D40696FBB7}" srcOrd="0" destOrd="0" presId="urn:microsoft.com/office/officeart/2005/8/layout/process1"/>
    <dgm:cxn modelId="{41356EBF-EA7A-4518-B314-C85465DD60D5}" type="presParOf" srcId="{33C77B4B-AC4C-4101-BE80-BB3417553860}" destId="{BCD86AF2-2522-4648-B7B2-23EC01768288}" srcOrd="4" destOrd="0" presId="urn:microsoft.com/office/officeart/2005/8/layout/process1"/>
    <dgm:cxn modelId="{FBE42AA9-721C-4844-B0F1-CCA2BAD003BC}" type="presParOf" srcId="{33C77B4B-AC4C-4101-BE80-BB3417553860}" destId="{42963792-B266-4648-A606-495C07C981FB}" srcOrd="5" destOrd="0" presId="urn:microsoft.com/office/officeart/2005/8/layout/process1"/>
    <dgm:cxn modelId="{33FB0A03-6E92-4F9C-8F36-2CA9B558087D}" type="presParOf" srcId="{42963792-B266-4648-A606-495C07C981FB}" destId="{C7FE0866-5A38-4AB6-9BDD-3EA0723D1400}" srcOrd="0" destOrd="0" presId="urn:microsoft.com/office/officeart/2005/8/layout/process1"/>
    <dgm:cxn modelId="{95CA412C-C13C-4F33-B878-9724F580FF8B}" type="presParOf" srcId="{33C77B4B-AC4C-4101-BE80-BB3417553860}" destId="{0941CEB6-4744-4A4C-B3F9-AE9B3291FC66}" srcOrd="6" destOrd="0" presId="urn:microsoft.com/office/officeart/2005/8/layout/process1"/>
    <dgm:cxn modelId="{1D45963A-9C3B-4EE7-8BAA-42AA1C291C18}" type="presParOf" srcId="{33C77B4B-AC4C-4101-BE80-BB3417553860}" destId="{2297CA2F-E4E3-4CAA-9DAC-31EBDE18A66E}" srcOrd="7" destOrd="0" presId="urn:microsoft.com/office/officeart/2005/8/layout/process1"/>
    <dgm:cxn modelId="{B786256B-F892-41CF-BC10-7B27DA60562C}" type="presParOf" srcId="{2297CA2F-E4E3-4CAA-9DAC-31EBDE18A66E}" destId="{54FB4166-E42F-4144-9064-5D0A6108B512}" srcOrd="0" destOrd="0" presId="urn:microsoft.com/office/officeart/2005/8/layout/process1"/>
    <dgm:cxn modelId="{046152D9-7E35-49B9-B8FD-DC77E07E82E9}" type="presParOf" srcId="{33C77B4B-AC4C-4101-BE80-BB3417553860}" destId="{7807F26B-8DA3-4C05-AC81-9B09DFFBB862}" srcOrd="8"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3F7B911-0DB8-46F7-A6CB-A937DE7F5972}" type="doc">
      <dgm:prSet loTypeId="urn:microsoft.com/office/officeart/2005/8/layout/process1" loCatId="process" qsTypeId="urn:microsoft.com/office/officeart/2005/8/quickstyle/simple5" qsCatId="simple" csTypeId="urn:microsoft.com/office/officeart/2005/8/colors/accent1_2" csCatId="accent1" phldr="1"/>
      <dgm:spPr/>
      <dgm:t>
        <a:bodyPr/>
        <a:lstStyle/>
        <a:p>
          <a:endParaRPr lang="en-US"/>
        </a:p>
      </dgm:t>
    </dgm:pt>
    <dgm:pt modelId="{43DA3B73-85CC-44C7-99AF-E8675AAB11F1}">
      <dgm:prSet phldrT="[Text]">
        <dgm:style>
          <a:lnRef idx="2">
            <a:schemeClr val="dk1"/>
          </a:lnRef>
          <a:fillRef idx="1">
            <a:schemeClr val="lt1"/>
          </a:fillRef>
          <a:effectRef idx="0">
            <a:schemeClr val="dk1"/>
          </a:effectRef>
          <a:fontRef idx="minor">
            <a:schemeClr val="dk1"/>
          </a:fontRef>
        </dgm:style>
      </dgm:prSet>
      <dgm:spPr/>
      <dgm:t>
        <a:bodyPr/>
        <a:lstStyle/>
        <a:p>
          <a:r>
            <a:rPr lang="en-US" b="1" dirty="0"/>
            <a:t>Requirement Gathering</a:t>
          </a:r>
        </a:p>
      </dgm:t>
    </dgm:pt>
    <dgm:pt modelId="{9F019D3D-4D19-4593-B070-40268D2F2EB5}" type="parTrans" cxnId="{131F2674-DD6F-469D-917E-E2EE098B29BC}">
      <dgm:prSet/>
      <dgm:spPr/>
      <dgm:t>
        <a:bodyPr/>
        <a:lstStyle/>
        <a:p>
          <a:endParaRPr lang="en-US"/>
        </a:p>
      </dgm:t>
    </dgm:pt>
    <dgm:pt modelId="{A3169168-C8F4-4A32-9005-27C2332994A7}" type="sibTrans" cxnId="{131F2674-DD6F-469D-917E-E2EE098B29BC}">
      <dgm:prSet/>
      <dgm:spPr/>
      <dgm:t>
        <a:bodyPr/>
        <a:lstStyle/>
        <a:p>
          <a:endParaRPr lang="en-US"/>
        </a:p>
      </dgm:t>
    </dgm:pt>
    <dgm:pt modelId="{360C9A48-81FE-4D65-9516-B232CA206B0B}">
      <dgm:prSet>
        <dgm:style>
          <a:lnRef idx="2">
            <a:schemeClr val="dk1"/>
          </a:lnRef>
          <a:fillRef idx="1">
            <a:schemeClr val="lt1"/>
          </a:fillRef>
          <a:effectRef idx="0">
            <a:schemeClr val="dk1"/>
          </a:effectRef>
          <a:fontRef idx="minor">
            <a:schemeClr val="dk1"/>
          </a:fontRef>
        </dgm:style>
      </dgm:prSet>
      <dgm:spPr/>
      <dgm:t>
        <a:bodyPr/>
        <a:lstStyle/>
        <a:p>
          <a:r>
            <a:rPr lang="en-US" b="1" dirty="0"/>
            <a:t>Logical Design</a:t>
          </a:r>
        </a:p>
      </dgm:t>
    </dgm:pt>
    <dgm:pt modelId="{0B625C4F-CCA9-4175-983E-88805D77AAC5}" type="parTrans" cxnId="{78861782-068A-488A-B1C5-09CC575B5D80}">
      <dgm:prSet/>
      <dgm:spPr/>
      <dgm:t>
        <a:bodyPr/>
        <a:lstStyle/>
        <a:p>
          <a:endParaRPr lang="en-US"/>
        </a:p>
      </dgm:t>
    </dgm:pt>
    <dgm:pt modelId="{E97D0C73-F383-4117-A7E5-7A3FF09471D3}" type="sibTrans" cxnId="{78861782-068A-488A-B1C5-09CC575B5D80}">
      <dgm:prSet/>
      <dgm:spPr/>
      <dgm:t>
        <a:bodyPr/>
        <a:lstStyle/>
        <a:p>
          <a:endParaRPr lang="en-US"/>
        </a:p>
      </dgm:t>
    </dgm:pt>
    <dgm:pt modelId="{A38E3FB1-74C2-416C-962C-208A8CC26451}">
      <dgm:prSet>
        <dgm:style>
          <a:lnRef idx="0">
            <a:schemeClr val="accent1"/>
          </a:lnRef>
          <a:fillRef idx="3">
            <a:schemeClr val="accent1"/>
          </a:fillRef>
          <a:effectRef idx="3">
            <a:schemeClr val="accent1"/>
          </a:effectRef>
          <a:fontRef idx="minor">
            <a:schemeClr val="lt1"/>
          </a:fontRef>
        </dgm:style>
      </dgm:prSet>
      <dgm:spPr/>
      <dgm:t>
        <a:bodyPr/>
        <a:lstStyle/>
        <a:p>
          <a:r>
            <a:rPr lang="en-US" b="1" dirty="0"/>
            <a:t>Physical Design</a:t>
          </a:r>
        </a:p>
      </dgm:t>
    </dgm:pt>
    <dgm:pt modelId="{9E752F19-DAF8-4077-BC1B-196EAE64B4D1}" type="parTrans" cxnId="{A3436A63-0B7B-4E1F-9868-5311457F2073}">
      <dgm:prSet/>
      <dgm:spPr/>
      <dgm:t>
        <a:bodyPr/>
        <a:lstStyle/>
        <a:p>
          <a:endParaRPr lang="en-US"/>
        </a:p>
      </dgm:t>
    </dgm:pt>
    <dgm:pt modelId="{BCA34D4F-D34A-4E7F-8060-EE5CDCEDEBC9}" type="sibTrans" cxnId="{A3436A63-0B7B-4E1F-9868-5311457F2073}">
      <dgm:prSet/>
      <dgm:spPr/>
      <dgm:t>
        <a:bodyPr/>
        <a:lstStyle/>
        <a:p>
          <a:endParaRPr lang="en-US"/>
        </a:p>
      </dgm:t>
    </dgm:pt>
    <dgm:pt modelId="{2063F73A-6D48-4171-9BCC-3A5159FCFBE3}">
      <dgm:prSet>
        <dgm:style>
          <a:lnRef idx="2">
            <a:schemeClr val="accent5"/>
          </a:lnRef>
          <a:fillRef idx="1">
            <a:schemeClr val="lt1"/>
          </a:fillRef>
          <a:effectRef idx="0">
            <a:schemeClr val="accent5"/>
          </a:effectRef>
          <a:fontRef idx="minor">
            <a:schemeClr val="dk1"/>
          </a:fontRef>
        </dgm:style>
      </dgm:prSet>
      <dgm:spPr/>
      <dgm:t>
        <a:bodyPr/>
        <a:lstStyle/>
        <a:p>
          <a:r>
            <a:rPr lang="en-US" b="1"/>
            <a:t>Installation and Maintenance</a:t>
          </a:r>
        </a:p>
      </dgm:t>
    </dgm:pt>
    <dgm:pt modelId="{25077567-7832-4BBF-8124-97EF66740E53}" type="parTrans" cxnId="{4AD42824-2F58-47D8-B6AC-498408ADB519}">
      <dgm:prSet/>
      <dgm:spPr/>
      <dgm:t>
        <a:bodyPr/>
        <a:lstStyle/>
        <a:p>
          <a:endParaRPr lang="en-US"/>
        </a:p>
      </dgm:t>
    </dgm:pt>
    <dgm:pt modelId="{DE743DFC-3175-4315-B0E1-7CE8009342DB}" type="sibTrans" cxnId="{4AD42824-2F58-47D8-B6AC-498408ADB519}">
      <dgm:prSet/>
      <dgm:spPr/>
      <dgm:t>
        <a:bodyPr/>
        <a:lstStyle/>
        <a:p>
          <a:endParaRPr lang="en-US"/>
        </a:p>
      </dgm:t>
    </dgm:pt>
    <dgm:pt modelId="{ADFB60DE-7B6B-42C9-98FD-F94B3F204B4D}">
      <dgm:prSet>
        <dgm:style>
          <a:lnRef idx="2">
            <a:schemeClr val="dk1"/>
          </a:lnRef>
          <a:fillRef idx="1">
            <a:schemeClr val="lt1"/>
          </a:fillRef>
          <a:effectRef idx="0">
            <a:schemeClr val="dk1"/>
          </a:effectRef>
          <a:fontRef idx="minor">
            <a:schemeClr val="dk1"/>
          </a:fontRef>
        </dgm:style>
      </dgm:prSet>
      <dgm:spPr/>
      <dgm:t>
        <a:bodyPr/>
        <a:lstStyle/>
        <a:p>
          <a:r>
            <a:rPr lang="en-US" b="1" dirty="0"/>
            <a:t>Analysis</a:t>
          </a:r>
        </a:p>
      </dgm:t>
    </dgm:pt>
    <dgm:pt modelId="{A97DF006-03C2-4032-A233-78BD76A63D3D}" type="sibTrans" cxnId="{150939AA-2A95-4B47-BDB9-FCBABC3FCAF5}">
      <dgm:prSet/>
      <dgm:spPr/>
      <dgm:t>
        <a:bodyPr/>
        <a:lstStyle/>
        <a:p>
          <a:endParaRPr lang="en-US"/>
        </a:p>
      </dgm:t>
    </dgm:pt>
    <dgm:pt modelId="{A671AC3F-4FF4-419F-B14B-178228C3B3F5}" type="parTrans" cxnId="{150939AA-2A95-4B47-BDB9-FCBABC3FCAF5}">
      <dgm:prSet/>
      <dgm:spPr/>
      <dgm:t>
        <a:bodyPr/>
        <a:lstStyle/>
        <a:p>
          <a:endParaRPr lang="en-US"/>
        </a:p>
      </dgm:t>
    </dgm:pt>
    <dgm:pt modelId="{A992AD57-2B29-405E-A673-4C8FE2DCB2F0}">
      <dgm:prSet>
        <dgm:style>
          <a:lnRef idx="2">
            <a:schemeClr val="dk1"/>
          </a:lnRef>
          <a:fillRef idx="1">
            <a:schemeClr val="lt1"/>
          </a:fillRef>
          <a:effectRef idx="0">
            <a:schemeClr val="dk1"/>
          </a:effectRef>
          <a:fontRef idx="minor">
            <a:schemeClr val="dk1"/>
          </a:fontRef>
        </dgm:style>
      </dgm:prSet>
      <dgm:spPr/>
      <dgm:t>
        <a:bodyPr/>
        <a:lstStyle/>
        <a:p>
          <a:r>
            <a:rPr lang="en-US"/>
            <a:t>Determine needs of: </a:t>
          </a:r>
        </a:p>
      </dgm:t>
    </dgm:pt>
    <dgm:pt modelId="{A107BC28-DE52-4594-8495-7F55B444C020}" type="parTrans" cxnId="{9D26AD6A-9892-4AC4-A58F-4C551EC94151}">
      <dgm:prSet/>
      <dgm:spPr/>
      <dgm:t>
        <a:bodyPr/>
        <a:lstStyle/>
        <a:p>
          <a:endParaRPr lang="en-US"/>
        </a:p>
      </dgm:t>
    </dgm:pt>
    <dgm:pt modelId="{E8BD408A-94EB-4640-B731-4BB67C578ABF}" type="sibTrans" cxnId="{9D26AD6A-9892-4AC4-A58F-4C551EC94151}">
      <dgm:prSet/>
      <dgm:spPr/>
      <dgm:t>
        <a:bodyPr/>
        <a:lstStyle/>
        <a:p>
          <a:endParaRPr lang="en-US"/>
        </a:p>
      </dgm:t>
    </dgm:pt>
    <dgm:pt modelId="{4ED935BC-B6F4-4023-8157-90A00E4288D9}">
      <dgm:prSet>
        <dgm:style>
          <a:lnRef idx="2">
            <a:schemeClr val="dk1"/>
          </a:lnRef>
          <a:fillRef idx="1">
            <a:schemeClr val="lt1"/>
          </a:fillRef>
          <a:effectRef idx="0">
            <a:schemeClr val="dk1"/>
          </a:effectRef>
          <a:fontRef idx="minor">
            <a:schemeClr val="dk1"/>
          </a:fontRef>
        </dgm:style>
      </dgm:prSet>
      <dgm:spPr/>
      <dgm:t>
        <a:bodyPr/>
        <a:lstStyle/>
        <a:p>
          <a:r>
            <a:rPr lang="en-US" dirty="0"/>
            <a:t>Business</a:t>
          </a:r>
        </a:p>
      </dgm:t>
    </dgm:pt>
    <dgm:pt modelId="{770B9806-9CD8-4654-A8B8-3D70D0747D19}" type="parTrans" cxnId="{7A7BB4F0-1C5C-48CB-8901-89C2F8777FD9}">
      <dgm:prSet/>
      <dgm:spPr/>
      <dgm:t>
        <a:bodyPr/>
        <a:lstStyle/>
        <a:p>
          <a:endParaRPr lang="en-US"/>
        </a:p>
      </dgm:t>
    </dgm:pt>
    <dgm:pt modelId="{615EA72B-289C-47B9-87A6-D11B04775F76}" type="sibTrans" cxnId="{7A7BB4F0-1C5C-48CB-8901-89C2F8777FD9}">
      <dgm:prSet/>
      <dgm:spPr/>
      <dgm:t>
        <a:bodyPr/>
        <a:lstStyle/>
        <a:p>
          <a:endParaRPr lang="en-US"/>
        </a:p>
      </dgm:t>
    </dgm:pt>
    <dgm:pt modelId="{C9BC02D3-DAF3-483D-B2B5-6A810A3E5D23}">
      <dgm:prSet>
        <dgm:style>
          <a:lnRef idx="2">
            <a:schemeClr val="dk1"/>
          </a:lnRef>
          <a:fillRef idx="1">
            <a:schemeClr val="lt1"/>
          </a:fillRef>
          <a:effectRef idx="0">
            <a:schemeClr val="dk1"/>
          </a:effectRef>
          <a:fontRef idx="minor">
            <a:schemeClr val="dk1"/>
          </a:fontRef>
        </dgm:style>
      </dgm:prSet>
      <dgm:spPr/>
      <dgm:t>
        <a:bodyPr/>
        <a:lstStyle/>
        <a:p>
          <a:r>
            <a:rPr lang="en-US"/>
            <a:t>Users</a:t>
          </a:r>
        </a:p>
      </dgm:t>
    </dgm:pt>
    <dgm:pt modelId="{0D7DD7AB-4B3F-4B26-9699-8D069D27EBFE}" type="parTrans" cxnId="{78A882AF-41EB-40C3-8636-7416EA57980A}">
      <dgm:prSet/>
      <dgm:spPr/>
      <dgm:t>
        <a:bodyPr/>
        <a:lstStyle/>
        <a:p>
          <a:endParaRPr lang="en-US"/>
        </a:p>
      </dgm:t>
    </dgm:pt>
    <dgm:pt modelId="{14A04E87-4E78-4857-8660-A2A290C3C448}" type="sibTrans" cxnId="{78A882AF-41EB-40C3-8636-7416EA57980A}">
      <dgm:prSet/>
      <dgm:spPr/>
      <dgm:t>
        <a:bodyPr/>
        <a:lstStyle/>
        <a:p>
          <a:endParaRPr lang="en-US"/>
        </a:p>
      </dgm:t>
    </dgm:pt>
    <dgm:pt modelId="{0F52510D-04B1-43CC-97FD-7BBD63C4D854}">
      <dgm:prSet>
        <dgm:style>
          <a:lnRef idx="2">
            <a:schemeClr val="dk1"/>
          </a:lnRef>
          <a:fillRef idx="1">
            <a:schemeClr val="lt1"/>
          </a:fillRef>
          <a:effectRef idx="0">
            <a:schemeClr val="dk1"/>
          </a:effectRef>
          <a:fontRef idx="minor">
            <a:schemeClr val="dk1"/>
          </a:fontRef>
        </dgm:style>
      </dgm:prSet>
      <dgm:spPr/>
      <dgm:t>
        <a:bodyPr/>
        <a:lstStyle/>
        <a:p>
          <a:r>
            <a:rPr lang="en-US"/>
            <a:t>Applications</a:t>
          </a:r>
        </a:p>
      </dgm:t>
    </dgm:pt>
    <dgm:pt modelId="{7A0826B7-80B0-4499-9F07-B0CEFEBCCB15}" type="parTrans" cxnId="{CD2010FC-CBD9-4366-BBB7-A2370EB4C245}">
      <dgm:prSet/>
      <dgm:spPr/>
      <dgm:t>
        <a:bodyPr/>
        <a:lstStyle/>
        <a:p>
          <a:endParaRPr lang="en-US"/>
        </a:p>
      </dgm:t>
    </dgm:pt>
    <dgm:pt modelId="{000FE71D-E956-498B-A2D5-3FE5EE89E851}" type="sibTrans" cxnId="{CD2010FC-CBD9-4366-BBB7-A2370EB4C245}">
      <dgm:prSet/>
      <dgm:spPr/>
      <dgm:t>
        <a:bodyPr/>
        <a:lstStyle/>
        <a:p>
          <a:endParaRPr lang="en-US"/>
        </a:p>
      </dgm:t>
    </dgm:pt>
    <dgm:pt modelId="{5B1735AB-8363-41EB-A9A6-B25D2636DC13}">
      <dgm:prSet>
        <dgm:style>
          <a:lnRef idx="2">
            <a:schemeClr val="dk1"/>
          </a:lnRef>
          <a:fillRef idx="1">
            <a:schemeClr val="lt1"/>
          </a:fillRef>
          <a:effectRef idx="0">
            <a:schemeClr val="dk1"/>
          </a:effectRef>
          <a:fontRef idx="minor">
            <a:schemeClr val="dk1"/>
          </a:fontRef>
        </dgm:style>
      </dgm:prSet>
      <dgm:spPr/>
      <dgm:t>
        <a:bodyPr/>
        <a:lstStyle/>
        <a:p>
          <a:r>
            <a:rPr lang="en-US"/>
            <a:t>Network</a:t>
          </a:r>
        </a:p>
      </dgm:t>
    </dgm:pt>
    <dgm:pt modelId="{258247BB-E99C-4C40-A6F3-2BCFF7F3F021}" type="parTrans" cxnId="{66DE21FB-DA00-48E7-8841-EB738D68F62C}">
      <dgm:prSet/>
      <dgm:spPr/>
      <dgm:t>
        <a:bodyPr/>
        <a:lstStyle/>
        <a:p>
          <a:endParaRPr lang="en-US"/>
        </a:p>
      </dgm:t>
    </dgm:pt>
    <dgm:pt modelId="{A1728D92-C6B8-42BE-B7DA-7498106C25C1}" type="sibTrans" cxnId="{66DE21FB-DA00-48E7-8841-EB738D68F62C}">
      <dgm:prSet/>
      <dgm:spPr/>
      <dgm:t>
        <a:bodyPr/>
        <a:lstStyle/>
        <a:p>
          <a:endParaRPr lang="en-US"/>
        </a:p>
      </dgm:t>
    </dgm:pt>
    <dgm:pt modelId="{801389A1-08AD-4217-99F1-17D044229FA0}">
      <dgm:prSet>
        <dgm:style>
          <a:lnRef idx="2">
            <a:schemeClr val="dk1"/>
          </a:lnRef>
          <a:fillRef idx="1">
            <a:schemeClr val="lt1"/>
          </a:fillRef>
          <a:effectRef idx="0">
            <a:schemeClr val="dk1"/>
          </a:effectRef>
          <a:fontRef idx="minor">
            <a:schemeClr val="dk1"/>
          </a:fontRef>
        </dgm:style>
      </dgm:prSet>
      <dgm:spPr/>
      <dgm:t>
        <a:bodyPr/>
        <a:lstStyle/>
        <a:p>
          <a:r>
            <a:rPr lang="en-US"/>
            <a:t>Estimate and measure traffic and device utilization</a:t>
          </a:r>
        </a:p>
      </dgm:t>
    </dgm:pt>
    <dgm:pt modelId="{BC314620-F755-43B8-B2B8-D38FEAD5BE47}" type="parTrans" cxnId="{17E4239A-DE32-4B78-BE06-CFE7B8B50D59}">
      <dgm:prSet/>
      <dgm:spPr/>
      <dgm:t>
        <a:bodyPr/>
        <a:lstStyle/>
        <a:p>
          <a:endParaRPr lang="en-US"/>
        </a:p>
      </dgm:t>
    </dgm:pt>
    <dgm:pt modelId="{9C7BD2E7-B2D7-4F25-A967-AB9E699AD0E3}" type="sibTrans" cxnId="{17E4239A-DE32-4B78-BE06-CFE7B8B50D59}">
      <dgm:prSet/>
      <dgm:spPr/>
      <dgm:t>
        <a:bodyPr/>
        <a:lstStyle/>
        <a:p>
          <a:endParaRPr lang="en-US"/>
        </a:p>
      </dgm:t>
    </dgm:pt>
    <dgm:pt modelId="{B27230E2-A17D-4220-80FE-46D64297B343}">
      <dgm:prSet>
        <dgm:style>
          <a:lnRef idx="2">
            <a:schemeClr val="dk1"/>
          </a:lnRef>
          <a:fillRef idx="1">
            <a:schemeClr val="lt1"/>
          </a:fillRef>
          <a:effectRef idx="0">
            <a:schemeClr val="dk1"/>
          </a:effectRef>
          <a:fontRef idx="minor">
            <a:schemeClr val="dk1"/>
          </a:fontRef>
        </dgm:style>
      </dgm:prSet>
      <dgm:spPr/>
      <dgm:t>
        <a:bodyPr/>
        <a:lstStyle/>
        <a:p>
          <a:r>
            <a:rPr lang="en-US"/>
            <a:t>Choose technologies that meet the requirements</a:t>
          </a:r>
        </a:p>
      </dgm:t>
    </dgm:pt>
    <dgm:pt modelId="{D985146F-41BC-41F7-BD5A-34637F24A6B1}" type="parTrans" cxnId="{E1DB8706-943A-41DE-857B-FD1004514511}">
      <dgm:prSet/>
      <dgm:spPr/>
      <dgm:t>
        <a:bodyPr/>
        <a:lstStyle/>
        <a:p>
          <a:endParaRPr lang="en-US"/>
        </a:p>
      </dgm:t>
    </dgm:pt>
    <dgm:pt modelId="{1D9A2E75-6B4A-4BA3-BDC6-C1C8E25DEF5F}" type="sibTrans" cxnId="{E1DB8706-943A-41DE-857B-FD1004514511}">
      <dgm:prSet/>
      <dgm:spPr/>
      <dgm:t>
        <a:bodyPr/>
        <a:lstStyle/>
        <a:p>
          <a:endParaRPr lang="en-US"/>
        </a:p>
      </dgm:t>
    </dgm:pt>
    <dgm:pt modelId="{FF9F707B-CECE-4E78-99EB-914DC0A31ECF}">
      <dgm:prSet>
        <dgm:style>
          <a:lnRef idx="0">
            <a:schemeClr val="accent1"/>
          </a:lnRef>
          <a:fillRef idx="3">
            <a:schemeClr val="accent1"/>
          </a:fillRef>
          <a:effectRef idx="3">
            <a:schemeClr val="accent1"/>
          </a:effectRef>
          <a:fontRef idx="minor">
            <a:schemeClr val="lt1"/>
          </a:fontRef>
        </dgm:style>
      </dgm:prSet>
      <dgm:spPr/>
      <dgm:t>
        <a:bodyPr/>
        <a:lstStyle/>
        <a:p>
          <a:r>
            <a:rPr lang="en-US" dirty="0"/>
            <a:t>Apply the Logical Design to the physical space</a:t>
          </a:r>
        </a:p>
      </dgm:t>
    </dgm:pt>
    <dgm:pt modelId="{FB17E8DF-B400-423B-9CB4-4C38E1A393D0}" type="parTrans" cxnId="{FEEA18CF-B05D-4F84-9B2B-A59126D73B0B}">
      <dgm:prSet/>
      <dgm:spPr/>
      <dgm:t>
        <a:bodyPr/>
        <a:lstStyle/>
        <a:p>
          <a:endParaRPr lang="en-US"/>
        </a:p>
      </dgm:t>
    </dgm:pt>
    <dgm:pt modelId="{1B2FE90C-EAEA-4A43-A64F-69ABBDDABCEB}" type="sibTrans" cxnId="{FEEA18CF-B05D-4F84-9B2B-A59126D73B0B}">
      <dgm:prSet/>
      <dgm:spPr/>
      <dgm:t>
        <a:bodyPr/>
        <a:lstStyle/>
        <a:p>
          <a:endParaRPr lang="en-US"/>
        </a:p>
      </dgm:t>
    </dgm:pt>
    <dgm:pt modelId="{66FFFF39-03D1-479F-A004-0C1A91BCD012}">
      <dgm:prSet>
        <dgm:style>
          <a:lnRef idx="2">
            <a:schemeClr val="accent5"/>
          </a:lnRef>
          <a:fillRef idx="1">
            <a:schemeClr val="lt1"/>
          </a:fillRef>
          <a:effectRef idx="0">
            <a:schemeClr val="accent5"/>
          </a:effectRef>
          <a:fontRef idx="minor">
            <a:schemeClr val="dk1"/>
          </a:fontRef>
        </dgm:style>
      </dgm:prSet>
      <dgm:spPr/>
      <dgm:t>
        <a:bodyPr/>
        <a:lstStyle/>
        <a:p>
          <a:r>
            <a:rPr lang="en-US"/>
            <a:t>Implement the Physical Design</a:t>
          </a:r>
        </a:p>
      </dgm:t>
    </dgm:pt>
    <dgm:pt modelId="{4A5EDA08-68C0-4719-B835-6AECC589A5D1}" type="parTrans" cxnId="{CCB86B93-3845-428F-8411-A023AC4BDDEB}">
      <dgm:prSet/>
      <dgm:spPr/>
      <dgm:t>
        <a:bodyPr/>
        <a:lstStyle/>
        <a:p>
          <a:endParaRPr lang="en-US"/>
        </a:p>
      </dgm:t>
    </dgm:pt>
    <dgm:pt modelId="{775A41F0-E2CD-483C-948E-4C4DCDBE23C6}" type="sibTrans" cxnId="{CCB86B93-3845-428F-8411-A023AC4BDDEB}">
      <dgm:prSet/>
      <dgm:spPr/>
      <dgm:t>
        <a:bodyPr/>
        <a:lstStyle/>
        <a:p>
          <a:endParaRPr lang="en-US"/>
        </a:p>
      </dgm:t>
    </dgm:pt>
    <dgm:pt modelId="{33C77B4B-AC4C-4101-BE80-BB3417553860}" type="pres">
      <dgm:prSet presAssocID="{E3F7B911-0DB8-46F7-A6CB-A937DE7F5972}" presName="Name0" presStyleCnt="0">
        <dgm:presLayoutVars>
          <dgm:dir/>
          <dgm:resizeHandles val="exact"/>
        </dgm:presLayoutVars>
      </dgm:prSet>
      <dgm:spPr/>
    </dgm:pt>
    <dgm:pt modelId="{69C0042D-507E-4F9E-94A8-E94955ADB76F}" type="pres">
      <dgm:prSet presAssocID="{43DA3B73-85CC-44C7-99AF-E8675AAB11F1}" presName="node" presStyleLbl="node1" presStyleIdx="0" presStyleCnt="5">
        <dgm:presLayoutVars>
          <dgm:bulletEnabled val="1"/>
        </dgm:presLayoutVars>
      </dgm:prSet>
      <dgm:spPr/>
    </dgm:pt>
    <dgm:pt modelId="{C995A894-0AFA-453F-8460-3BDDD034C9F0}" type="pres">
      <dgm:prSet presAssocID="{A3169168-C8F4-4A32-9005-27C2332994A7}" presName="sibTrans" presStyleLbl="sibTrans2D1" presStyleIdx="0" presStyleCnt="4"/>
      <dgm:spPr/>
    </dgm:pt>
    <dgm:pt modelId="{8C1AB374-B3F6-4375-BF8E-0EF0B9A03D5F}" type="pres">
      <dgm:prSet presAssocID="{A3169168-C8F4-4A32-9005-27C2332994A7}" presName="connectorText" presStyleLbl="sibTrans2D1" presStyleIdx="0" presStyleCnt="4"/>
      <dgm:spPr/>
    </dgm:pt>
    <dgm:pt modelId="{94DB21CA-9344-453D-8C21-40F12F0D3889}" type="pres">
      <dgm:prSet presAssocID="{ADFB60DE-7B6B-42C9-98FD-F94B3F204B4D}" presName="node" presStyleLbl="node1" presStyleIdx="1" presStyleCnt="5">
        <dgm:presLayoutVars>
          <dgm:bulletEnabled val="1"/>
        </dgm:presLayoutVars>
      </dgm:prSet>
      <dgm:spPr/>
    </dgm:pt>
    <dgm:pt modelId="{60985EB9-42F5-4968-91E1-F1C3464F83DB}" type="pres">
      <dgm:prSet presAssocID="{A97DF006-03C2-4032-A233-78BD76A63D3D}" presName="sibTrans" presStyleLbl="sibTrans2D1" presStyleIdx="1" presStyleCnt="4"/>
      <dgm:spPr/>
    </dgm:pt>
    <dgm:pt modelId="{EAD196ED-2637-4521-AC20-12D40696FBB7}" type="pres">
      <dgm:prSet presAssocID="{A97DF006-03C2-4032-A233-78BD76A63D3D}" presName="connectorText" presStyleLbl="sibTrans2D1" presStyleIdx="1" presStyleCnt="4"/>
      <dgm:spPr/>
    </dgm:pt>
    <dgm:pt modelId="{BCD86AF2-2522-4648-B7B2-23EC01768288}" type="pres">
      <dgm:prSet presAssocID="{360C9A48-81FE-4D65-9516-B232CA206B0B}" presName="node" presStyleLbl="node1" presStyleIdx="2" presStyleCnt="5">
        <dgm:presLayoutVars>
          <dgm:bulletEnabled val="1"/>
        </dgm:presLayoutVars>
      </dgm:prSet>
      <dgm:spPr/>
    </dgm:pt>
    <dgm:pt modelId="{42963792-B266-4648-A606-495C07C981FB}" type="pres">
      <dgm:prSet presAssocID="{E97D0C73-F383-4117-A7E5-7A3FF09471D3}" presName="sibTrans" presStyleLbl="sibTrans2D1" presStyleIdx="2" presStyleCnt="4"/>
      <dgm:spPr/>
    </dgm:pt>
    <dgm:pt modelId="{C7FE0866-5A38-4AB6-9BDD-3EA0723D1400}" type="pres">
      <dgm:prSet presAssocID="{E97D0C73-F383-4117-A7E5-7A3FF09471D3}" presName="connectorText" presStyleLbl="sibTrans2D1" presStyleIdx="2" presStyleCnt="4"/>
      <dgm:spPr/>
    </dgm:pt>
    <dgm:pt modelId="{0941CEB6-4744-4A4C-B3F9-AE9B3291FC66}" type="pres">
      <dgm:prSet presAssocID="{A38E3FB1-74C2-416C-962C-208A8CC26451}" presName="node" presStyleLbl="node1" presStyleIdx="3" presStyleCnt="5">
        <dgm:presLayoutVars>
          <dgm:bulletEnabled val="1"/>
        </dgm:presLayoutVars>
      </dgm:prSet>
      <dgm:spPr/>
    </dgm:pt>
    <dgm:pt modelId="{2297CA2F-E4E3-4CAA-9DAC-31EBDE18A66E}" type="pres">
      <dgm:prSet presAssocID="{BCA34D4F-D34A-4E7F-8060-EE5CDCEDEBC9}" presName="sibTrans" presStyleLbl="sibTrans2D1" presStyleIdx="3" presStyleCnt="4"/>
      <dgm:spPr/>
    </dgm:pt>
    <dgm:pt modelId="{54FB4166-E42F-4144-9064-5D0A6108B512}" type="pres">
      <dgm:prSet presAssocID="{BCA34D4F-D34A-4E7F-8060-EE5CDCEDEBC9}" presName="connectorText" presStyleLbl="sibTrans2D1" presStyleIdx="3" presStyleCnt="4"/>
      <dgm:spPr/>
    </dgm:pt>
    <dgm:pt modelId="{7807F26B-8DA3-4C05-AC81-9B09DFFBB862}" type="pres">
      <dgm:prSet presAssocID="{2063F73A-6D48-4171-9BCC-3A5159FCFBE3}" presName="node" presStyleLbl="node1" presStyleIdx="4" presStyleCnt="5">
        <dgm:presLayoutVars>
          <dgm:bulletEnabled val="1"/>
        </dgm:presLayoutVars>
      </dgm:prSet>
      <dgm:spPr/>
    </dgm:pt>
  </dgm:ptLst>
  <dgm:cxnLst>
    <dgm:cxn modelId="{373BB105-BD9B-482D-93E7-3D2A93F643C0}" type="presOf" srcId="{0F52510D-04B1-43CC-97FD-7BBD63C4D854}" destId="{69C0042D-507E-4F9E-94A8-E94955ADB76F}" srcOrd="0" destOrd="4" presId="urn:microsoft.com/office/officeart/2005/8/layout/process1"/>
    <dgm:cxn modelId="{E1DB8706-943A-41DE-857B-FD1004514511}" srcId="{360C9A48-81FE-4D65-9516-B232CA206B0B}" destId="{B27230E2-A17D-4220-80FE-46D64297B343}" srcOrd="0" destOrd="0" parTransId="{D985146F-41BC-41F7-BD5A-34637F24A6B1}" sibTransId="{1D9A2E75-6B4A-4BA3-BDC6-C1C8E25DEF5F}"/>
    <dgm:cxn modelId="{8B50E507-1CF5-4604-8206-39FABB967420}" type="presOf" srcId="{A97DF006-03C2-4032-A233-78BD76A63D3D}" destId="{60985EB9-42F5-4968-91E1-F1C3464F83DB}" srcOrd="0" destOrd="0" presId="urn:microsoft.com/office/officeart/2005/8/layout/process1"/>
    <dgm:cxn modelId="{E8787317-170A-4679-B5D4-515276EDD2E3}" type="presOf" srcId="{A3169168-C8F4-4A32-9005-27C2332994A7}" destId="{C995A894-0AFA-453F-8460-3BDDD034C9F0}" srcOrd="0" destOrd="0" presId="urn:microsoft.com/office/officeart/2005/8/layout/process1"/>
    <dgm:cxn modelId="{4AD42824-2F58-47D8-B6AC-498408ADB519}" srcId="{E3F7B911-0DB8-46F7-A6CB-A937DE7F5972}" destId="{2063F73A-6D48-4171-9BCC-3A5159FCFBE3}" srcOrd="4" destOrd="0" parTransId="{25077567-7832-4BBF-8124-97EF66740E53}" sibTransId="{DE743DFC-3175-4315-B0E1-7CE8009342DB}"/>
    <dgm:cxn modelId="{97B9692E-411D-4838-88AD-1C43A6F73083}" type="presOf" srcId="{360C9A48-81FE-4D65-9516-B232CA206B0B}" destId="{BCD86AF2-2522-4648-B7B2-23EC01768288}" srcOrd="0" destOrd="0" presId="urn:microsoft.com/office/officeart/2005/8/layout/process1"/>
    <dgm:cxn modelId="{13C49C2F-310A-4CF0-8235-FBDCD86AF66B}" type="presOf" srcId="{A38E3FB1-74C2-416C-962C-208A8CC26451}" destId="{0941CEB6-4744-4A4C-B3F9-AE9B3291FC66}" srcOrd="0" destOrd="0" presId="urn:microsoft.com/office/officeart/2005/8/layout/process1"/>
    <dgm:cxn modelId="{14F43930-AB62-4374-97B3-C3B06522240C}" type="presOf" srcId="{C9BC02D3-DAF3-483D-B2B5-6A810A3E5D23}" destId="{69C0042D-507E-4F9E-94A8-E94955ADB76F}" srcOrd="0" destOrd="3" presId="urn:microsoft.com/office/officeart/2005/8/layout/process1"/>
    <dgm:cxn modelId="{11B67C38-C0BB-4056-ABB9-B9C8C359F9CA}" type="presOf" srcId="{2063F73A-6D48-4171-9BCC-3A5159FCFBE3}" destId="{7807F26B-8DA3-4C05-AC81-9B09DFFBB862}" srcOrd="0" destOrd="0" presId="urn:microsoft.com/office/officeart/2005/8/layout/process1"/>
    <dgm:cxn modelId="{1079F93D-EFC9-4F63-A7D2-BA33A86E4DFC}" type="presOf" srcId="{BCA34D4F-D34A-4E7F-8060-EE5CDCEDEBC9}" destId="{2297CA2F-E4E3-4CAA-9DAC-31EBDE18A66E}" srcOrd="0" destOrd="0" presId="urn:microsoft.com/office/officeart/2005/8/layout/process1"/>
    <dgm:cxn modelId="{26FA8D5C-9E2D-43A2-86DB-EE2A3FA661CA}" type="presOf" srcId="{A97DF006-03C2-4032-A233-78BD76A63D3D}" destId="{EAD196ED-2637-4521-AC20-12D40696FBB7}" srcOrd="1" destOrd="0" presId="urn:microsoft.com/office/officeart/2005/8/layout/process1"/>
    <dgm:cxn modelId="{A3436A63-0B7B-4E1F-9868-5311457F2073}" srcId="{E3F7B911-0DB8-46F7-A6CB-A937DE7F5972}" destId="{A38E3FB1-74C2-416C-962C-208A8CC26451}" srcOrd="3" destOrd="0" parTransId="{9E752F19-DAF8-4077-BC1B-196EAE64B4D1}" sibTransId="{BCA34D4F-D34A-4E7F-8060-EE5CDCEDEBC9}"/>
    <dgm:cxn modelId="{8C6FAC44-1A20-4525-8EB8-2F9740001F7B}" type="presOf" srcId="{4ED935BC-B6F4-4023-8157-90A00E4288D9}" destId="{69C0042D-507E-4F9E-94A8-E94955ADB76F}" srcOrd="0" destOrd="2" presId="urn:microsoft.com/office/officeart/2005/8/layout/process1"/>
    <dgm:cxn modelId="{D680D866-82DC-42E8-93B4-13F314842A5A}" type="presOf" srcId="{66FFFF39-03D1-479F-A004-0C1A91BCD012}" destId="{7807F26B-8DA3-4C05-AC81-9B09DFFBB862}" srcOrd="0" destOrd="1" presId="urn:microsoft.com/office/officeart/2005/8/layout/process1"/>
    <dgm:cxn modelId="{C99CE768-EC43-4487-A92D-7422C1A1183F}" type="presOf" srcId="{FF9F707B-CECE-4E78-99EB-914DC0A31ECF}" destId="{0941CEB6-4744-4A4C-B3F9-AE9B3291FC66}" srcOrd="0" destOrd="1" presId="urn:microsoft.com/office/officeart/2005/8/layout/process1"/>
    <dgm:cxn modelId="{9D26AD6A-9892-4AC4-A58F-4C551EC94151}" srcId="{43DA3B73-85CC-44C7-99AF-E8675AAB11F1}" destId="{A992AD57-2B29-405E-A673-4C8FE2DCB2F0}" srcOrd="0" destOrd="0" parTransId="{A107BC28-DE52-4594-8495-7F55B444C020}" sibTransId="{E8BD408A-94EB-4640-B731-4BB67C578ABF}"/>
    <dgm:cxn modelId="{BB46DB6A-79CE-4A48-9BD1-A2DD18A4D36D}" type="presOf" srcId="{E3F7B911-0DB8-46F7-A6CB-A937DE7F5972}" destId="{33C77B4B-AC4C-4101-BE80-BB3417553860}" srcOrd="0" destOrd="0" presId="urn:microsoft.com/office/officeart/2005/8/layout/process1"/>
    <dgm:cxn modelId="{2067A66C-5E78-49CD-BF13-380CF2200C11}" type="presOf" srcId="{BCA34D4F-D34A-4E7F-8060-EE5CDCEDEBC9}" destId="{54FB4166-E42F-4144-9064-5D0A6108B512}" srcOrd="1" destOrd="0" presId="urn:microsoft.com/office/officeart/2005/8/layout/process1"/>
    <dgm:cxn modelId="{131F2674-DD6F-469D-917E-E2EE098B29BC}" srcId="{E3F7B911-0DB8-46F7-A6CB-A937DE7F5972}" destId="{43DA3B73-85CC-44C7-99AF-E8675AAB11F1}" srcOrd="0" destOrd="0" parTransId="{9F019D3D-4D19-4593-B070-40268D2F2EB5}" sibTransId="{A3169168-C8F4-4A32-9005-27C2332994A7}"/>
    <dgm:cxn modelId="{541F8A77-0852-4130-A267-CB2C1482A6E8}" type="presOf" srcId="{E97D0C73-F383-4117-A7E5-7A3FF09471D3}" destId="{42963792-B266-4648-A606-495C07C981FB}" srcOrd="0" destOrd="0" presId="urn:microsoft.com/office/officeart/2005/8/layout/process1"/>
    <dgm:cxn modelId="{78861782-068A-488A-B1C5-09CC575B5D80}" srcId="{E3F7B911-0DB8-46F7-A6CB-A937DE7F5972}" destId="{360C9A48-81FE-4D65-9516-B232CA206B0B}" srcOrd="2" destOrd="0" parTransId="{0B625C4F-CCA9-4175-983E-88805D77AAC5}" sibTransId="{E97D0C73-F383-4117-A7E5-7A3FF09471D3}"/>
    <dgm:cxn modelId="{CCB86B93-3845-428F-8411-A023AC4BDDEB}" srcId="{2063F73A-6D48-4171-9BCC-3A5159FCFBE3}" destId="{66FFFF39-03D1-479F-A004-0C1A91BCD012}" srcOrd="0" destOrd="0" parTransId="{4A5EDA08-68C0-4719-B835-6AECC589A5D1}" sibTransId="{775A41F0-E2CD-483C-948E-4C4DCDBE23C6}"/>
    <dgm:cxn modelId="{17E4239A-DE32-4B78-BE06-CFE7B8B50D59}" srcId="{ADFB60DE-7B6B-42C9-98FD-F94B3F204B4D}" destId="{801389A1-08AD-4217-99F1-17D044229FA0}" srcOrd="0" destOrd="0" parTransId="{BC314620-F755-43B8-B2B8-D38FEAD5BE47}" sibTransId="{9C7BD2E7-B2D7-4F25-A967-AB9E699AD0E3}"/>
    <dgm:cxn modelId="{150939AA-2A95-4B47-BDB9-FCBABC3FCAF5}" srcId="{E3F7B911-0DB8-46F7-A6CB-A937DE7F5972}" destId="{ADFB60DE-7B6B-42C9-98FD-F94B3F204B4D}" srcOrd="1" destOrd="0" parTransId="{A671AC3F-4FF4-419F-B14B-178228C3B3F5}" sibTransId="{A97DF006-03C2-4032-A233-78BD76A63D3D}"/>
    <dgm:cxn modelId="{881D80AA-1DB5-4D05-B4BE-DEB9948C817E}" type="presOf" srcId="{A3169168-C8F4-4A32-9005-27C2332994A7}" destId="{8C1AB374-B3F6-4375-BF8E-0EF0B9A03D5F}" srcOrd="1" destOrd="0" presId="urn:microsoft.com/office/officeart/2005/8/layout/process1"/>
    <dgm:cxn modelId="{78A882AF-41EB-40C3-8636-7416EA57980A}" srcId="{A992AD57-2B29-405E-A673-4C8FE2DCB2F0}" destId="{C9BC02D3-DAF3-483D-B2B5-6A810A3E5D23}" srcOrd="1" destOrd="0" parTransId="{0D7DD7AB-4B3F-4B26-9699-8D069D27EBFE}" sibTransId="{14A04E87-4E78-4857-8660-A2A290C3C448}"/>
    <dgm:cxn modelId="{E38AD1BC-B1F2-48A3-9F4E-9F4B093FDAEC}" type="presOf" srcId="{43DA3B73-85CC-44C7-99AF-E8675AAB11F1}" destId="{69C0042D-507E-4F9E-94A8-E94955ADB76F}" srcOrd="0" destOrd="0" presId="urn:microsoft.com/office/officeart/2005/8/layout/process1"/>
    <dgm:cxn modelId="{B714FBC5-D059-4484-9BC2-66EECB500B12}" type="presOf" srcId="{A992AD57-2B29-405E-A673-4C8FE2DCB2F0}" destId="{69C0042D-507E-4F9E-94A8-E94955ADB76F}" srcOrd="0" destOrd="1" presId="urn:microsoft.com/office/officeart/2005/8/layout/process1"/>
    <dgm:cxn modelId="{E20D28C7-268F-4C82-A0F1-EBBD25300B26}" type="presOf" srcId="{E97D0C73-F383-4117-A7E5-7A3FF09471D3}" destId="{C7FE0866-5A38-4AB6-9BDD-3EA0723D1400}" srcOrd="1" destOrd="0" presId="urn:microsoft.com/office/officeart/2005/8/layout/process1"/>
    <dgm:cxn modelId="{0DC4C7C8-8BFE-40E5-83C2-29B21DE73171}" type="presOf" srcId="{ADFB60DE-7B6B-42C9-98FD-F94B3F204B4D}" destId="{94DB21CA-9344-453D-8C21-40F12F0D3889}" srcOrd="0" destOrd="0" presId="urn:microsoft.com/office/officeart/2005/8/layout/process1"/>
    <dgm:cxn modelId="{AAC299C9-BA83-43E5-94A0-81B18092AFEC}" type="presOf" srcId="{5B1735AB-8363-41EB-A9A6-B25D2636DC13}" destId="{69C0042D-507E-4F9E-94A8-E94955ADB76F}" srcOrd="0" destOrd="5" presId="urn:microsoft.com/office/officeart/2005/8/layout/process1"/>
    <dgm:cxn modelId="{FEEA18CF-B05D-4F84-9B2B-A59126D73B0B}" srcId="{A38E3FB1-74C2-416C-962C-208A8CC26451}" destId="{FF9F707B-CECE-4E78-99EB-914DC0A31ECF}" srcOrd="0" destOrd="0" parTransId="{FB17E8DF-B400-423B-9CB4-4C38E1A393D0}" sibTransId="{1B2FE90C-EAEA-4A43-A64F-69ABBDDABCEB}"/>
    <dgm:cxn modelId="{AB8346D2-7479-4A8A-9B9E-3E06B25A4101}" type="presOf" srcId="{801389A1-08AD-4217-99F1-17D044229FA0}" destId="{94DB21CA-9344-453D-8C21-40F12F0D3889}" srcOrd="0" destOrd="1" presId="urn:microsoft.com/office/officeart/2005/8/layout/process1"/>
    <dgm:cxn modelId="{7A7BB4F0-1C5C-48CB-8901-89C2F8777FD9}" srcId="{A992AD57-2B29-405E-A673-4C8FE2DCB2F0}" destId="{4ED935BC-B6F4-4023-8157-90A00E4288D9}" srcOrd="0" destOrd="0" parTransId="{770B9806-9CD8-4654-A8B8-3D70D0747D19}" sibTransId="{615EA72B-289C-47B9-87A6-D11B04775F76}"/>
    <dgm:cxn modelId="{66DE21FB-DA00-48E7-8841-EB738D68F62C}" srcId="{A992AD57-2B29-405E-A673-4C8FE2DCB2F0}" destId="{5B1735AB-8363-41EB-A9A6-B25D2636DC13}" srcOrd="3" destOrd="0" parTransId="{258247BB-E99C-4C40-A6F3-2BCFF7F3F021}" sibTransId="{A1728D92-C6B8-42BE-B7DA-7498106C25C1}"/>
    <dgm:cxn modelId="{CD2010FC-CBD9-4366-BBB7-A2370EB4C245}" srcId="{A992AD57-2B29-405E-A673-4C8FE2DCB2F0}" destId="{0F52510D-04B1-43CC-97FD-7BBD63C4D854}" srcOrd="2" destOrd="0" parTransId="{7A0826B7-80B0-4499-9F07-B0CEFEBCCB15}" sibTransId="{000FE71D-E956-498B-A2D5-3FE5EE89E851}"/>
    <dgm:cxn modelId="{44EB4AFF-CFAA-4C07-A2E3-FCFCFC4805D0}" type="presOf" srcId="{B27230E2-A17D-4220-80FE-46D64297B343}" destId="{BCD86AF2-2522-4648-B7B2-23EC01768288}" srcOrd="0" destOrd="1" presId="urn:microsoft.com/office/officeart/2005/8/layout/process1"/>
    <dgm:cxn modelId="{A3EEBC4C-D696-420C-9548-292C5BAFC381}" type="presParOf" srcId="{33C77B4B-AC4C-4101-BE80-BB3417553860}" destId="{69C0042D-507E-4F9E-94A8-E94955ADB76F}" srcOrd="0" destOrd="0" presId="urn:microsoft.com/office/officeart/2005/8/layout/process1"/>
    <dgm:cxn modelId="{74064A54-7EF8-41C7-AE1A-BB20A8BAC8C0}" type="presParOf" srcId="{33C77B4B-AC4C-4101-BE80-BB3417553860}" destId="{C995A894-0AFA-453F-8460-3BDDD034C9F0}" srcOrd="1" destOrd="0" presId="urn:microsoft.com/office/officeart/2005/8/layout/process1"/>
    <dgm:cxn modelId="{42219523-EF2A-4B71-AADE-F502E30D150F}" type="presParOf" srcId="{C995A894-0AFA-453F-8460-3BDDD034C9F0}" destId="{8C1AB374-B3F6-4375-BF8E-0EF0B9A03D5F}" srcOrd="0" destOrd="0" presId="urn:microsoft.com/office/officeart/2005/8/layout/process1"/>
    <dgm:cxn modelId="{2E862AAC-1707-4857-9DE2-CB1A6192A062}" type="presParOf" srcId="{33C77B4B-AC4C-4101-BE80-BB3417553860}" destId="{94DB21CA-9344-453D-8C21-40F12F0D3889}" srcOrd="2" destOrd="0" presId="urn:microsoft.com/office/officeart/2005/8/layout/process1"/>
    <dgm:cxn modelId="{E56D702D-0BD3-45F5-9E8A-6285E21BF72E}" type="presParOf" srcId="{33C77B4B-AC4C-4101-BE80-BB3417553860}" destId="{60985EB9-42F5-4968-91E1-F1C3464F83DB}" srcOrd="3" destOrd="0" presId="urn:microsoft.com/office/officeart/2005/8/layout/process1"/>
    <dgm:cxn modelId="{89C02620-D853-4447-8CB1-200CE276630A}" type="presParOf" srcId="{60985EB9-42F5-4968-91E1-F1C3464F83DB}" destId="{EAD196ED-2637-4521-AC20-12D40696FBB7}" srcOrd="0" destOrd="0" presId="urn:microsoft.com/office/officeart/2005/8/layout/process1"/>
    <dgm:cxn modelId="{41356EBF-EA7A-4518-B314-C85465DD60D5}" type="presParOf" srcId="{33C77B4B-AC4C-4101-BE80-BB3417553860}" destId="{BCD86AF2-2522-4648-B7B2-23EC01768288}" srcOrd="4" destOrd="0" presId="urn:microsoft.com/office/officeart/2005/8/layout/process1"/>
    <dgm:cxn modelId="{FBE42AA9-721C-4844-B0F1-CCA2BAD003BC}" type="presParOf" srcId="{33C77B4B-AC4C-4101-BE80-BB3417553860}" destId="{42963792-B266-4648-A606-495C07C981FB}" srcOrd="5" destOrd="0" presId="urn:microsoft.com/office/officeart/2005/8/layout/process1"/>
    <dgm:cxn modelId="{33FB0A03-6E92-4F9C-8F36-2CA9B558087D}" type="presParOf" srcId="{42963792-B266-4648-A606-495C07C981FB}" destId="{C7FE0866-5A38-4AB6-9BDD-3EA0723D1400}" srcOrd="0" destOrd="0" presId="urn:microsoft.com/office/officeart/2005/8/layout/process1"/>
    <dgm:cxn modelId="{95CA412C-C13C-4F33-B878-9724F580FF8B}" type="presParOf" srcId="{33C77B4B-AC4C-4101-BE80-BB3417553860}" destId="{0941CEB6-4744-4A4C-B3F9-AE9B3291FC66}" srcOrd="6" destOrd="0" presId="urn:microsoft.com/office/officeart/2005/8/layout/process1"/>
    <dgm:cxn modelId="{1D45963A-9C3B-4EE7-8BAA-42AA1C291C18}" type="presParOf" srcId="{33C77B4B-AC4C-4101-BE80-BB3417553860}" destId="{2297CA2F-E4E3-4CAA-9DAC-31EBDE18A66E}" srcOrd="7" destOrd="0" presId="urn:microsoft.com/office/officeart/2005/8/layout/process1"/>
    <dgm:cxn modelId="{B786256B-F892-41CF-BC10-7B27DA60562C}" type="presParOf" srcId="{2297CA2F-E4E3-4CAA-9DAC-31EBDE18A66E}" destId="{54FB4166-E42F-4144-9064-5D0A6108B512}" srcOrd="0" destOrd="0" presId="urn:microsoft.com/office/officeart/2005/8/layout/process1"/>
    <dgm:cxn modelId="{046152D9-7E35-49B9-B8FD-DC77E07E82E9}" type="presParOf" srcId="{33C77B4B-AC4C-4101-BE80-BB3417553860}" destId="{7807F26B-8DA3-4C05-AC81-9B09DFFBB862}" srcOrd="8"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3F7B911-0DB8-46F7-A6CB-A937DE7F5972}" type="doc">
      <dgm:prSet loTypeId="urn:microsoft.com/office/officeart/2005/8/layout/process1" loCatId="process" qsTypeId="urn:microsoft.com/office/officeart/2005/8/quickstyle/simple5" qsCatId="simple" csTypeId="urn:microsoft.com/office/officeart/2005/8/colors/accent1_2" csCatId="accent1" phldr="1"/>
      <dgm:spPr/>
      <dgm:t>
        <a:bodyPr/>
        <a:lstStyle/>
        <a:p>
          <a:endParaRPr lang="en-US"/>
        </a:p>
      </dgm:t>
    </dgm:pt>
    <dgm:pt modelId="{43DA3B73-85CC-44C7-99AF-E8675AAB11F1}">
      <dgm:prSet phldrT="[Text]">
        <dgm:style>
          <a:lnRef idx="2">
            <a:schemeClr val="dk1"/>
          </a:lnRef>
          <a:fillRef idx="1">
            <a:schemeClr val="lt1"/>
          </a:fillRef>
          <a:effectRef idx="0">
            <a:schemeClr val="dk1"/>
          </a:effectRef>
          <a:fontRef idx="minor">
            <a:schemeClr val="dk1"/>
          </a:fontRef>
        </dgm:style>
      </dgm:prSet>
      <dgm:spPr/>
      <dgm:t>
        <a:bodyPr/>
        <a:lstStyle/>
        <a:p>
          <a:r>
            <a:rPr lang="en-US" b="1"/>
            <a:t>Requirement Gathering</a:t>
          </a:r>
        </a:p>
      </dgm:t>
    </dgm:pt>
    <dgm:pt modelId="{9F019D3D-4D19-4593-B070-40268D2F2EB5}" type="parTrans" cxnId="{131F2674-DD6F-469D-917E-E2EE098B29BC}">
      <dgm:prSet/>
      <dgm:spPr/>
      <dgm:t>
        <a:bodyPr/>
        <a:lstStyle/>
        <a:p>
          <a:endParaRPr lang="en-US"/>
        </a:p>
      </dgm:t>
    </dgm:pt>
    <dgm:pt modelId="{A3169168-C8F4-4A32-9005-27C2332994A7}" type="sibTrans" cxnId="{131F2674-DD6F-469D-917E-E2EE098B29BC}">
      <dgm:prSet/>
      <dgm:spPr/>
      <dgm:t>
        <a:bodyPr/>
        <a:lstStyle/>
        <a:p>
          <a:endParaRPr lang="en-US"/>
        </a:p>
      </dgm:t>
    </dgm:pt>
    <dgm:pt modelId="{360C9A48-81FE-4D65-9516-B232CA206B0B}">
      <dgm:prSet>
        <dgm:style>
          <a:lnRef idx="2">
            <a:schemeClr val="dk1"/>
          </a:lnRef>
          <a:fillRef idx="1">
            <a:schemeClr val="lt1"/>
          </a:fillRef>
          <a:effectRef idx="0">
            <a:schemeClr val="dk1"/>
          </a:effectRef>
          <a:fontRef idx="minor">
            <a:schemeClr val="dk1"/>
          </a:fontRef>
        </dgm:style>
      </dgm:prSet>
      <dgm:spPr/>
      <dgm:t>
        <a:bodyPr/>
        <a:lstStyle/>
        <a:p>
          <a:r>
            <a:rPr lang="en-US" b="1" dirty="0"/>
            <a:t>Logical Design</a:t>
          </a:r>
        </a:p>
      </dgm:t>
    </dgm:pt>
    <dgm:pt modelId="{0B625C4F-CCA9-4175-983E-88805D77AAC5}" type="parTrans" cxnId="{78861782-068A-488A-B1C5-09CC575B5D80}">
      <dgm:prSet/>
      <dgm:spPr/>
      <dgm:t>
        <a:bodyPr/>
        <a:lstStyle/>
        <a:p>
          <a:endParaRPr lang="en-US"/>
        </a:p>
      </dgm:t>
    </dgm:pt>
    <dgm:pt modelId="{E97D0C73-F383-4117-A7E5-7A3FF09471D3}" type="sibTrans" cxnId="{78861782-068A-488A-B1C5-09CC575B5D80}">
      <dgm:prSet/>
      <dgm:spPr/>
      <dgm:t>
        <a:bodyPr/>
        <a:lstStyle/>
        <a:p>
          <a:endParaRPr lang="en-US"/>
        </a:p>
      </dgm:t>
    </dgm:pt>
    <dgm:pt modelId="{A38E3FB1-74C2-416C-962C-208A8CC26451}">
      <dgm:prSet>
        <dgm:style>
          <a:lnRef idx="2">
            <a:schemeClr val="accent5"/>
          </a:lnRef>
          <a:fillRef idx="1">
            <a:schemeClr val="lt1"/>
          </a:fillRef>
          <a:effectRef idx="0">
            <a:schemeClr val="accent5"/>
          </a:effectRef>
          <a:fontRef idx="minor">
            <a:schemeClr val="dk1"/>
          </a:fontRef>
        </dgm:style>
      </dgm:prSet>
      <dgm:spPr/>
      <dgm:t>
        <a:bodyPr/>
        <a:lstStyle/>
        <a:p>
          <a:r>
            <a:rPr lang="en-US" b="1"/>
            <a:t>Physical Design</a:t>
          </a:r>
        </a:p>
      </dgm:t>
    </dgm:pt>
    <dgm:pt modelId="{9E752F19-DAF8-4077-BC1B-196EAE64B4D1}" type="parTrans" cxnId="{A3436A63-0B7B-4E1F-9868-5311457F2073}">
      <dgm:prSet/>
      <dgm:spPr/>
      <dgm:t>
        <a:bodyPr/>
        <a:lstStyle/>
        <a:p>
          <a:endParaRPr lang="en-US"/>
        </a:p>
      </dgm:t>
    </dgm:pt>
    <dgm:pt modelId="{BCA34D4F-D34A-4E7F-8060-EE5CDCEDEBC9}" type="sibTrans" cxnId="{A3436A63-0B7B-4E1F-9868-5311457F2073}">
      <dgm:prSet/>
      <dgm:spPr/>
      <dgm:t>
        <a:bodyPr/>
        <a:lstStyle/>
        <a:p>
          <a:endParaRPr lang="en-US"/>
        </a:p>
      </dgm:t>
    </dgm:pt>
    <dgm:pt modelId="{2063F73A-6D48-4171-9BCC-3A5159FCFBE3}">
      <dgm:prSet>
        <dgm:style>
          <a:lnRef idx="0">
            <a:schemeClr val="accent1"/>
          </a:lnRef>
          <a:fillRef idx="3">
            <a:schemeClr val="accent1"/>
          </a:fillRef>
          <a:effectRef idx="3">
            <a:schemeClr val="accent1"/>
          </a:effectRef>
          <a:fontRef idx="minor">
            <a:schemeClr val="lt1"/>
          </a:fontRef>
        </dgm:style>
      </dgm:prSet>
      <dgm:spPr/>
      <dgm:t>
        <a:bodyPr/>
        <a:lstStyle/>
        <a:p>
          <a:r>
            <a:rPr lang="en-US" b="1"/>
            <a:t>Installation and Maintenance</a:t>
          </a:r>
        </a:p>
      </dgm:t>
    </dgm:pt>
    <dgm:pt modelId="{25077567-7832-4BBF-8124-97EF66740E53}" type="parTrans" cxnId="{4AD42824-2F58-47D8-B6AC-498408ADB519}">
      <dgm:prSet/>
      <dgm:spPr/>
      <dgm:t>
        <a:bodyPr/>
        <a:lstStyle/>
        <a:p>
          <a:endParaRPr lang="en-US"/>
        </a:p>
      </dgm:t>
    </dgm:pt>
    <dgm:pt modelId="{DE743DFC-3175-4315-B0E1-7CE8009342DB}" type="sibTrans" cxnId="{4AD42824-2F58-47D8-B6AC-498408ADB519}">
      <dgm:prSet/>
      <dgm:spPr/>
      <dgm:t>
        <a:bodyPr/>
        <a:lstStyle/>
        <a:p>
          <a:endParaRPr lang="en-US"/>
        </a:p>
      </dgm:t>
    </dgm:pt>
    <dgm:pt modelId="{ADFB60DE-7B6B-42C9-98FD-F94B3F204B4D}">
      <dgm:prSet>
        <dgm:style>
          <a:lnRef idx="2">
            <a:schemeClr val="dk1"/>
          </a:lnRef>
          <a:fillRef idx="1">
            <a:schemeClr val="lt1"/>
          </a:fillRef>
          <a:effectRef idx="0">
            <a:schemeClr val="dk1"/>
          </a:effectRef>
          <a:fontRef idx="minor">
            <a:schemeClr val="dk1"/>
          </a:fontRef>
        </dgm:style>
      </dgm:prSet>
      <dgm:spPr/>
      <dgm:t>
        <a:bodyPr/>
        <a:lstStyle/>
        <a:p>
          <a:r>
            <a:rPr lang="en-US" b="1" dirty="0"/>
            <a:t>Analysis</a:t>
          </a:r>
        </a:p>
      </dgm:t>
    </dgm:pt>
    <dgm:pt modelId="{A97DF006-03C2-4032-A233-78BD76A63D3D}" type="sibTrans" cxnId="{150939AA-2A95-4B47-BDB9-FCBABC3FCAF5}">
      <dgm:prSet/>
      <dgm:spPr/>
      <dgm:t>
        <a:bodyPr/>
        <a:lstStyle/>
        <a:p>
          <a:endParaRPr lang="en-US"/>
        </a:p>
      </dgm:t>
    </dgm:pt>
    <dgm:pt modelId="{A671AC3F-4FF4-419F-B14B-178228C3B3F5}" type="parTrans" cxnId="{150939AA-2A95-4B47-BDB9-FCBABC3FCAF5}">
      <dgm:prSet/>
      <dgm:spPr/>
      <dgm:t>
        <a:bodyPr/>
        <a:lstStyle/>
        <a:p>
          <a:endParaRPr lang="en-US"/>
        </a:p>
      </dgm:t>
    </dgm:pt>
    <dgm:pt modelId="{A992AD57-2B29-405E-A673-4C8FE2DCB2F0}">
      <dgm:prSet>
        <dgm:style>
          <a:lnRef idx="2">
            <a:schemeClr val="dk1"/>
          </a:lnRef>
          <a:fillRef idx="1">
            <a:schemeClr val="lt1"/>
          </a:fillRef>
          <a:effectRef idx="0">
            <a:schemeClr val="dk1"/>
          </a:effectRef>
          <a:fontRef idx="minor">
            <a:schemeClr val="dk1"/>
          </a:fontRef>
        </dgm:style>
      </dgm:prSet>
      <dgm:spPr/>
      <dgm:t>
        <a:bodyPr/>
        <a:lstStyle/>
        <a:p>
          <a:r>
            <a:rPr lang="en-US"/>
            <a:t>Determine needs of: </a:t>
          </a:r>
        </a:p>
      </dgm:t>
    </dgm:pt>
    <dgm:pt modelId="{A107BC28-DE52-4594-8495-7F55B444C020}" type="parTrans" cxnId="{9D26AD6A-9892-4AC4-A58F-4C551EC94151}">
      <dgm:prSet/>
      <dgm:spPr/>
      <dgm:t>
        <a:bodyPr/>
        <a:lstStyle/>
        <a:p>
          <a:endParaRPr lang="en-US"/>
        </a:p>
      </dgm:t>
    </dgm:pt>
    <dgm:pt modelId="{E8BD408A-94EB-4640-B731-4BB67C578ABF}" type="sibTrans" cxnId="{9D26AD6A-9892-4AC4-A58F-4C551EC94151}">
      <dgm:prSet/>
      <dgm:spPr/>
      <dgm:t>
        <a:bodyPr/>
        <a:lstStyle/>
        <a:p>
          <a:endParaRPr lang="en-US"/>
        </a:p>
      </dgm:t>
    </dgm:pt>
    <dgm:pt modelId="{4ED935BC-B6F4-4023-8157-90A00E4288D9}">
      <dgm:prSet>
        <dgm:style>
          <a:lnRef idx="2">
            <a:schemeClr val="dk1"/>
          </a:lnRef>
          <a:fillRef idx="1">
            <a:schemeClr val="lt1"/>
          </a:fillRef>
          <a:effectRef idx="0">
            <a:schemeClr val="dk1"/>
          </a:effectRef>
          <a:fontRef idx="minor">
            <a:schemeClr val="dk1"/>
          </a:fontRef>
        </dgm:style>
      </dgm:prSet>
      <dgm:spPr/>
      <dgm:t>
        <a:bodyPr/>
        <a:lstStyle/>
        <a:p>
          <a:r>
            <a:rPr lang="en-US"/>
            <a:t>Business</a:t>
          </a:r>
        </a:p>
      </dgm:t>
    </dgm:pt>
    <dgm:pt modelId="{770B9806-9CD8-4654-A8B8-3D70D0747D19}" type="parTrans" cxnId="{7A7BB4F0-1C5C-48CB-8901-89C2F8777FD9}">
      <dgm:prSet/>
      <dgm:spPr/>
      <dgm:t>
        <a:bodyPr/>
        <a:lstStyle/>
        <a:p>
          <a:endParaRPr lang="en-US"/>
        </a:p>
      </dgm:t>
    </dgm:pt>
    <dgm:pt modelId="{615EA72B-289C-47B9-87A6-D11B04775F76}" type="sibTrans" cxnId="{7A7BB4F0-1C5C-48CB-8901-89C2F8777FD9}">
      <dgm:prSet/>
      <dgm:spPr/>
      <dgm:t>
        <a:bodyPr/>
        <a:lstStyle/>
        <a:p>
          <a:endParaRPr lang="en-US"/>
        </a:p>
      </dgm:t>
    </dgm:pt>
    <dgm:pt modelId="{C9BC02D3-DAF3-483D-B2B5-6A810A3E5D23}">
      <dgm:prSet>
        <dgm:style>
          <a:lnRef idx="2">
            <a:schemeClr val="dk1"/>
          </a:lnRef>
          <a:fillRef idx="1">
            <a:schemeClr val="lt1"/>
          </a:fillRef>
          <a:effectRef idx="0">
            <a:schemeClr val="dk1"/>
          </a:effectRef>
          <a:fontRef idx="minor">
            <a:schemeClr val="dk1"/>
          </a:fontRef>
        </dgm:style>
      </dgm:prSet>
      <dgm:spPr/>
      <dgm:t>
        <a:bodyPr/>
        <a:lstStyle/>
        <a:p>
          <a:r>
            <a:rPr lang="en-US"/>
            <a:t>Users</a:t>
          </a:r>
        </a:p>
      </dgm:t>
    </dgm:pt>
    <dgm:pt modelId="{0D7DD7AB-4B3F-4B26-9699-8D069D27EBFE}" type="parTrans" cxnId="{78A882AF-41EB-40C3-8636-7416EA57980A}">
      <dgm:prSet/>
      <dgm:spPr/>
      <dgm:t>
        <a:bodyPr/>
        <a:lstStyle/>
        <a:p>
          <a:endParaRPr lang="en-US"/>
        </a:p>
      </dgm:t>
    </dgm:pt>
    <dgm:pt modelId="{14A04E87-4E78-4857-8660-A2A290C3C448}" type="sibTrans" cxnId="{78A882AF-41EB-40C3-8636-7416EA57980A}">
      <dgm:prSet/>
      <dgm:spPr/>
      <dgm:t>
        <a:bodyPr/>
        <a:lstStyle/>
        <a:p>
          <a:endParaRPr lang="en-US"/>
        </a:p>
      </dgm:t>
    </dgm:pt>
    <dgm:pt modelId="{0F52510D-04B1-43CC-97FD-7BBD63C4D854}">
      <dgm:prSet>
        <dgm:style>
          <a:lnRef idx="2">
            <a:schemeClr val="dk1"/>
          </a:lnRef>
          <a:fillRef idx="1">
            <a:schemeClr val="lt1"/>
          </a:fillRef>
          <a:effectRef idx="0">
            <a:schemeClr val="dk1"/>
          </a:effectRef>
          <a:fontRef idx="minor">
            <a:schemeClr val="dk1"/>
          </a:fontRef>
        </dgm:style>
      </dgm:prSet>
      <dgm:spPr/>
      <dgm:t>
        <a:bodyPr/>
        <a:lstStyle/>
        <a:p>
          <a:r>
            <a:rPr lang="en-US"/>
            <a:t>Applications</a:t>
          </a:r>
        </a:p>
      </dgm:t>
    </dgm:pt>
    <dgm:pt modelId="{7A0826B7-80B0-4499-9F07-B0CEFEBCCB15}" type="parTrans" cxnId="{CD2010FC-CBD9-4366-BBB7-A2370EB4C245}">
      <dgm:prSet/>
      <dgm:spPr/>
      <dgm:t>
        <a:bodyPr/>
        <a:lstStyle/>
        <a:p>
          <a:endParaRPr lang="en-US"/>
        </a:p>
      </dgm:t>
    </dgm:pt>
    <dgm:pt modelId="{000FE71D-E956-498B-A2D5-3FE5EE89E851}" type="sibTrans" cxnId="{CD2010FC-CBD9-4366-BBB7-A2370EB4C245}">
      <dgm:prSet/>
      <dgm:spPr/>
      <dgm:t>
        <a:bodyPr/>
        <a:lstStyle/>
        <a:p>
          <a:endParaRPr lang="en-US"/>
        </a:p>
      </dgm:t>
    </dgm:pt>
    <dgm:pt modelId="{5B1735AB-8363-41EB-A9A6-B25D2636DC13}">
      <dgm:prSet>
        <dgm:style>
          <a:lnRef idx="2">
            <a:schemeClr val="dk1"/>
          </a:lnRef>
          <a:fillRef idx="1">
            <a:schemeClr val="lt1"/>
          </a:fillRef>
          <a:effectRef idx="0">
            <a:schemeClr val="dk1"/>
          </a:effectRef>
          <a:fontRef idx="minor">
            <a:schemeClr val="dk1"/>
          </a:fontRef>
        </dgm:style>
      </dgm:prSet>
      <dgm:spPr/>
      <dgm:t>
        <a:bodyPr/>
        <a:lstStyle/>
        <a:p>
          <a:r>
            <a:rPr lang="en-US"/>
            <a:t>Network</a:t>
          </a:r>
        </a:p>
      </dgm:t>
    </dgm:pt>
    <dgm:pt modelId="{258247BB-E99C-4C40-A6F3-2BCFF7F3F021}" type="parTrans" cxnId="{66DE21FB-DA00-48E7-8841-EB738D68F62C}">
      <dgm:prSet/>
      <dgm:spPr/>
      <dgm:t>
        <a:bodyPr/>
        <a:lstStyle/>
        <a:p>
          <a:endParaRPr lang="en-US"/>
        </a:p>
      </dgm:t>
    </dgm:pt>
    <dgm:pt modelId="{A1728D92-C6B8-42BE-B7DA-7498106C25C1}" type="sibTrans" cxnId="{66DE21FB-DA00-48E7-8841-EB738D68F62C}">
      <dgm:prSet/>
      <dgm:spPr/>
      <dgm:t>
        <a:bodyPr/>
        <a:lstStyle/>
        <a:p>
          <a:endParaRPr lang="en-US"/>
        </a:p>
      </dgm:t>
    </dgm:pt>
    <dgm:pt modelId="{801389A1-08AD-4217-99F1-17D044229FA0}">
      <dgm:prSet>
        <dgm:style>
          <a:lnRef idx="2">
            <a:schemeClr val="dk1"/>
          </a:lnRef>
          <a:fillRef idx="1">
            <a:schemeClr val="lt1"/>
          </a:fillRef>
          <a:effectRef idx="0">
            <a:schemeClr val="dk1"/>
          </a:effectRef>
          <a:fontRef idx="minor">
            <a:schemeClr val="dk1"/>
          </a:fontRef>
        </dgm:style>
      </dgm:prSet>
      <dgm:spPr/>
      <dgm:t>
        <a:bodyPr/>
        <a:lstStyle/>
        <a:p>
          <a:r>
            <a:rPr lang="en-US"/>
            <a:t>Estimate and measure traffic and device utilization</a:t>
          </a:r>
        </a:p>
      </dgm:t>
    </dgm:pt>
    <dgm:pt modelId="{BC314620-F755-43B8-B2B8-D38FEAD5BE47}" type="parTrans" cxnId="{17E4239A-DE32-4B78-BE06-CFE7B8B50D59}">
      <dgm:prSet/>
      <dgm:spPr/>
      <dgm:t>
        <a:bodyPr/>
        <a:lstStyle/>
        <a:p>
          <a:endParaRPr lang="en-US"/>
        </a:p>
      </dgm:t>
    </dgm:pt>
    <dgm:pt modelId="{9C7BD2E7-B2D7-4F25-A967-AB9E699AD0E3}" type="sibTrans" cxnId="{17E4239A-DE32-4B78-BE06-CFE7B8B50D59}">
      <dgm:prSet/>
      <dgm:spPr/>
      <dgm:t>
        <a:bodyPr/>
        <a:lstStyle/>
        <a:p>
          <a:endParaRPr lang="en-US"/>
        </a:p>
      </dgm:t>
    </dgm:pt>
    <dgm:pt modelId="{B27230E2-A17D-4220-80FE-46D64297B343}">
      <dgm:prSet>
        <dgm:style>
          <a:lnRef idx="2">
            <a:schemeClr val="dk1"/>
          </a:lnRef>
          <a:fillRef idx="1">
            <a:schemeClr val="lt1"/>
          </a:fillRef>
          <a:effectRef idx="0">
            <a:schemeClr val="dk1"/>
          </a:effectRef>
          <a:fontRef idx="minor">
            <a:schemeClr val="dk1"/>
          </a:fontRef>
        </dgm:style>
      </dgm:prSet>
      <dgm:spPr/>
      <dgm:t>
        <a:bodyPr/>
        <a:lstStyle/>
        <a:p>
          <a:r>
            <a:rPr lang="en-US"/>
            <a:t>Choose technologies that meet the requirements</a:t>
          </a:r>
        </a:p>
      </dgm:t>
    </dgm:pt>
    <dgm:pt modelId="{D985146F-41BC-41F7-BD5A-34637F24A6B1}" type="parTrans" cxnId="{E1DB8706-943A-41DE-857B-FD1004514511}">
      <dgm:prSet/>
      <dgm:spPr/>
      <dgm:t>
        <a:bodyPr/>
        <a:lstStyle/>
        <a:p>
          <a:endParaRPr lang="en-US"/>
        </a:p>
      </dgm:t>
    </dgm:pt>
    <dgm:pt modelId="{1D9A2E75-6B4A-4BA3-BDC6-C1C8E25DEF5F}" type="sibTrans" cxnId="{E1DB8706-943A-41DE-857B-FD1004514511}">
      <dgm:prSet/>
      <dgm:spPr/>
      <dgm:t>
        <a:bodyPr/>
        <a:lstStyle/>
        <a:p>
          <a:endParaRPr lang="en-US"/>
        </a:p>
      </dgm:t>
    </dgm:pt>
    <dgm:pt modelId="{FF9F707B-CECE-4E78-99EB-914DC0A31ECF}">
      <dgm:prSet>
        <dgm:style>
          <a:lnRef idx="2">
            <a:schemeClr val="accent5"/>
          </a:lnRef>
          <a:fillRef idx="1">
            <a:schemeClr val="lt1"/>
          </a:fillRef>
          <a:effectRef idx="0">
            <a:schemeClr val="accent5"/>
          </a:effectRef>
          <a:fontRef idx="minor">
            <a:schemeClr val="dk1"/>
          </a:fontRef>
        </dgm:style>
      </dgm:prSet>
      <dgm:spPr/>
      <dgm:t>
        <a:bodyPr/>
        <a:lstStyle/>
        <a:p>
          <a:r>
            <a:rPr lang="en-US"/>
            <a:t>Apply the Logical Design to the physical space</a:t>
          </a:r>
        </a:p>
      </dgm:t>
    </dgm:pt>
    <dgm:pt modelId="{FB17E8DF-B400-423B-9CB4-4C38E1A393D0}" type="parTrans" cxnId="{FEEA18CF-B05D-4F84-9B2B-A59126D73B0B}">
      <dgm:prSet/>
      <dgm:spPr/>
      <dgm:t>
        <a:bodyPr/>
        <a:lstStyle/>
        <a:p>
          <a:endParaRPr lang="en-US"/>
        </a:p>
      </dgm:t>
    </dgm:pt>
    <dgm:pt modelId="{1B2FE90C-EAEA-4A43-A64F-69ABBDDABCEB}" type="sibTrans" cxnId="{FEEA18CF-B05D-4F84-9B2B-A59126D73B0B}">
      <dgm:prSet/>
      <dgm:spPr/>
      <dgm:t>
        <a:bodyPr/>
        <a:lstStyle/>
        <a:p>
          <a:endParaRPr lang="en-US"/>
        </a:p>
      </dgm:t>
    </dgm:pt>
    <dgm:pt modelId="{66FFFF39-03D1-479F-A004-0C1A91BCD012}">
      <dgm:prSet>
        <dgm:style>
          <a:lnRef idx="0">
            <a:schemeClr val="accent1"/>
          </a:lnRef>
          <a:fillRef idx="3">
            <a:schemeClr val="accent1"/>
          </a:fillRef>
          <a:effectRef idx="3">
            <a:schemeClr val="accent1"/>
          </a:effectRef>
          <a:fontRef idx="minor">
            <a:schemeClr val="lt1"/>
          </a:fontRef>
        </dgm:style>
      </dgm:prSet>
      <dgm:spPr/>
      <dgm:t>
        <a:bodyPr/>
        <a:lstStyle/>
        <a:p>
          <a:r>
            <a:rPr lang="en-US"/>
            <a:t>Implement the Physical Design</a:t>
          </a:r>
        </a:p>
      </dgm:t>
    </dgm:pt>
    <dgm:pt modelId="{4A5EDA08-68C0-4719-B835-6AECC589A5D1}" type="parTrans" cxnId="{CCB86B93-3845-428F-8411-A023AC4BDDEB}">
      <dgm:prSet/>
      <dgm:spPr/>
      <dgm:t>
        <a:bodyPr/>
        <a:lstStyle/>
        <a:p>
          <a:endParaRPr lang="en-US"/>
        </a:p>
      </dgm:t>
    </dgm:pt>
    <dgm:pt modelId="{775A41F0-E2CD-483C-948E-4C4DCDBE23C6}" type="sibTrans" cxnId="{CCB86B93-3845-428F-8411-A023AC4BDDEB}">
      <dgm:prSet/>
      <dgm:spPr/>
      <dgm:t>
        <a:bodyPr/>
        <a:lstStyle/>
        <a:p>
          <a:endParaRPr lang="en-US"/>
        </a:p>
      </dgm:t>
    </dgm:pt>
    <dgm:pt modelId="{33C77B4B-AC4C-4101-BE80-BB3417553860}" type="pres">
      <dgm:prSet presAssocID="{E3F7B911-0DB8-46F7-A6CB-A937DE7F5972}" presName="Name0" presStyleCnt="0">
        <dgm:presLayoutVars>
          <dgm:dir/>
          <dgm:resizeHandles val="exact"/>
        </dgm:presLayoutVars>
      </dgm:prSet>
      <dgm:spPr/>
    </dgm:pt>
    <dgm:pt modelId="{69C0042D-507E-4F9E-94A8-E94955ADB76F}" type="pres">
      <dgm:prSet presAssocID="{43DA3B73-85CC-44C7-99AF-E8675AAB11F1}" presName="node" presStyleLbl="node1" presStyleIdx="0" presStyleCnt="5">
        <dgm:presLayoutVars>
          <dgm:bulletEnabled val="1"/>
        </dgm:presLayoutVars>
      </dgm:prSet>
      <dgm:spPr/>
    </dgm:pt>
    <dgm:pt modelId="{C995A894-0AFA-453F-8460-3BDDD034C9F0}" type="pres">
      <dgm:prSet presAssocID="{A3169168-C8F4-4A32-9005-27C2332994A7}" presName="sibTrans" presStyleLbl="sibTrans2D1" presStyleIdx="0" presStyleCnt="4"/>
      <dgm:spPr/>
    </dgm:pt>
    <dgm:pt modelId="{8C1AB374-B3F6-4375-BF8E-0EF0B9A03D5F}" type="pres">
      <dgm:prSet presAssocID="{A3169168-C8F4-4A32-9005-27C2332994A7}" presName="connectorText" presStyleLbl="sibTrans2D1" presStyleIdx="0" presStyleCnt="4"/>
      <dgm:spPr/>
    </dgm:pt>
    <dgm:pt modelId="{94DB21CA-9344-453D-8C21-40F12F0D3889}" type="pres">
      <dgm:prSet presAssocID="{ADFB60DE-7B6B-42C9-98FD-F94B3F204B4D}" presName="node" presStyleLbl="node1" presStyleIdx="1" presStyleCnt="5">
        <dgm:presLayoutVars>
          <dgm:bulletEnabled val="1"/>
        </dgm:presLayoutVars>
      </dgm:prSet>
      <dgm:spPr/>
    </dgm:pt>
    <dgm:pt modelId="{60985EB9-42F5-4968-91E1-F1C3464F83DB}" type="pres">
      <dgm:prSet presAssocID="{A97DF006-03C2-4032-A233-78BD76A63D3D}" presName="sibTrans" presStyleLbl="sibTrans2D1" presStyleIdx="1" presStyleCnt="4"/>
      <dgm:spPr/>
    </dgm:pt>
    <dgm:pt modelId="{EAD196ED-2637-4521-AC20-12D40696FBB7}" type="pres">
      <dgm:prSet presAssocID="{A97DF006-03C2-4032-A233-78BD76A63D3D}" presName="connectorText" presStyleLbl="sibTrans2D1" presStyleIdx="1" presStyleCnt="4"/>
      <dgm:spPr/>
    </dgm:pt>
    <dgm:pt modelId="{BCD86AF2-2522-4648-B7B2-23EC01768288}" type="pres">
      <dgm:prSet presAssocID="{360C9A48-81FE-4D65-9516-B232CA206B0B}" presName="node" presStyleLbl="node1" presStyleIdx="2" presStyleCnt="5">
        <dgm:presLayoutVars>
          <dgm:bulletEnabled val="1"/>
        </dgm:presLayoutVars>
      </dgm:prSet>
      <dgm:spPr/>
    </dgm:pt>
    <dgm:pt modelId="{42963792-B266-4648-A606-495C07C981FB}" type="pres">
      <dgm:prSet presAssocID="{E97D0C73-F383-4117-A7E5-7A3FF09471D3}" presName="sibTrans" presStyleLbl="sibTrans2D1" presStyleIdx="2" presStyleCnt="4"/>
      <dgm:spPr/>
    </dgm:pt>
    <dgm:pt modelId="{C7FE0866-5A38-4AB6-9BDD-3EA0723D1400}" type="pres">
      <dgm:prSet presAssocID="{E97D0C73-F383-4117-A7E5-7A3FF09471D3}" presName="connectorText" presStyleLbl="sibTrans2D1" presStyleIdx="2" presStyleCnt="4"/>
      <dgm:spPr/>
    </dgm:pt>
    <dgm:pt modelId="{0941CEB6-4744-4A4C-B3F9-AE9B3291FC66}" type="pres">
      <dgm:prSet presAssocID="{A38E3FB1-74C2-416C-962C-208A8CC26451}" presName="node" presStyleLbl="node1" presStyleIdx="3" presStyleCnt="5">
        <dgm:presLayoutVars>
          <dgm:bulletEnabled val="1"/>
        </dgm:presLayoutVars>
      </dgm:prSet>
      <dgm:spPr/>
    </dgm:pt>
    <dgm:pt modelId="{2297CA2F-E4E3-4CAA-9DAC-31EBDE18A66E}" type="pres">
      <dgm:prSet presAssocID="{BCA34D4F-D34A-4E7F-8060-EE5CDCEDEBC9}" presName="sibTrans" presStyleLbl="sibTrans2D1" presStyleIdx="3" presStyleCnt="4"/>
      <dgm:spPr/>
    </dgm:pt>
    <dgm:pt modelId="{54FB4166-E42F-4144-9064-5D0A6108B512}" type="pres">
      <dgm:prSet presAssocID="{BCA34D4F-D34A-4E7F-8060-EE5CDCEDEBC9}" presName="connectorText" presStyleLbl="sibTrans2D1" presStyleIdx="3" presStyleCnt="4"/>
      <dgm:spPr/>
    </dgm:pt>
    <dgm:pt modelId="{7807F26B-8DA3-4C05-AC81-9B09DFFBB862}" type="pres">
      <dgm:prSet presAssocID="{2063F73A-6D48-4171-9BCC-3A5159FCFBE3}" presName="node" presStyleLbl="node1" presStyleIdx="4" presStyleCnt="5">
        <dgm:presLayoutVars>
          <dgm:bulletEnabled val="1"/>
        </dgm:presLayoutVars>
      </dgm:prSet>
      <dgm:spPr/>
    </dgm:pt>
  </dgm:ptLst>
  <dgm:cxnLst>
    <dgm:cxn modelId="{373BB105-BD9B-482D-93E7-3D2A93F643C0}" type="presOf" srcId="{0F52510D-04B1-43CC-97FD-7BBD63C4D854}" destId="{69C0042D-507E-4F9E-94A8-E94955ADB76F}" srcOrd="0" destOrd="4" presId="urn:microsoft.com/office/officeart/2005/8/layout/process1"/>
    <dgm:cxn modelId="{E1DB8706-943A-41DE-857B-FD1004514511}" srcId="{360C9A48-81FE-4D65-9516-B232CA206B0B}" destId="{B27230E2-A17D-4220-80FE-46D64297B343}" srcOrd="0" destOrd="0" parTransId="{D985146F-41BC-41F7-BD5A-34637F24A6B1}" sibTransId="{1D9A2E75-6B4A-4BA3-BDC6-C1C8E25DEF5F}"/>
    <dgm:cxn modelId="{8B50E507-1CF5-4604-8206-39FABB967420}" type="presOf" srcId="{A97DF006-03C2-4032-A233-78BD76A63D3D}" destId="{60985EB9-42F5-4968-91E1-F1C3464F83DB}" srcOrd="0" destOrd="0" presId="urn:microsoft.com/office/officeart/2005/8/layout/process1"/>
    <dgm:cxn modelId="{E8787317-170A-4679-B5D4-515276EDD2E3}" type="presOf" srcId="{A3169168-C8F4-4A32-9005-27C2332994A7}" destId="{C995A894-0AFA-453F-8460-3BDDD034C9F0}" srcOrd="0" destOrd="0" presId="urn:microsoft.com/office/officeart/2005/8/layout/process1"/>
    <dgm:cxn modelId="{4AD42824-2F58-47D8-B6AC-498408ADB519}" srcId="{E3F7B911-0DB8-46F7-A6CB-A937DE7F5972}" destId="{2063F73A-6D48-4171-9BCC-3A5159FCFBE3}" srcOrd="4" destOrd="0" parTransId="{25077567-7832-4BBF-8124-97EF66740E53}" sibTransId="{DE743DFC-3175-4315-B0E1-7CE8009342DB}"/>
    <dgm:cxn modelId="{97B9692E-411D-4838-88AD-1C43A6F73083}" type="presOf" srcId="{360C9A48-81FE-4D65-9516-B232CA206B0B}" destId="{BCD86AF2-2522-4648-B7B2-23EC01768288}" srcOrd="0" destOrd="0" presId="urn:microsoft.com/office/officeart/2005/8/layout/process1"/>
    <dgm:cxn modelId="{13C49C2F-310A-4CF0-8235-FBDCD86AF66B}" type="presOf" srcId="{A38E3FB1-74C2-416C-962C-208A8CC26451}" destId="{0941CEB6-4744-4A4C-B3F9-AE9B3291FC66}" srcOrd="0" destOrd="0" presId="urn:microsoft.com/office/officeart/2005/8/layout/process1"/>
    <dgm:cxn modelId="{14F43930-AB62-4374-97B3-C3B06522240C}" type="presOf" srcId="{C9BC02D3-DAF3-483D-B2B5-6A810A3E5D23}" destId="{69C0042D-507E-4F9E-94A8-E94955ADB76F}" srcOrd="0" destOrd="3" presId="urn:microsoft.com/office/officeart/2005/8/layout/process1"/>
    <dgm:cxn modelId="{11B67C38-C0BB-4056-ABB9-B9C8C359F9CA}" type="presOf" srcId="{2063F73A-6D48-4171-9BCC-3A5159FCFBE3}" destId="{7807F26B-8DA3-4C05-AC81-9B09DFFBB862}" srcOrd="0" destOrd="0" presId="urn:microsoft.com/office/officeart/2005/8/layout/process1"/>
    <dgm:cxn modelId="{1079F93D-EFC9-4F63-A7D2-BA33A86E4DFC}" type="presOf" srcId="{BCA34D4F-D34A-4E7F-8060-EE5CDCEDEBC9}" destId="{2297CA2F-E4E3-4CAA-9DAC-31EBDE18A66E}" srcOrd="0" destOrd="0" presId="urn:microsoft.com/office/officeart/2005/8/layout/process1"/>
    <dgm:cxn modelId="{26FA8D5C-9E2D-43A2-86DB-EE2A3FA661CA}" type="presOf" srcId="{A97DF006-03C2-4032-A233-78BD76A63D3D}" destId="{EAD196ED-2637-4521-AC20-12D40696FBB7}" srcOrd="1" destOrd="0" presId="urn:microsoft.com/office/officeart/2005/8/layout/process1"/>
    <dgm:cxn modelId="{A3436A63-0B7B-4E1F-9868-5311457F2073}" srcId="{E3F7B911-0DB8-46F7-A6CB-A937DE7F5972}" destId="{A38E3FB1-74C2-416C-962C-208A8CC26451}" srcOrd="3" destOrd="0" parTransId="{9E752F19-DAF8-4077-BC1B-196EAE64B4D1}" sibTransId="{BCA34D4F-D34A-4E7F-8060-EE5CDCEDEBC9}"/>
    <dgm:cxn modelId="{8C6FAC44-1A20-4525-8EB8-2F9740001F7B}" type="presOf" srcId="{4ED935BC-B6F4-4023-8157-90A00E4288D9}" destId="{69C0042D-507E-4F9E-94A8-E94955ADB76F}" srcOrd="0" destOrd="2" presId="urn:microsoft.com/office/officeart/2005/8/layout/process1"/>
    <dgm:cxn modelId="{D680D866-82DC-42E8-93B4-13F314842A5A}" type="presOf" srcId="{66FFFF39-03D1-479F-A004-0C1A91BCD012}" destId="{7807F26B-8DA3-4C05-AC81-9B09DFFBB862}" srcOrd="0" destOrd="1" presId="urn:microsoft.com/office/officeart/2005/8/layout/process1"/>
    <dgm:cxn modelId="{C99CE768-EC43-4487-A92D-7422C1A1183F}" type="presOf" srcId="{FF9F707B-CECE-4E78-99EB-914DC0A31ECF}" destId="{0941CEB6-4744-4A4C-B3F9-AE9B3291FC66}" srcOrd="0" destOrd="1" presId="urn:microsoft.com/office/officeart/2005/8/layout/process1"/>
    <dgm:cxn modelId="{9D26AD6A-9892-4AC4-A58F-4C551EC94151}" srcId="{43DA3B73-85CC-44C7-99AF-E8675AAB11F1}" destId="{A992AD57-2B29-405E-A673-4C8FE2DCB2F0}" srcOrd="0" destOrd="0" parTransId="{A107BC28-DE52-4594-8495-7F55B444C020}" sibTransId="{E8BD408A-94EB-4640-B731-4BB67C578ABF}"/>
    <dgm:cxn modelId="{BB46DB6A-79CE-4A48-9BD1-A2DD18A4D36D}" type="presOf" srcId="{E3F7B911-0DB8-46F7-A6CB-A937DE7F5972}" destId="{33C77B4B-AC4C-4101-BE80-BB3417553860}" srcOrd="0" destOrd="0" presId="urn:microsoft.com/office/officeart/2005/8/layout/process1"/>
    <dgm:cxn modelId="{2067A66C-5E78-49CD-BF13-380CF2200C11}" type="presOf" srcId="{BCA34D4F-D34A-4E7F-8060-EE5CDCEDEBC9}" destId="{54FB4166-E42F-4144-9064-5D0A6108B512}" srcOrd="1" destOrd="0" presId="urn:microsoft.com/office/officeart/2005/8/layout/process1"/>
    <dgm:cxn modelId="{131F2674-DD6F-469D-917E-E2EE098B29BC}" srcId="{E3F7B911-0DB8-46F7-A6CB-A937DE7F5972}" destId="{43DA3B73-85CC-44C7-99AF-E8675AAB11F1}" srcOrd="0" destOrd="0" parTransId="{9F019D3D-4D19-4593-B070-40268D2F2EB5}" sibTransId="{A3169168-C8F4-4A32-9005-27C2332994A7}"/>
    <dgm:cxn modelId="{541F8A77-0852-4130-A267-CB2C1482A6E8}" type="presOf" srcId="{E97D0C73-F383-4117-A7E5-7A3FF09471D3}" destId="{42963792-B266-4648-A606-495C07C981FB}" srcOrd="0" destOrd="0" presId="urn:microsoft.com/office/officeart/2005/8/layout/process1"/>
    <dgm:cxn modelId="{78861782-068A-488A-B1C5-09CC575B5D80}" srcId="{E3F7B911-0DB8-46F7-A6CB-A937DE7F5972}" destId="{360C9A48-81FE-4D65-9516-B232CA206B0B}" srcOrd="2" destOrd="0" parTransId="{0B625C4F-CCA9-4175-983E-88805D77AAC5}" sibTransId="{E97D0C73-F383-4117-A7E5-7A3FF09471D3}"/>
    <dgm:cxn modelId="{CCB86B93-3845-428F-8411-A023AC4BDDEB}" srcId="{2063F73A-6D48-4171-9BCC-3A5159FCFBE3}" destId="{66FFFF39-03D1-479F-A004-0C1A91BCD012}" srcOrd="0" destOrd="0" parTransId="{4A5EDA08-68C0-4719-B835-6AECC589A5D1}" sibTransId="{775A41F0-E2CD-483C-948E-4C4DCDBE23C6}"/>
    <dgm:cxn modelId="{17E4239A-DE32-4B78-BE06-CFE7B8B50D59}" srcId="{ADFB60DE-7B6B-42C9-98FD-F94B3F204B4D}" destId="{801389A1-08AD-4217-99F1-17D044229FA0}" srcOrd="0" destOrd="0" parTransId="{BC314620-F755-43B8-B2B8-D38FEAD5BE47}" sibTransId="{9C7BD2E7-B2D7-4F25-A967-AB9E699AD0E3}"/>
    <dgm:cxn modelId="{150939AA-2A95-4B47-BDB9-FCBABC3FCAF5}" srcId="{E3F7B911-0DB8-46F7-A6CB-A937DE7F5972}" destId="{ADFB60DE-7B6B-42C9-98FD-F94B3F204B4D}" srcOrd="1" destOrd="0" parTransId="{A671AC3F-4FF4-419F-B14B-178228C3B3F5}" sibTransId="{A97DF006-03C2-4032-A233-78BD76A63D3D}"/>
    <dgm:cxn modelId="{881D80AA-1DB5-4D05-B4BE-DEB9948C817E}" type="presOf" srcId="{A3169168-C8F4-4A32-9005-27C2332994A7}" destId="{8C1AB374-B3F6-4375-BF8E-0EF0B9A03D5F}" srcOrd="1" destOrd="0" presId="urn:microsoft.com/office/officeart/2005/8/layout/process1"/>
    <dgm:cxn modelId="{78A882AF-41EB-40C3-8636-7416EA57980A}" srcId="{A992AD57-2B29-405E-A673-4C8FE2DCB2F0}" destId="{C9BC02D3-DAF3-483D-B2B5-6A810A3E5D23}" srcOrd="1" destOrd="0" parTransId="{0D7DD7AB-4B3F-4B26-9699-8D069D27EBFE}" sibTransId="{14A04E87-4E78-4857-8660-A2A290C3C448}"/>
    <dgm:cxn modelId="{E38AD1BC-B1F2-48A3-9F4E-9F4B093FDAEC}" type="presOf" srcId="{43DA3B73-85CC-44C7-99AF-E8675AAB11F1}" destId="{69C0042D-507E-4F9E-94A8-E94955ADB76F}" srcOrd="0" destOrd="0" presId="urn:microsoft.com/office/officeart/2005/8/layout/process1"/>
    <dgm:cxn modelId="{B714FBC5-D059-4484-9BC2-66EECB500B12}" type="presOf" srcId="{A992AD57-2B29-405E-A673-4C8FE2DCB2F0}" destId="{69C0042D-507E-4F9E-94A8-E94955ADB76F}" srcOrd="0" destOrd="1" presId="urn:microsoft.com/office/officeart/2005/8/layout/process1"/>
    <dgm:cxn modelId="{E20D28C7-268F-4C82-A0F1-EBBD25300B26}" type="presOf" srcId="{E97D0C73-F383-4117-A7E5-7A3FF09471D3}" destId="{C7FE0866-5A38-4AB6-9BDD-3EA0723D1400}" srcOrd="1" destOrd="0" presId="urn:microsoft.com/office/officeart/2005/8/layout/process1"/>
    <dgm:cxn modelId="{0DC4C7C8-8BFE-40E5-83C2-29B21DE73171}" type="presOf" srcId="{ADFB60DE-7B6B-42C9-98FD-F94B3F204B4D}" destId="{94DB21CA-9344-453D-8C21-40F12F0D3889}" srcOrd="0" destOrd="0" presId="urn:microsoft.com/office/officeart/2005/8/layout/process1"/>
    <dgm:cxn modelId="{AAC299C9-BA83-43E5-94A0-81B18092AFEC}" type="presOf" srcId="{5B1735AB-8363-41EB-A9A6-B25D2636DC13}" destId="{69C0042D-507E-4F9E-94A8-E94955ADB76F}" srcOrd="0" destOrd="5" presId="urn:microsoft.com/office/officeart/2005/8/layout/process1"/>
    <dgm:cxn modelId="{FEEA18CF-B05D-4F84-9B2B-A59126D73B0B}" srcId="{A38E3FB1-74C2-416C-962C-208A8CC26451}" destId="{FF9F707B-CECE-4E78-99EB-914DC0A31ECF}" srcOrd="0" destOrd="0" parTransId="{FB17E8DF-B400-423B-9CB4-4C38E1A393D0}" sibTransId="{1B2FE90C-EAEA-4A43-A64F-69ABBDDABCEB}"/>
    <dgm:cxn modelId="{AB8346D2-7479-4A8A-9B9E-3E06B25A4101}" type="presOf" srcId="{801389A1-08AD-4217-99F1-17D044229FA0}" destId="{94DB21CA-9344-453D-8C21-40F12F0D3889}" srcOrd="0" destOrd="1" presId="urn:microsoft.com/office/officeart/2005/8/layout/process1"/>
    <dgm:cxn modelId="{7A7BB4F0-1C5C-48CB-8901-89C2F8777FD9}" srcId="{A992AD57-2B29-405E-A673-4C8FE2DCB2F0}" destId="{4ED935BC-B6F4-4023-8157-90A00E4288D9}" srcOrd="0" destOrd="0" parTransId="{770B9806-9CD8-4654-A8B8-3D70D0747D19}" sibTransId="{615EA72B-289C-47B9-87A6-D11B04775F76}"/>
    <dgm:cxn modelId="{66DE21FB-DA00-48E7-8841-EB738D68F62C}" srcId="{A992AD57-2B29-405E-A673-4C8FE2DCB2F0}" destId="{5B1735AB-8363-41EB-A9A6-B25D2636DC13}" srcOrd="3" destOrd="0" parTransId="{258247BB-E99C-4C40-A6F3-2BCFF7F3F021}" sibTransId="{A1728D92-C6B8-42BE-B7DA-7498106C25C1}"/>
    <dgm:cxn modelId="{CD2010FC-CBD9-4366-BBB7-A2370EB4C245}" srcId="{A992AD57-2B29-405E-A673-4C8FE2DCB2F0}" destId="{0F52510D-04B1-43CC-97FD-7BBD63C4D854}" srcOrd="2" destOrd="0" parTransId="{7A0826B7-80B0-4499-9F07-B0CEFEBCCB15}" sibTransId="{000FE71D-E956-498B-A2D5-3FE5EE89E851}"/>
    <dgm:cxn modelId="{44EB4AFF-CFAA-4C07-A2E3-FCFCFC4805D0}" type="presOf" srcId="{B27230E2-A17D-4220-80FE-46D64297B343}" destId="{BCD86AF2-2522-4648-B7B2-23EC01768288}" srcOrd="0" destOrd="1" presId="urn:microsoft.com/office/officeart/2005/8/layout/process1"/>
    <dgm:cxn modelId="{A3EEBC4C-D696-420C-9548-292C5BAFC381}" type="presParOf" srcId="{33C77B4B-AC4C-4101-BE80-BB3417553860}" destId="{69C0042D-507E-4F9E-94A8-E94955ADB76F}" srcOrd="0" destOrd="0" presId="urn:microsoft.com/office/officeart/2005/8/layout/process1"/>
    <dgm:cxn modelId="{74064A54-7EF8-41C7-AE1A-BB20A8BAC8C0}" type="presParOf" srcId="{33C77B4B-AC4C-4101-BE80-BB3417553860}" destId="{C995A894-0AFA-453F-8460-3BDDD034C9F0}" srcOrd="1" destOrd="0" presId="urn:microsoft.com/office/officeart/2005/8/layout/process1"/>
    <dgm:cxn modelId="{42219523-EF2A-4B71-AADE-F502E30D150F}" type="presParOf" srcId="{C995A894-0AFA-453F-8460-3BDDD034C9F0}" destId="{8C1AB374-B3F6-4375-BF8E-0EF0B9A03D5F}" srcOrd="0" destOrd="0" presId="urn:microsoft.com/office/officeart/2005/8/layout/process1"/>
    <dgm:cxn modelId="{2E862AAC-1707-4857-9DE2-CB1A6192A062}" type="presParOf" srcId="{33C77B4B-AC4C-4101-BE80-BB3417553860}" destId="{94DB21CA-9344-453D-8C21-40F12F0D3889}" srcOrd="2" destOrd="0" presId="urn:microsoft.com/office/officeart/2005/8/layout/process1"/>
    <dgm:cxn modelId="{E56D702D-0BD3-45F5-9E8A-6285E21BF72E}" type="presParOf" srcId="{33C77B4B-AC4C-4101-BE80-BB3417553860}" destId="{60985EB9-42F5-4968-91E1-F1C3464F83DB}" srcOrd="3" destOrd="0" presId="urn:microsoft.com/office/officeart/2005/8/layout/process1"/>
    <dgm:cxn modelId="{89C02620-D853-4447-8CB1-200CE276630A}" type="presParOf" srcId="{60985EB9-42F5-4968-91E1-F1C3464F83DB}" destId="{EAD196ED-2637-4521-AC20-12D40696FBB7}" srcOrd="0" destOrd="0" presId="urn:microsoft.com/office/officeart/2005/8/layout/process1"/>
    <dgm:cxn modelId="{41356EBF-EA7A-4518-B314-C85465DD60D5}" type="presParOf" srcId="{33C77B4B-AC4C-4101-BE80-BB3417553860}" destId="{BCD86AF2-2522-4648-B7B2-23EC01768288}" srcOrd="4" destOrd="0" presId="urn:microsoft.com/office/officeart/2005/8/layout/process1"/>
    <dgm:cxn modelId="{FBE42AA9-721C-4844-B0F1-CCA2BAD003BC}" type="presParOf" srcId="{33C77B4B-AC4C-4101-BE80-BB3417553860}" destId="{42963792-B266-4648-A606-495C07C981FB}" srcOrd="5" destOrd="0" presId="urn:microsoft.com/office/officeart/2005/8/layout/process1"/>
    <dgm:cxn modelId="{33FB0A03-6E92-4F9C-8F36-2CA9B558087D}" type="presParOf" srcId="{42963792-B266-4648-A606-495C07C981FB}" destId="{C7FE0866-5A38-4AB6-9BDD-3EA0723D1400}" srcOrd="0" destOrd="0" presId="urn:microsoft.com/office/officeart/2005/8/layout/process1"/>
    <dgm:cxn modelId="{95CA412C-C13C-4F33-B878-9724F580FF8B}" type="presParOf" srcId="{33C77B4B-AC4C-4101-BE80-BB3417553860}" destId="{0941CEB6-4744-4A4C-B3F9-AE9B3291FC66}" srcOrd="6" destOrd="0" presId="urn:microsoft.com/office/officeart/2005/8/layout/process1"/>
    <dgm:cxn modelId="{1D45963A-9C3B-4EE7-8BAA-42AA1C291C18}" type="presParOf" srcId="{33C77B4B-AC4C-4101-BE80-BB3417553860}" destId="{2297CA2F-E4E3-4CAA-9DAC-31EBDE18A66E}" srcOrd="7" destOrd="0" presId="urn:microsoft.com/office/officeart/2005/8/layout/process1"/>
    <dgm:cxn modelId="{B786256B-F892-41CF-BC10-7B27DA60562C}" type="presParOf" srcId="{2297CA2F-E4E3-4CAA-9DAC-31EBDE18A66E}" destId="{54FB4166-E42F-4144-9064-5D0A6108B512}" srcOrd="0" destOrd="0" presId="urn:microsoft.com/office/officeart/2005/8/layout/process1"/>
    <dgm:cxn modelId="{046152D9-7E35-49B9-B8FD-DC77E07E82E9}" type="presParOf" srcId="{33C77B4B-AC4C-4101-BE80-BB3417553860}" destId="{7807F26B-8DA3-4C05-AC81-9B09DFFBB862}" srcOrd="8"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3F7B911-0DB8-46F7-A6CB-A937DE7F5972}" type="doc">
      <dgm:prSet loTypeId="urn:microsoft.com/office/officeart/2005/8/layout/process1" loCatId="process" qsTypeId="urn:microsoft.com/office/officeart/2005/8/quickstyle/simple5" qsCatId="simple" csTypeId="urn:microsoft.com/office/officeart/2005/8/colors/accent1_2" csCatId="accent1" phldr="1"/>
      <dgm:spPr/>
      <dgm:t>
        <a:bodyPr/>
        <a:lstStyle/>
        <a:p>
          <a:endParaRPr lang="en-US"/>
        </a:p>
      </dgm:t>
    </dgm:pt>
    <dgm:pt modelId="{43DA3B73-85CC-44C7-99AF-E8675AAB11F1}">
      <dgm:prSet phldrT="[Text]"/>
      <dgm:spPr/>
      <dgm:t>
        <a:bodyPr/>
        <a:lstStyle/>
        <a:p>
          <a:r>
            <a:rPr lang="en-US" b="1"/>
            <a:t>Requirement Gathering</a:t>
          </a:r>
        </a:p>
      </dgm:t>
    </dgm:pt>
    <dgm:pt modelId="{9F019D3D-4D19-4593-B070-40268D2F2EB5}" type="parTrans" cxnId="{131F2674-DD6F-469D-917E-E2EE098B29BC}">
      <dgm:prSet/>
      <dgm:spPr/>
      <dgm:t>
        <a:bodyPr/>
        <a:lstStyle/>
        <a:p>
          <a:endParaRPr lang="en-US"/>
        </a:p>
      </dgm:t>
    </dgm:pt>
    <dgm:pt modelId="{A3169168-C8F4-4A32-9005-27C2332994A7}" type="sibTrans" cxnId="{131F2674-DD6F-469D-917E-E2EE098B29BC}">
      <dgm:prSet/>
      <dgm:spPr/>
      <dgm:t>
        <a:bodyPr/>
        <a:lstStyle/>
        <a:p>
          <a:endParaRPr lang="en-US"/>
        </a:p>
      </dgm:t>
    </dgm:pt>
    <dgm:pt modelId="{360C9A48-81FE-4D65-9516-B232CA206B0B}">
      <dgm:prSet/>
      <dgm:spPr/>
      <dgm:t>
        <a:bodyPr/>
        <a:lstStyle/>
        <a:p>
          <a:r>
            <a:rPr lang="en-US" b="1" dirty="0"/>
            <a:t>Logical Design</a:t>
          </a:r>
        </a:p>
      </dgm:t>
    </dgm:pt>
    <dgm:pt modelId="{0B625C4F-CCA9-4175-983E-88805D77AAC5}" type="parTrans" cxnId="{78861782-068A-488A-B1C5-09CC575B5D80}">
      <dgm:prSet/>
      <dgm:spPr/>
      <dgm:t>
        <a:bodyPr/>
        <a:lstStyle/>
        <a:p>
          <a:endParaRPr lang="en-US"/>
        </a:p>
      </dgm:t>
    </dgm:pt>
    <dgm:pt modelId="{E97D0C73-F383-4117-A7E5-7A3FF09471D3}" type="sibTrans" cxnId="{78861782-068A-488A-B1C5-09CC575B5D80}">
      <dgm:prSet/>
      <dgm:spPr/>
      <dgm:t>
        <a:bodyPr/>
        <a:lstStyle/>
        <a:p>
          <a:endParaRPr lang="en-US"/>
        </a:p>
      </dgm:t>
    </dgm:pt>
    <dgm:pt modelId="{A38E3FB1-74C2-416C-962C-208A8CC26451}">
      <dgm:prSet>
        <dgm:style>
          <a:lnRef idx="0">
            <a:scrgbClr r="0" g="0" b="0"/>
          </a:lnRef>
          <a:fillRef idx="0">
            <a:scrgbClr r="0" g="0" b="0"/>
          </a:fillRef>
          <a:effectRef idx="0">
            <a:scrgbClr r="0" g="0" b="0"/>
          </a:effectRef>
          <a:fontRef idx="minor">
            <a:schemeClr val="lt1"/>
          </a:fontRef>
        </dgm:style>
      </dgm:prSet>
      <dgm:spPr>
        <a:solidFill>
          <a:schemeClr val="accent1"/>
        </a:solidFill>
        <a:ln>
          <a:noFill/>
        </a:ln>
      </dgm:spPr>
      <dgm:t>
        <a:bodyPr/>
        <a:lstStyle/>
        <a:p>
          <a:r>
            <a:rPr lang="en-US" b="1"/>
            <a:t>Physical Design</a:t>
          </a:r>
        </a:p>
      </dgm:t>
    </dgm:pt>
    <dgm:pt modelId="{9E752F19-DAF8-4077-BC1B-196EAE64B4D1}" type="parTrans" cxnId="{A3436A63-0B7B-4E1F-9868-5311457F2073}">
      <dgm:prSet/>
      <dgm:spPr/>
      <dgm:t>
        <a:bodyPr/>
        <a:lstStyle/>
        <a:p>
          <a:endParaRPr lang="en-US"/>
        </a:p>
      </dgm:t>
    </dgm:pt>
    <dgm:pt modelId="{BCA34D4F-D34A-4E7F-8060-EE5CDCEDEBC9}" type="sibTrans" cxnId="{A3436A63-0B7B-4E1F-9868-5311457F2073}">
      <dgm:prSet/>
      <dgm:spPr/>
      <dgm:t>
        <a:bodyPr/>
        <a:lstStyle/>
        <a:p>
          <a:endParaRPr lang="en-US"/>
        </a:p>
      </dgm:t>
    </dgm:pt>
    <dgm:pt modelId="{2063F73A-6D48-4171-9BCC-3A5159FCFBE3}">
      <dgm:prSet>
        <dgm:style>
          <a:lnRef idx="2">
            <a:schemeClr val="dk1"/>
          </a:lnRef>
          <a:fillRef idx="1">
            <a:schemeClr val="lt1"/>
          </a:fillRef>
          <a:effectRef idx="0">
            <a:schemeClr val="dk1"/>
          </a:effectRef>
          <a:fontRef idx="minor">
            <a:schemeClr val="dk1"/>
          </a:fontRef>
        </dgm:style>
      </dgm:prSet>
      <dgm:spPr>
        <a:ln/>
      </dgm:spPr>
      <dgm:t>
        <a:bodyPr/>
        <a:lstStyle/>
        <a:p>
          <a:r>
            <a:rPr lang="en-US" b="1"/>
            <a:t>Installation and Maintenance</a:t>
          </a:r>
        </a:p>
      </dgm:t>
    </dgm:pt>
    <dgm:pt modelId="{25077567-7832-4BBF-8124-97EF66740E53}" type="parTrans" cxnId="{4AD42824-2F58-47D8-B6AC-498408ADB519}">
      <dgm:prSet/>
      <dgm:spPr/>
      <dgm:t>
        <a:bodyPr/>
        <a:lstStyle/>
        <a:p>
          <a:endParaRPr lang="en-US"/>
        </a:p>
      </dgm:t>
    </dgm:pt>
    <dgm:pt modelId="{DE743DFC-3175-4315-B0E1-7CE8009342DB}" type="sibTrans" cxnId="{4AD42824-2F58-47D8-B6AC-498408ADB519}">
      <dgm:prSet/>
      <dgm:spPr/>
      <dgm:t>
        <a:bodyPr/>
        <a:lstStyle/>
        <a:p>
          <a:endParaRPr lang="en-US"/>
        </a:p>
      </dgm:t>
    </dgm:pt>
    <dgm:pt modelId="{ADFB60DE-7B6B-42C9-98FD-F94B3F204B4D}">
      <dgm:prSet/>
      <dgm:spPr/>
      <dgm:t>
        <a:bodyPr/>
        <a:lstStyle/>
        <a:p>
          <a:r>
            <a:rPr lang="en-US" b="1"/>
            <a:t>Analysis</a:t>
          </a:r>
        </a:p>
      </dgm:t>
    </dgm:pt>
    <dgm:pt modelId="{A97DF006-03C2-4032-A233-78BD76A63D3D}" type="sibTrans" cxnId="{150939AA-2A95-4B47-BDB9-FCBABC3FCAF5}">
      <dgm:prSet/>
      <dgm:spPr/>
      <dgm:t>
        <a:bodyPr/>
        <a:lstStyle/>
        <a:p>
          <a:endParaRPr lang="en-US"/>
        </a:p>
      </dgm:t>
    </dgm:pt>
    <dgm:pt modelId="{A671AC3F-4FF4-419F-B14B-178228C3B3F5}" type="parTrans" cxnId="{150939AA-2A95-4B47-BDB9-FCBABC3FCAF5}">
      <dgm:prSet/>
      <dgm:spPr/>
      <dgm:t>
        <a:bodyPr/>
        <a:lstStyle/>
        <a:p>
          <a:endParaRPr lang="en-US"/>
        </a:p>
      </dgm:t>
    </dgm:pt>
    <dgm:pt modelId="{A992AD57-2B29-405E-A673-4C8FE2DCB2F0}">
      <dgm:prSet/>
      <dgm:spPr/>
      <dgm:t>
        <a:bodyPr/>
        <a:lstStyle/>
        <a:p>
          <a:r>
            <a:rPr lang="en-US"/>
            <a:t>Determine needs of: </a:t>
          </a:r>
        </a:p>
      </dgm:t>
    </dgm:pt>
    <dgm:pt modelId="{A107BC28-DE52-4594-8495-7F55B444C020}" type="parTrans" cxnId="{9D26AD6A-9892-4AC4-A58F-4C551EC94151}">
      <dgm:prSet/>
      <dgm:spPr/>
      <dgm:t>
        <a:bodyPr/>
        <a:lstStyle/>
        <a:p>
          <a:endParaRPr lang="en-US"/>
        </a:p>
      </dgm:t>
    </dgm:pt>
    <dgm:pt modelId="{E8BD408A-94EB-4640-B731-4BB67C578ABF}" type="sibTrans" cxnId="{9D26AD6A-9892-4AC4-A58F-4C551EC94151}">
      <dgm:prSet/>
      <dgm:spPr/>
      <dgm:t>
        <a:bodyPr/>
        <a:lstStyle/>
        <a:p>
          <a:endParaRPr lang="en-US"/>
        </a:p>
      </dgm:t>
    </dgm:pt>
    <dgm:pt modelId="{4ED935BC-B6F4-4023-8157-90A00E4288D9}">
      <dgm:prSet/>
      <dgm:spPr/>
      <dgm:t>
        <a:bodyPr/>
        <a:lstStyle/>
        <a:p>
          <a:r>
            <a:rPr lang="en-US"/>
            <a:t>Business</a:t>
          </a:r>
        </a:p>
      </dgm:t>
    </dgm:pt>
    <dgm:pt modelId="{770B9806-9CD8-4654-A8B8-3D70D0747D19}" type="parTrans" cxnId="{7A7BB4F0-1C5C-48CB-8901-89C2F8777FD9}">
      <dgm:prSet/>
      <dgm:spPr/>
      <dgm:t>
        <a:bodyPr/>
        <a:lstStyle/>
        <a:p>
          <a:endParaRPr lang="en-US"/>
        </a:p>
      </dgm:t>
    </dgm:pt>
    <dgm:pt modelId="{615EA72B-289C-47B9-87A6-D11B04775F76}" type="sibTrans" cxnId="{7A7BB4F0-1C5C-48CB-8901-89C2F8777FD9}">
      <dgm:prSet/>
      <dgm:spPr/>
      <dgm:t>
        <a:bodyPr/>
        <a:lstStyle/>
        <a:p>
          <a:endParaRPr lang="en-US"/>
        </a:p>
      </dgm:t>
    </dgm:pt>
    <dgm:pt modelId="{C9BC02D3-DAF3-483D-B2B5-6A810A3E5D23}">
      <dgm:prSet/>
      <dgm:spPr/>
      <dgm:t>
        <a:bodyPr/>
        <a:lstStyle/>
        <a:p>
          <a:r>
            <a:rPr lang="en-US"/>
            <a:t>Users</a:t>
          </a:r>
        </a:p>
      </dgm:t>
    </dgm:pt>
    <dgm:pt modelId="{0D7DD7AB-4B3F-4B26-9699-8D069D27EBFE}" type="parTrans" cxnId="{78A882AF-41EB-40C3-8636-7416EA57980A}">
      <dgm:prSet/>
      <dgm:spPr/>
      <dgm:t>
        <a:bodyPr/>
        <a:lstStyle/>
        <a:p>
          <a:endParaRPr lang="en-US"/>
        </a:p>
      </dgm:t>
    </dgm:pt>
    <dgm:pt modelId="{14A04E87-4E78-4857-8660-A2A290C3C448}" type="sibTrans" cxnId="{78A882AF-41EB-40C3-8636-7416EA57980A}">
      <dgm:prSet/>
      <dgm:spPr/>
      <dgm:t>
        <a:bodyPr/>
        <a:lstStyle/>
        <a:p>
          <a:endParaRPr lang="en-US"/>
        </a:p>
      </dgm:t>
    </dgm:pt>
    <dgm:pt modelId="{0F52510D-04B1-43CC-97FD-7BBD63C4D854}">
      <dgm:prSet/>
      <dgm:spPr/>
      <dgm:t>
        <a:bodyPr/>
        <a:lstStyle/>
        <a:p>
          <a:r>
            <a:rPr lang="en-US"/>
            <a:t>Applications</a:t>
          </a:r>
        </a:p>
      </dgm:t>
    </dgm:pt>
    <dgm:pt modelId="{7A0826B7-80B0-4499-9F07-B0CEFEBCCB15}" type="parTrans" cxnId="{CD2010FC-CBD9-4366-BBB7-A2370EB4C245}">
      <dgm:prSet/>
      <dgm:spPr/>
      <dgm:t>
        <a:bodyPr/>
        <a:lstStyle/>
        <a:p>
          <a:endParaRPr lang="en-US"/>
        </a:p>
      </dgm:t>
    </dgm:pt>
    <dgm:pt modelId="{000FE71D-E956-498B-A2D5-3FE5EE89E851}" type="sibTrans" cxnId="{CD2010FC-CBD9-4366-BBB7-A2370EB4C245}">
      <dgm:prSet/>
      <dgm:spPr/>
      <dgm:t>
        <a:bodyPr/>
        <a:lstStyle/>
        <a:p>
          <a:endParaRPr lang="en-US"/>
        </a:p>
      </dgm:t>
    </dgm:pt>
    <dgm:pt modelId="{5B1735AB-8363-41EB-A9A6-B25D2636DC13}">
      <dgm:prSet/>
      <dgm:spPr/>
      <dgm:t>
        <a:bodyPr/>
        <a:lstStyle/>
        <a:p>
          <a:r>
            <a:rPr lang="en-US"/>
            <a:t>Network</a:t>
          </a:r>
        </a:p>
      </dgm:t>
    </dgm:pt>
    <dgm:pt modelId="{258247BB-E99C-4C40-A6F3-2BCFF7F3F021}" type="parTrans" cxnId="{66DE21FB-DA00-48E7-8841-EB738D68F62C}">
      <dgm:prSet/>
      <dgm:spPr/>
      <dgm:t>
        <a:bodyPr/>
        <a:lstStyle/>
        <a:p>
          <a:endParaRPr lang="en-US"/>
        </a:p>
      </dgm:t>
    </dgm:pt>
    <dgm:pt modelId="{A1728D92-C6B8-42BE-B7DA-7498106C25C1}" type="sibTrans" cxnId="{66DE21FB-DA00-48E7-8841-EB738D68F62C}">
      <dgm:prSet/>
      <dgm:spPr/>
      <dgm:t>
        <a:bodyPr/>
        <a:lstStyle/>
        <a:p>
          <a:endParaRPr lang="en-US"/>
        </a:p>
      </dgm:t>
    </dgm:pt>
    <dgm:pt modelId="{801389A1-08AD-4217-99F1-17D044229FA0}">
      <dgm:prSet/>
      <dgm:spPr/>
      <dgm:t>
        <a:bodyPr/>
        <a:lstStyle/>
        <a:p>
          <a:r>
            <a:rPr lang="en-US"/>
            <a:t>Estimate and measure traffic and device utilization</a:t>
          </a:r>
        </a:p>
      </dgm:t>
    </dgm:pt>
    <dgm:pt modelId="{BC314620-F755-43B8-B2B8-D38FEAD5BE47}" type="parTrans" cxnId="{17E4239A-DE32-4B78-BE06-CFE7B8B50D59}">
      <dgm:prSet/>
      <dgm:spPr/>
      <dgm:t>
        <a:bodyPr/>
        <a:lstStyle/>
        <a:p>
          <a:endParaRPr lang="en-US"/>
        </a:p>
      </dgm:t>
    </dgm:pt>
    <dgm:pt modelId="{9C7BD2E7-B2D7-4F25-A967-AB9E699AD0E3}" type="sibTrans" cxnId="{17E4239A-DE32-4B78-BE06-CFE7B8B50D59}">
      <dgm:prSet/>
      <dgm:spPr/>
      <dgm:t>
        <a:bodyPr/>
        <a:lstStyle/>
        <a:p>
          <a:endParaRPr lang="en-US"/>
        </a:p>
      </dgm:t>
    </dgm:pt>
    <dgm:pt modelId="{B27230E2-A17D-4220-80FE-46D64297B343}">
      <dgm:prSet/>
      <dgm:spPr/>
      <dgm:t>
        <a:bodyPr/>
        <a:lstStyle/>
        <a:p>
          <a:r>
            <a:rPr lang="en-US"/>
            <a:t>Choose technologies that meet the requirements</a:t>
          </a:r>
        </a:p>
      </dgm:t>
    </dgm:pt>
    <dgm:pt modelId="{D985146F-41BC-41F7-BD5A-34637F24A6B1}" type="parTrans" cxnId="{E1DB8706-943A-41DE-857B-FD1004514511}">
      <dgm:prSet/>
      <dgm:spPr/>
      <dgm:t>
        <a:bodyPr/>
        <a:lstStyle/>
        <a:p>
          <a:endParaRPr lang="en-US"/>
        </a:p>
      </dgm:t>
    </dgm:pt>
    <dgm:pt modelId="{1D9A2E75-6B4A-4BA3-BDC6-C1C8E25DEF5F}" type="sibTrans" cxnId="{E1DB8706-943A-41DE-857B-FD1004514511}">
      <dgm:prSet/>
      <dgm:spPr/>
      <dgm:t>
        <a:bodyPr/>
        <a:lstStyle/>
        <a:p>
          <a:endParaRPr lang="en-US"/>
        </a:p>
      </dgm:t>
    </dgm:pt>
    <dgm:pt modelId="{FF9F707B-CECE-4E78-99EB-914DC0A31ECF}">
      <dgm:prSet>
        <dgm:style>
          <a:lnRef idx="0">
            <a:scrgbClr r="0" g="0" b="0"/>
          </a:lnRef>
          <a:fillRef idx="0">
            <a:scrgbClr r="0" g="0" b="0"/>
          </a:fillRef>
          <a:effectRef idx="0">
            <a:scrgbClr r="0" g="0" b="0"/>
          </a:effectRef>
          <a:fontRef idx="minor">
            <a:schemeClr val="lt1"/>
          </a:fontRef>
        </dgm:style>
      </dgm:prSet>
      <dgm:spPr>
        <a:solidFill>
          <a:schemeClr val="accent1"/>
        </a:solidFill>
        <a:ln>
          <a:noFill/>
        </a:ln>
      </dgm:spPr>
      <dgm:t>
        <a:bodyPr/>
        <a:lstStyle/>
        <a:p>
          <a:r>
            <a:rPr lang="en-US"/>
            <a:t>Apply the Logical Design to the physical space</a:t>
          </a:r>
        </a:p>
      </dgm:t>
    </dgm:pt>
    <dgm:pt modelId="{FB17E8DF-B400-423B-9CB4-4C38E1A393D0}" type="parTrans" cxnId="{FEEA18CF-B05D-4F84-9B2B-A59126D73B0B}">
      <dgm:prSet/>
      <dgm:spPr/>
      <dgm:t>
        <a:bodyPr/>
        <a:lstStyle/>
        <a:p>
          <a:endParaRPr lang="en-US"/>
        </a:p>
      </dgm:t>
    </dgm:pt>
    <dgm:pt modelId="{1B2FE90C-EAEA-4A43-A64F-69ABBDDABCEB}" type="sibTrans" cxnId="{FEEA18CF-B05D-4F84-9B2B-A59126D73B0B}">
      <dgm:prSet/>
      <dgm:spPr/>
      <dgm:t>
        <a:bodyPr/>
        <a:lstStyle/>
        <a:p>
          <a:endParaRPr lang="en-US"/>
        </a:p>
      </dgm:t>
    </dgm:pt>
    <dgm:pt modelId="{66FFFF39-03D1-479F-A004-0C1A91BCD012}">
      <dgm:prSet>
        <dgm:style>
          <a:lnRef idx="2">
            <a:schemeClr val="dk1"/>
          </a:lnRef>
          <a:fillRef idx="1">
            <a:schemeClr val="lt1"/>
          </a:fillRef>
          <a:effectRef idx="0">
            <a:schemeClr val="dk1"/>
          </a:effectRef>
          <a:fontRef idx="minor">
            <a:schemeClr val="dk1"/>
          </a:fontRef>
        </dgm:style>
      </dgm:prSet>
      <dgm:spPr>
        <a:ln/>
      </dgm:spPr>
      <dgm:t>
        <a:bodyPr/>
        <a:lstStyle/>
        <a:p>
          <a:r>
            <a:rPr lang="en-US"/>
            <a:t>Implement the Physical Design</a:t>
          </a:r>
        </a:p>
      </dgm:t>
    </dgm:pt>
    <dgm:pt modelId="{4A5EDA08-68C0-4719-B835-6AECC589A5D1}" type="parTrans" cxnId="{CCB86B93-3845-428F-8411-A023AC4BDDEB}">
      <dgm:prSet/>
      <dgm:spPr/>
      <dgm:t>
        <a:bodyPr/>
        <a:lstStyle/>
        <a:p>
          <a:endParaRPr lang="en-US"/>
        </a:p>
      </dgm:t>
    </dgm:pt>
    <dgm:pt modelId="{775A41F0-E2CD-483C-948E-4C4DCDBE23C6}" type="sibTrans" cxnId="{CCB86B93-3845-428F-8411-A023AC4BDDEB}">
      <dgm:prSet/>
      <dgm:spPr/>
      <dgm:t>
        <a:bodyPr/>
        <a:lstStyle/>
        <a:p>
          <a:endParaRPr lang="en-US"/>
        </a:p>
      </dgm:t>
    </dgm:pt>
    <dgm:pt modelId="{33C77B4B-AC4C-4101-BE80-BB3417553860}" type="pres">
      <dgm:prSet presAssocID="{E3F7B911-0DB8-46F7-A6CB-A937DE7F5972}" presName="Name0" presStyleCnt="0">
        <dgm:presLayoutVars>
          <dgm:dir/>
          <dgm:resizeHandles val="exact"/>
        </dgm:presLayoutVars>
      </dgm:prSet>
      <dgm:spPr/>
    </dgm:pt>
    <dgm:pt modelId="{69C0042D-507E-4F9E-94A8-E94955ADB76F}" type="pres">
      <dgm:prSet presAssocID="{43DA3B73-85CC-44C7-99AF-E8675AAB11F1}" presName="node" presStyleLbl="node1" presStyleIdx="0" presStyleCnt="5">
        <dgm:presLayoutVars>
          <dgm:bulletEnabled val="1"/>
        </dgm:presLayoutVars>
      </dgm:prSet>
      <dgm:spPr/>
    </dgm:pt>
    <dgm:pt modelId="{C995A894-0AFA-453F-8460-3BDDD034C9F0}" type="pres">
      <dgm:prSet presAssocID="{A3169168-C8F4-4A32-9005-27C2332994A7}" presName="sibTrans" presStyleLbl="sibTrans2D1" presStyleIdx="0" presStyleCnt="4"/>
      <dgm:spPr/>
    </dgm:pt>
    <dgm:pt modelId="{8C1AB374-B3F6-4375-BF8E-0EF0B9A03D5F}" type="pres">
      <dgm:prSet presAssocID="{A3169168-C8F4-4A32-9005-27C2332994A7}" presName="connectorText" presStyleLbl="sibTrans2D1" presStyleIdx="0" presStyleCnt="4"/>
      <dgm:spPr/>
    </dgm:pt>
    <dgm:pt modelId="{94DB21CA-9344-453D-8C21-40F12F0D3889}" type="pres">
      <dgm:prSet presAssocID="{ADFB60DE-7B6B-42C9-98FD-F94B3F204B4D}" presName="node" presStyleLbl="node1" presStyleIdx="1" presStyleCnt="5">
        <dgm:presLayoutVars>
          <dgm:bulletEnabled val="1"/>
        </dgm:presLayoutVars>
      </dgm:prSet>
      <dgm:spPr/>
    </dgm:pt>
    <dgm:pt modelId="{60985EB9-42F5-4968-91E1-F1C3464F83DB}" type="pres">
      <dgm:prSet presAssocID="{A97DF006-03C2-4032-A233-78BD76A63D3D}" presName="sibTrans" presStyleLbl="sibTrans2D1" presStyleIdx="1" presStyleCnt="4"/>
      <dgm:spPr/>
    </dgm:pt>
    <dgm:pt modelId="{EAD196ED-2637-4521-AC20-12D40696FBB7}" type="pres">
      <dgm:prSet presAssocID="{A97DF006-03C2-4032-A233-78BD76A63D3D}" presName="connectorText" presStyleLbl="sibTrans2D1" presStyleIdx="1" presStyleCnt="4"/>
      <dgm:spPr/>
    </dgm:pt>
    <dgm:pt modelId="{BCD86AF2-2522-4648-B7B2-23EC01768288}" type="pres">
      <dgm:prSet presAssocID="{360C9A48-81FE-4D65-9516-B232CA206B0B}" presName="node" presStyleLbl="node1" presStyleIdx="2" presStyleCnt="5">
        <dgm:presLayoutVars>
          <dgm:bulletEnabled val="1"/>
        </dgm:presLayoutVars>
      </dgm:prSet>
      <dgm:spPr/>
    </dgm:pt>
    <dgm:pt modelId="{42963792-B266-4648-A606-495C07C981FB}" type="pres">
      <dgm:prSet presAssocID="{E97D0C73-F383-4117-A7E5-7A3FF09471D3}" presName="sibTrans" presStyleLbl="sibTrans2D1" presStyleIdx="2" presStyleCnt="4"/>
      <dgm:spPr/>
    </dgm:pt>
    <dgm:pt modelId="{C7FE0866-5A38-4AB6-9BDD-3EA0723D1400}" type="pres">
      <dgm:prSet presAssocID="{E97D0C73-F383-4117-A7E5-7A3FF09471D3}" presName="connectorText" presStyleLbl="sibTrans2D1" presStyleIdx="2" presStyleCnt="4"/>
      <dgm:spPr/>
    </dgm:pt>
    <dgm:pt modelId="{0941CEB6-4744-4A4C-B3F9-AE9B3291FC66}" type="pres">
      <dgm:prSet presAssocID="{A38E3FB1-74C2-416C-962C-208A8CC26451}" presName="node" presStyleLbl="node1" presStyleIdx="3" presStyleCnt="5" custLinFactNeighborY="868">
        <dgm:presLayoutVars>
          <dgm:bulletEnabled val="1"/>
        </dgm:presLayoutVars>
      </dgm:prSet>
      <dgm:spPr/>
    </dgm:pt>
    <dgm:pt modelId="{2297CA2F-E4E3-4CAA-9DAC-31EBDE18A66E}" type="pres">
      <dgm:prSet presAssocID="{BCA34D4F-D34A-4E7F-8060-EE5CDCEDEBC9}" presName="sibTrans" presStyleLbl="sibTrans2D1" presStyleIdx="3" presStyleCnt="4"/>
      <dgm:spPr/>
    </dgm:pt>
    <dgm:pt modelId="{54FB4166-E42F-4144-9064-5D0A6108B512}" type="pres">
      <dgm:prSet presAssocID="{BCA34D4F-D34A-4E7F-8060-EE5CDCEDEBC9}" presName="connectorText" presStyleLbl="sibTrans2D1" presStyleIdx="3" presStyleCnt="4"/>
      <dgm:spPr/>
    </dgm:pt>
    <dgm:pt modelId="{7807F26B-8DA3-4C05-AC81-9B09DFFBB862}" type="pres">
      <dgm:prSet presAssocID="{2063F73A-6D48-4171-9BCC-3A5159FCFBE3}" presName="node" presStyleLbl="node1" presStyleIdx="4" presStyleCnt="5">
        <dgm:presLayoutVars>
          <dgm:bulletEnabled val="1"/>
        </dgm:presLayoutVars>
      </dgm:prSet>
      <dgm:spPr/>
    </dgm:pt>
  </dgm:ptLst>
  <dgm:cxnLst>
    <dgm:cxn modelId="{373BB105-BD9B-482D-93E7-3D2A93F643C0}" type="presOf" srcId="{0F52510D-04B1-43CC-97FD-7BBD63C4D854}" destId="{69C0042D-507E-4F9E-94A8-E94955ADB76F}" srcOrd="0" destOrd="4" presId="urn:microsoft.com/office/officeart/2005/8/layout/process1"/>
    <dgm:cxn modelId="{E1DB8706-943A-41DE-857B-FD1004514511}" srcId="{360C9A48-81FE-4D65-9516-B232CA206B0B}" destId="{B27230E2-A17D-4220-80FE-46D64297B343}" srcOrd="0" destOrd="0" parTransId="{D985146F-41BC-41F7-BD5A-34637F24A6B1}" sibTransId="{1D9A2E75-6B4A-4BA3-BDC6-C1C8E25DEF5F}"/>
    <dgm:cxn modelId="{8B50E507-1CF5-4604-8206-39FABB967420}" type="presOf" srcId="{A97DF006-03C2-4032-A233-78BD76A63D3D}" destId="{60985EB9-42F5-4968-91E1-F1C3464F83DB}" srcOrd="0" destOrd="0" presId="urn:microsoft.com/office/officeart/2005/8/layout/process1"/>
    <dgm:cxn modelId="{E8787317-170A-4679-B5D4-515276EDD2E3}" type="presOf" srcId="{A3169168-C8F4-4A32-9005-27C2332994A7}" destId="{C995A894-0AFA-453F-8460-3BDDD034C9F0}" srcOrd="0" destOrd="0" presId="urn:microsoft.com/office/officeart/2005/8/layout/process1"/>
    <dgm:cxn modelId="{4AD42824-2F58-47D8-B6AC-498408ADB519}" srcId="{E3F7B911-0DB8-46F7-A6CB-A937DE7F5972}" destId="{2063F73A-6D48-4171-9BCC-3A5159FCFBE3}" srcOrd="4" destOrd="0" parTransId="{25077567-7832-4BBF-8124-97EF66740E53}" sibTransId="{DE743DFC-3175-4315-B0E1-7CE8009342DB}"/>
    <dgm:cxn modelId="{97B9692E-411D-4838-88AD-1C43A6F73083}" type="presOf" srcId="{360C9A48-81FE-4D65-9516-B232CA206B0B}" destId="{BCD86AF2-2522-4648-B7B2-23EC01768288}" srcOrd="0" destOrd="0" presId="urn:microsoft.com/office/officeart/2005/8/layout/process1"/>
    <dgm:cxn modelId="{13C49C2F-310A-4CF0-8235-FBDCD86AF66B}" type="presOf" srcId="{A38E3FB1-74C2-416C-962C-208A8CC26451}" destId="{0941CEB6-4744-4A4C-B3F9-AE9B3291FC66}" srcOrd="0" destOrd="0" presId="urn:microsoft.com/office/officeart/2005/8/layout/process1"/>
    <dgm:cxn modelId="{14F43930-AB62-4374-97B3-C3B06522240C}" type="presOf" srcId="{C9BC02D3-DAF3-483D-B2B5-6A810A3E5D23}" destId="{69C0042D-507E-4F9E-94A8-E94955ADB76F}" srcOrd="0" destOrd="3" presId="urn:microsoft.com/office/officeart/2005/8/layout/process1"/>
    <dgm:cxn modelId="{11B67C38-C0BB-4056-ABB9-B9C8C359F9CA}" type="presOf" srcId="{2063F73A-6D48-4171-9BCC-3A5159FCFBE3}" destId="{7807F26B-8DA3-4C05-AC81-9B09DFFBB862}" srcOrd="0" destOrd="0" presId="urn:microsoft.com/office/officeart/2005/8/layout/process1"/>
    <dgm:cxn modelId="{1079F93D-EFC9-4F63-A7D2-BA33A86E4DFC}" type="presOf" srcId="{BCA34D4F-D34A-4E7F-8060-EE5CDCEDEBC9}" destId="{2297CA2F-E4E3-4CAA-9DAC-31EBDE18A66E}" srcOrd="0" destOrd="0" presId="urn:microsoft.com/office/officeart/2005/8/layout/process1"/>
    <dgm:cxn modelId="{26FA8D5C-9E2D-43A2-86DB-EE2A3FA661CA}" type="presOf" srcId="{A97DF006-03C2-4032-A233-78BD76A63D3D}" destId="{EAD196ED-2637-4521-AC20-12D40696FBB7}" srcOrd="1" destOrd="0" presId="urn:microsoft.com/office/officeart/2005/8/layout/process1"/>
    <dgm:cxn modelId="{A3436A63-0B7B-4E1F-9868-5311457F2073}" srcId="{E3F7B911-0DB8-46F7-A6CB-A937DE7F5972}" destId="{A38E3FB1-74C2-416C-962C-208A8CC26451}" srcOrd="3" destOrd="0" parTransId="{9E752F19-DAF8-4077-BC1B-196EAE64B4D1}" sibTransId="{BCA34D4F-D34A-4E7F-8060-EE5CDCEDEBC9}"/>
    <dgm:cxn modelId="{8C6FAC44-1A20-4525-8EB8-2F9740001F7B}" type="presOf" srcId="{4ED935BC-B6F4-4023-8157-90A00E4288D9}" destId="{69C0042D-507E-4F9E-94A8-E94955ADB76F}" srcOrd="0" destOrd="2" presId="urn:microsoft.com/office/officeart/2005/8/layout/process1"/>
    <dgm:cxn modelId="{D680D866-82DC-42E8-93B4-13F314842A5A}" type="presOf" srcId="{66FFFF39-03D1-479F-A004-0C1A91BCD012}" destId="{7807F26B-8DA3-4C05-AC81-9B09DFFBB862}" srcOrd="0" destOrd="1" presId="urn:microsoft.com/office/officeart/2005/8/layout/process1"/>
    <dgm:cxn modelId="{C99CE768-EC43-4487-A92D-7422C1A1183F}" type="presOf" srcId="{FF9F707B-CECE-4E78-99EB-914DC0A31ECF}" destId="{0941CEB6-4744-4A4C-B3F9-AE9B3291FC66}" srcOrd="0" destOrd="1" presId="urn:microsoft.com/office/officeart/2005/8/layout/process1"/>
    <dgm:cxn modelId="{9D26AD6A-9892-4AC4-A58F-4C551EC94151}" srcId="{43DA3B73-85CC-44C7-99AF-E8675AAB11F1}" destId="{A992AD57-2B29-405E-A673-4C8FE2DCB2F0}" srcOrd="0" destOrd="0" parTransId="{A107BC28-DE52-4594-8495-7F55B444C020}" sibTransId="{E8BD408A-94EB-4640-B731-4BB67C578ABF}"/>
    <dgm:cxn modelId="{BB46DB6A-79CE-4A48-9BD1-A2DD18A4D36D}" type="presOf" srcId="{E3F7B911-0DB8-46F7-A6CB-A937DE7F5972}" destId="{33C77B4B-AC4C-4101-BE80-BB3417553860}" srcOrd="0" destOrd="0" presId="urn:microsoft.com/office/officeart/2005/8/layout/process1"/>
    <dgm:cxn modelId="{2067A66C-5E78-49CD-BF13-380CF2200C11}" type="presOf" srcId="{BCA34D4F-D34A-4E7F-8060-EE5CDCEDEBC9}" destId="{54FB4166-E42F-4144-9064-5D0A6108B512}" srcOrd="1" destOrd="0" presId="urn:microsoft.com/office/officeart/2005/8/layout/process1"/>
    <dgm:cxn modelId="{131F2674-DD6F-469D-917E-E2EE098B29BC}" srcId="{E3F7B911-0DB8-46F7-A6CB-A937DE7F5972}" destId="{43DA3B73-85CC-44C7-99AF-E8675AAB11F1}" srcOrd="0" destOrd="0" parTransId="{9F019D3D-4D19-4593-B070-40268D2F2EB5}" sibTransId="{A3169168-C8F4-4A32-9005-27C2332994A7}"/>
    <dgm:cxn modelId="{541F8A77-0852-4130-A267-CB2C1482A6E8}" type="presOf" srcId="{E97D0C73-F383-4117-A7E5-7A3FF09471D3}" destId="{42963792-B266-4648-A606-495C07C981FB}" srcOrd="0" destOrd="0" presId="urn:microsoft.com/office/officeart/2005/8/layout/process1"/>
    <dgm:cxn modelId="{78861782-068A-488A-B1C5-09CC575B5D80}" srcId="{E3F7B911-0DB8-46F7-A6CB-A937DE7F5972}" destId="{360C9A48-81FE-4D65-9516-B232CA206B0B}" srcOrd="2" destOrd="0" parTransId="{0B625C4F-CCA9-4175-983E-88805D77AAC5}" sibTransId="{E97D0C73-F383-4117-A7E5-7A3FF09471D3}"/>
    <dgm:cxn modelId="{CCB86B93-3845-428F-8411-A023AC4BDDEB}" srcId="{2063F73A-6D48-4171-9BCC-3A5159FCFBE3}" destId="{66FFFF39-03D1-479F-A004-0C1A91BCD012}" srcOrd="0" destOrd="0" parTransId="{4A5EDA08-68C0-4719-B835-6AECC589A5D1}" sibTransId="{775A41F0-E2CD-483C-948E-4C4DCDBE23C6}"/>
    <dgm:cxn modelId="{17E4239A-DE32-4B78-BE06-CFE7B8B50D59}" srcId="{ADFB60DE-7B6B-42C9-98FD-F94B3F204B4D}" destId="{801389A1-08AD-4217-99F1-17D044229FA0}" srcOrd="0" destOrd="0" parTransId="{BC314620-F755-43B8-B2B8-D38FEAD5BE47}" sibTransId="{9C7BD2E7-B2D7-4F25-A967-AB9E699AD0E3}"/>
    <dgm:cxn modelId="{150939AA-2A95-4B47-BDB9-FCBABC3FCAF5}" srcId="{E3F7B911-0DB8-46F7-A6CB-A937DE7F5972}" destId="{ADFB60DE-7B6B-42C9-98FD-F94B3F204B4D}" srcOrd="1" destOrd="0" parTransId="{A671AC3F-4FF4-419F-B14B-178228C3B3F5}" sibTransId="{A97DF006-03C2-4032-A233-78BD76A63D3D}"/>
    <dgm:cxn modelId="{881D80AA-1DB5-4D05-B4BE-DEB9948C817E}" type="presOf" srcId="{A3169168-C8F4-4A32-9005-27C2332994A7}" destId="{8C1AB374-B3F6-4375-BF8E-0EF0B9A03D5F}" srcOrd="1" destOrd="0" presId="urn:microsoft.com/office/officeart/2005/8/layout/process1"/>
    <dgm:cxn modelId="{78A882AF-41EB-40C3-8636-7416EA57980A}" srcId="{A992AD57-2B29-405E-A673-4C8FE2DCB2F0}" destId="{C9BC02D3-DAF3-483D-B2B5-6A810A3E5D23}" srcOrd="1" destOrd="0" parTransId="{0D7DD7AB-4B3F-4B26-9699-8D069D27EBFE}" sibTransId="{14A04E87-4E78-4857-8660-A2A290C3C448}"/>
    <dgm:cxn modelId="{E38AD1BC-B1F2-48A3-9F4E-9F4B093FDAEC}" type="presOf" srcId="{43DA3B73-85CC-44C7-99AF-E8675AAB11F1}" destId="{69C0042D-507E-4F9E-94A8-E94955ADB76F}" srcOrd="0" destOrd="0" presId="urn:microsoft.com/office/officeart/2005/8/layout/process1"/>
    <dgm:cxn modelId="{B714FBC5-D059-4484-9BC2-66EECB500B12}" type="presOf" srcId="{A992AD57-2B29-405E-A673-4C8FE2DCB2F0}" destId="{69C0042D-507E-4F9E-94A8-E94955ADB76F}" srcOrd="0" destOrd="1" presId="urn:microsoft.com/office/officeart/2005/8/layout/process1"/>
    <dgm:cxn modelId="{E20D28C7-268F-4C82-A0F1-EBBD25300B26}" type="presOf" srcId="{E97D0C73-F383-4117-A7E5-7A3FF09471D3}" destId="{C7FE0866-5A38-4AB6-9BDD-3EA0723D1400}" srcOrd="1" destOrd="0" presId="urn:microsoft.com/office/officeart/2005/8/layout/process1"/>
    <dgm:cxn modelId="{0DC4C7C8-8BFE-40E5-83C2-29B21DE73171}" type="presOf" srcId="{ADFB60DE-7B6B-42C9-98FD-F94B3F204B4D}" destId="{94DB21CA-9344-453D-8C21-40F12F0D3889}" srcOrd="0" destOrd="0" presId="urn:microsoft.com/office/officeart/2005/8/layout/process1"/>
    <dgm:cxn modelId="{AAC299C9-BA83-43E5-94A0-81B18092AFEC}" type="presOf" srcId="{5B1735AB-8363-41EB-A9A6-B25D2636DC13}" destId="{69C0042D-507E-4F9E-94A8-E94955ADB76F}" srcOrd="0" destOrd="5" presId="urn:microsoft.com/office/officeart/2005/8/layout/process1"/>
    <dgm:cxn modelId="{FEEA18CF-B05D-4F84-9B2B-A59126D73B0B}" srcId="{A38E3FB1-74C2-416C-962C-208A8CC26451}" destId="{FF9F707B-CECE-4E78-99EB-914DC0A31ECF}" srcOrd="0" destOrd="0" parTransId="{FB17E8DF-B400-423B-9CB4-4C38E1A393D0}" sibTransId="{1B2FE90C-EAEA-4A43-A64F-69ABBDDABCEB}"/>
    <dgm:cxn modelId="{AB8346D2-7479-4A8A-9B9E-3E06B25A4101}" type="presOf" srcId="{801389A1-08AD-4217-99F1-17D044229FA0}" destId="{94DB21CA-9344-453D-8C21-40F12F0D3889}" srcOrd="0" destOrd="1" presId="urn:microsoft.com/office/officeart/2005/8/layout/process1"/>
    <dgm:cxn modelId="{7A7BB4F0-1C5C-48CB-8901-89C2F8777FD9}" srcId="{A992AD57-2B29-405E-A673-4C8FE2DCB2F0}" destId="{4ED935BC-B6F4-4023-8157-90A00E4288D9}" srcOrd="0" destOrd="0" parTransId="{770B9806-9CD8-4654-A8B8-3D70D0747D19}" sibTransId="{615EA72B-289C-47B9-87A6-D11B04775F76}"/>
    <dgm:cxn modelId="{66DE21FB-DA00-48E7-8841-EB738D68F62C}" srcId="{A992AD57-2B29-405E-A673-4C8FE2DCB2F0}" destId="{5B1735AB-8363-41EB-A9A6-B25D2636DC13}" srcOrd="3" destOrd="0" parTransId="{258247BB-E99C-4C40-A6F3-2BCFF7F3F021}" sibTransId="{A1728D92-C6B8-42BE-B7DA-7498106C25C1}"/>
    <dgm:cxn modelId="{CD2010FC-CBD9-4366-BBB7-A2370EB4C245}" srcId="{A992AD57-2B29-405E-A673-4C8FE2DCB2F0}" destId="{0F52510D-04B1-43CC-97FD-7BBD63C4D854}" srcOrd="2" destOrd="0" parTransId="{7A0826B7-80B0-4499-9F07-B0CEFEBCCB15}" sibTransId="{000FE71D-E956-498B-A2D5-3FE5EE89E851}"/>
    <dgm:cxn modelId="{44EB4AFF-CFAA-4C07-A2E3-FCFCFC4805D0}" type="presOf" srcId="{B27230E2-A17D-4220-80FE-46D64297B343}" destId="{BCD86AF2-2522-4648-B7B2-23EC01768288}" srcOrd="0" destOrd="1" presId="urn:microsoft.com/office/officeart/2005/8/layout/process1"/>
    <dgm:cxn modelId="{A3EEBC4C-D696-420C-9548-292C5BAFC381}" type="presParOf" srcId="{33C77B4B-AC4C-4101-BE80-BB3417553860}" destId="{69C0042D-507E-4F9E-94A8-E94955ADB76F}" srcOrd="0" destOrd="0" presId="urn:microsoft.com/office/officeart/2005/8/layout/process1"/>
    <dgm:cxn modelId="{74064A54-7EF8-41C7-AE1A-BB20A8BAC8C0}" type="presParOf" srcId="{33C77B4B-AC4C-4101-BE80-BB3417553860}" destId="{C995A894-0AFA-453F-8460-3BDDD034C9F0}" srcOrd="1" destOrd="0" presId="urn:microsoft.com/office/officeart/2005/8/layout/process1"/>
    <dgm:cxn modelId="{42219523-EF2A-4B71-AADE-F502E30D150F}" type="presParOf" srcId="{C995A894-0AFA-453F-8460-3BDDD034C9F0}" destId="{8C1AB374-B3F6-4375-BF8E-0EF0B9A03D5F}" srcOrd="0" destOrd="0" presId="urn:microsoft.com/office/officeart/2005/8/layout/process1"/>
    <dgm:cxn modelId="{2E862AAC-1707-4857-9DE2-CB1A6192A062}" type="presParOf" srcId="{33C77B4B-AC4C-4101-BE80-BB3417553860}" destId="{94DB21CA-9344-453D-8C21-40F12F0D3889}" srcOrd="2" destOrd="0" presId="urn:microsoft.com/office/officeart/2005/8/layout/process1"/>
    <dgm:cxn modelId="{E56D702D-0BD3-45F5-9E8A-6285E21BF72E}" type="presParOf" srcId="{33C77B4B-AC4C-4101-BE80-BB3417553860}" destId="{60985EB9-42F5-4968-91E1-F1C3464F83DB}" srcOrd="3" destOrd="0" presId="urn:microsoft.com/office/officeart/2005/8/layout/process1"/>
    <dgm:cxn modelId="{89C02620-D853-4447-8CB1-200CE276630A}" type="presParOf" srcId="{60985EB9-42F5-4968-91E1-F1C3464F83DB}" destId="{EAD196ED-2637-4521-AC20-12D40696FBB7}" srcOrd="0" destOrd="0" presId="urn:microsoft.com/office/officeart/2005/8/layout/process1"/>
    <dgm:cxn modelId="{41356EBF-EA7A-4518-B314-C85465DD60D5}" type="presParOf" srcId="{33C77B4B-AC4C-4101-BE80-BB3417553860}" destId="{BCD86AF2-2522-4648-B7B2-23EC01768288}" srcOrd="4" destOrd="0" presId="urn:microsoft.com/office/officeart/2005/8/layout/process1"/>
    <dgm:cxn modelId="{FBE42AA9-721C-4844-B0F1-CCA2BAD003BC}" type="presParOf" srcId="{33C77B4B-AC4C-4101-BE80-BB3417553860}" destId="{42963792-B266-4648-A606-495C07C981FB}" srcOrd="5" destOrd="0" presId="urn:microsoft.com/office/officeart/2005/8/layout/process1"/>
    <dgm:cxn modelId="{33FB0A03-6E92-4F9C-8F36-2CA9B558087D}" type="presParOf" srcId="{42963792-B266-4648-A606-495C07C981FB}" destId="{C7FE0866-5A38-4AB6-9BDD-3EA0723D1400}" srcOrd="0" destOrd="0" presId="urn:microsoft.com/office/officeart/2005/8/layout/process1"/>
    <dgm:cxn modelId="{95CA412C-C13C-4F33-B878-9724F580FF8B}" type="presParOf" srcId="{33C77B4B-AC4C-4101-BE80-BB3417553860}" destId="{0941CEB6-4744-4A4C-B3F9-AE9B3291FC66}" srcOrd="6" destOrd="0" presId="urn:microsoft.com/office/officeart/2005/8/layout/process1"/>
    <dgm:cxn modelId="{1D45963A-9C3B-4EE7-8BAA-42AA1C291C18}" type="presParOf" srcId="{33C77B4B-AC4C-4101-BE80-BB3417553860}" destId="{2297CA2F-E4E3-4CAA-9DAC-31EBDE18A66E}" srcOrd="7" destOrd="0" presId="urn:microsoft.com/office/officeart/2005/8/layout/process1"/>
    <dgm:cxn modelId="{B786256B-F892-41CF-BC10-7B27DA60562C}" type="presParOf" srcId="{2297CA2F-E4E3-4CAA-9DAC-31EBDE18A66E}" destId="{54FB4166-E42F-4144-9064-5D0A6108B512}" srcOrd="0" destOrd="0" presId="urn:microsoft.com/office/officeart/2005/8/layout/process1"/>
    <dgm:cxn modelId="{046152D9-7E35-49B9-B8FD-DC77E07E82E9}" type="presParOf" srcId="{33C77B4B-AC4C-4101-BE80-BB3417553860}" destId="{7807F26B-8DA3-4C05-AC81-9B09DFFBB862}" srcOrd="8"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3F7B911-0DB8-46F7-A6CB-A937DE7F5972}" type="doc">
      <dgm:prSet loTypeId="urn:microsoft.com/office/officeart/2005/8/layout/process1" loCatId="process" qsTypeId="urn:microsoft.com/office/officeart/2005/8/quickstyle/simple5" qsCatId="simple" csTypeId="urn:microsoft.com/office/officeart/2005/8/colors/accent1_2" csCatId="accent1" phldr="1"/>
      <dgm:spPr/>
      <dgm:t>
        <a:bodyPr/>
        <a:lstStyle/>
        <a:p>
          <a:endParaRPr lang="en-US"/>
        </a:p>
      </dgm:t>
    </dgm:pt>
    <dgm:pt modelId="{43DA3B73-85CC-44C7-99AF-E8675AAB11F1}">
      <dgm:prSet phldrT="[Text]">
        <dgm:style>
          <a:lnRef idx="0">
            <a:schemeClr val="accent1"/>
          </a:lnRef>
          <a:fillRef idx="3">
            <a:schemeClr val="accent1"/>
          </a:fillRef>
          <a:effectRef idx="3">
            <a:schemeClr val="accent1"/>
          </a:effectRef>
          <a:fontRef idx="minor">
            <a:schemeClr val="lt1"/>
          </a:fontRef>
        </dgm:style>
      </dgm:prSet>
      <dgm:spPr/>
      <dgm:t>
        <a:bodyPr/>
        <a:lstStyle/>
        <a:p>
          <a:r>
            <a:rPr lang="en-US" b="1" dirty="0"/>
            <a:t>Requirement Gathering</a:t>
          </a:r>
        </a:p>
      </dgm:t>
    </dgm:pt>
    <dgm:pt modelId="{9F019D3D-4D19-4593-B070-40268D2F2EB5}" type="parTrans" cxnId="{131F2674-DD6F-469D-917E-E2EE098B29BC}">
      <dgm:prSet/>
      <dgm:spPr/>
      <dgm:t>
        <a:bodyPr/>
        <a:lstStyle/>
        <a:p>
          <a:endParaRPr lang="en-US"/>
        </a:p>
      </dgm:t>
    </dgm:pt>
    <dgm:pt modelId="{A3169168-C8F4-4A32-9005-27C2332994A7}" type="sibTrans" cxnId="{131F2674-DD6F-469D-917E-E2EE098B29BC}">
      <dgm:prSet/>
      <dgm:spPr/>
      <dgm:t>
        <a:bodyPr/>
        <a:lstStyle/>
        <a:p>
          <a:endParaRPr lang="en-US"/>
        </a:p>
      </dgm:t>
    </dgm:pt>
    <dgm:pt modelId="{360C9A48-81FE-4D65-9516-B232CA206B0B}">
      <dgm:prSet>
        <dgm:style>
          <a:lnRef idx="2">
            <a:schemeClr val="dk1"/>
          </a:lnRef>
          <a:fillRef idx="1">
            <a:schemeClr val="lt1"/>
          </a:fillRef>
          <a:effectRef idx="0">
            <a:schemeClr val="dk1"/>
          </a:effectRef>
          <a:fontRef idx="minor">
            <a:schemeClr val="dk1"/>
          </a:fontRef>
        </dgm:style>
      </dgm:prSet>
      <dgm:spPr/>
      <dgm:t>
        <a:bodyPr/>
        <a:lstStyle/>
        <a:p>
          <a:r>
            <a:rPr lang="en-US" b="1"/>
            <a:t>Logical Design</a:t>
          </a:r>
        </a:p>
      </dgm:t>
    </dgm:pt>
    <dgm:pt modelId="{0B625C4F-CCA9-4175-983E-88805D77AAC5}" type="parTrans" cxnId="{78861782-068A-488A-B1C5-09CC575B5D80}">
      <dgm:prSet/>
      <dgm:spPr/>
      <dgm:t>
        <a:bodyPr/>
        <a:lstStyle/>
        <a:p>
          <a:endParaRPr lang="en-US"/>
        </a:p>
      </dgm:t>
    </dgm:pt>
    <dgm:pt modelId="{E97D0C73-F383-4117-A7E5-7A3FF09471D3}" type="sibTrans" cxnId="{78861782-068A-488A-B1C5-09CC575B5D80}">
      <dgm:prSet/>
      <dgm:spPr/>
      <dgm:t>
        <a:bodyPr/>
        <a:lstStyle/>
        <a:p>
          <a:endParaRPr lang="en-US"/>
        </a:p>
      </dgm:t>
    </dgm:pt>
    <dgm:pt modelId="{A38E3FB1-74C2-416C-962C-208A8CC26451}">
      <dgm:prSet>
        <dgm:style>
          <a:lnRef idx="2">
            <a:schemeClr val="accent5"/>
          </a:lnRef>
          <a:fillRef idx="1">
            <a:schemeClr val="lt1"/>
          </a:fillRef>
          <a:effectRef idx="0">
            <a:schemeClr val="accent5"/>
          </a:effectRef>
          <a:fontRef idx="minor">
            <a:schemeClr val="dk1"/>
          </a:fontRef>
        </dgm:style>
      </dgm:prSet>
      <dgm:spPr/>
      <dgm:t>
        <a:bodyPr/>
        <a:lstStyle/>
        <a:p>
          <a:r>
            <a:rPr lang="en-US" b="1"/>
            <a:t>Physical Design</a:t>
          </a:r>
        </a:p>
      </dgm:t>
    </dgm:pt>
    <dgm:pt modelId="{9E752F19-DAF8-4077-BC1B-196EAE64B4D1}" type="parTrans" cxnId="{A3436A63-0B7B-4E1F-9868-5311457F2073}">
      <dgm:prSet/>
      <dgm:spPr/>
      <dgm:t>
        <a:bodyPr/>
        <a:lstStyle/>
        <a:p>
          <a:endParaRPr lang="en-US"/>
        </a:p>
      </dgm:t>
    </dgm:pt>
    <dgm:pt modelId="{BCA34D4F-D34A-4E7F-8060-EE5CDCEDEBC9}" type="sibTrans" cxnId="{A3436A63-0B7B-4E1F-9868-5311457F2073}">
      <dgm:prSet/>
      <dgm:spPr/>
      <dgm:t>
        <a:bodyPr/>
        <a:lstStyle/>
        <a:p>
          <a:endParaRPr lang="en-US"/>
        </a:p>
      </dgm:t>
    </dgm:pt>
    <dgm:pt modelId="{2063F73A-6D48-4171-9BCC-3A5159FCFBE3}">
      <dgm:prSet>
        <dgm:style>
          <a:lnRef idx="2">
            <a:schemeClr val="accent5"/>
          </a:lnRef>
          <a:fillRef idx="1">
            <a:schemeClr val="lt1"/>
          </a:fillRef>
          <a:effectRef idx="0">
            <a:schemeClr val="accent5"/>
          </a:effectRef>
          <a:fontRef idx="minor">
            <a:schemeClr val="dk1"/>
          </a:fontRef>
        </dgm:style>
      </dgm:prSet>
      <dgm:spPr/>
      <dgm:t>
        <a:bodyPr/>
        <a:lstStyle/>
        <a:p>
          <a:r>
            <a:rPr lang="en-US" b="1"/>
            <a:t>Installation and Maintenance</a:t>
          </a:r>
        </a:p>
      </dgm:t>
    </dgm:pt>
    <dgm:pt modelId="{25077567-7832-4BBF-8124-97EF66740E53}" type="parTrans" cxnId="{4AD42824-2F58-47D8-B6AC-498408ADB519}">
      <dgm:prSet/>
      <dgm:spPr/>
      <dgm:t>
        <a:bodyPr/>
        <a:lstStyle/>
        <a:p>
          <a:endParaRPr lang="en-US"/>
        </a:p>
      </dgm:t>
    </dgm:pt>
    <dgm:pt modelId="{DE743DFC-3175-4315-B0E1-7CE8009342DB}" type="sibTrans" cxnId="{4AD42824-2F58-47D8-B6AC-498408ADB519}">
      <dgm:prSet/>
      <dgm:spPr/>
      <dgm:t>
        <a:bodyPr/>
        <a:lstStyle/>
        <a:p>
          <a:endParaRPr lang="en-US"/>
        </a:p>
      </dgm:t>
    </dgm:pt>
    <dgm:pt modelId="{ADFB60DE-7B6B-42C9-98FD-F94B3F204B4D}">
      <dgm:prSet>
        <dgm:style>
          <a:lnRef idx="2">
            <a:schemeClr val="dk1"/>
          </a:lnRef>
          <a:fillRef idx="1">
            <a:schemeClr val="lt1"/>
          </a:fillRef>
          <a:effectRef idx="0">
            <a:schemeClr val="dk1"/>
          </a:effectRef>
          <a:fontRef idx="minor">
            <a:schemeClr val="dk1"/>
          </a:fontRef>
        </dgm:style>
      </dgm:prSet>
      <dgm:spPr/>
      <dgm:t>
        <a:bodyPr/>
        <a:lstStyle/>
        <a:p>
          <a:r>
            <a:rPr lang="en-US" b="1" dirty="0"/>
            <a:t>Analysis</a:t>
          </a:r>
        </a:p>
      </dgm:t>
    </dgm:pt>
    <dgm:pt modelId="{A97DF006-03C2-4032-A233-78BD76A63D3D}" type="sibTrans" cxnId="{150939AA-2A95-4B47-BDB9-FCBABC3FCAF5}">
      <dgm:prSet/>
      <dgm:spPr/>
      <dgm:t>
        <a:bodyPr/>
        <a:lstStyle/>
        <a:p>
          <a:endParaRPr lang="en-US"/>
        </a:p>
      </dgm:t>
    </dgm:pt>
    <dgm:pt modelId="{A671AC3F-4FF4-419F-B14B-178228C3B3F5}" type="parTrans" cxnId="{150939AA-2A95-4B47-BDB9-FCBABC3FCAF5}">
      <dgm:prSet/>
      <dgm:spPr/>
      <dgm:t>
        <a:bodyPr/>
        <a:lstStyle/>
        <a:p>
          <a:endParaRPr lang="en-US"/>
        </a:p>
      </dgm:t>
    </dgm:pt>
    <dgm:pt modelId="{A992AD57-2B29-405E-A673-4C8FE2DCB2F0}">
      <dgm:prSet>
        <dgm:style>
          <a:lnRef idx="0">
            <a:schemeClr val="accent1"/>
          </a:lnRef>
          <a:fillRef idx="3">
            <a:schemeClr val="accent1"/>
          </a:fillRef>
          <a:effectRef idx="3">
            <a:schemeClr val="accent1"/>
          </a:effectRef>
          <a:fontRef idx="minor">
            <a:schemeClr val="lt1"/>
          </a:fontRef>
        </dgm:style>
      </dgm:prSet>
      <dgm:spPr/>
      <dgm:t>
        <a:bodyPr/>
        <a:lstStyle/>
        <a:p>
          <a:r>
            <a:rPr lang="en-US"/>
            <a:t>Determine needs of: </a:t>
          </a:r>
        </a:p>
      </dgm:t>
    </dgm:pt>
    <dgm:pt modelId="{A107BC28-DE52-4594-8495-7F55B444C020}" type="parTrans" cxnId="{9D26AD6A-9892-4AC4-A58F-4C551EC94151}">
      <dgm:prSet/>
      <dgm:spPr/>
      <dgm:t>
        <a:bodyPr/>
        <a:lstStyle/>
        <a:p>
          <a:endParaRPr lang="en-US"/>
        </a:p>
      </dgm:t>
    </dgm:pt>
    <dgm:pt modelId="{E8BD408A-94EB-4640-B731-4BB67C578ABF}" type="sibTrans" cxnId="{9D26AD6A-9892-4AC4-A58F-4C551EC94151}">
      <dgm:prSet/>
      <dgm:spPr/>
      <dgm:t>
        <a:bodyPr/>
        <a:lstStyle/>
        <a:p>
          <a:endParaRPr lang="en-US"/>
        </a:p>
      </dgm:t>
    </dgm:pt>
    <dgm:pt modelId="{4ED935BC-B6F4-4023-8157-90A00E4288D9}">
      <dgm:prSet>
        <dgm:style>
          <a:lnRef idx="0">
            <a:schemeClr val="accent1"/>
          </a:lnRef>
          <a:fillRef idx="3">
            <a:schemeClr val="accent1"/>
          </a:fillRef>
          <a:effectRef idx="3">
            <a:schemeClr val="accent1"/>
          </a:effectRef>
          <a:fontRef idx="minor">
            <a:schemeClr val="lt1"/>
          </a:fontRef>
        </dgm:style>
      </dgm:prSet>
      <dgm:spPr/>
      <dgm:t>
        <a:bodyPr/>
        <a:lstStyle/>
        <a:p>
          <a:r>
            <a:rPr lang="en-US"/>
            <a:t>Business</a:t>
          </a:r>
        </a:p>
      </dgm:t>
    </dgm:pt>
    <dgm:pt modelId="{770B9806-9CD8-4654-A8B8-3D70D0747D19}" type="parTrans" cxnId="{7A7BB4F0-1C5C-48CB-8901-89C2F8777FD9}">
      <dgm:prSet/>
      <dgm:spPr/>
      <dgm:t>
        <a:bodyPr/>
        <a:lstStyle/>
        <a:p>
          <a:endParaRPr lang="en-US"/>
        </a:p>
      </dgm:t>
    </dgm:pt>
    <dgm:pt modelId="{615EA72B-289C-47B9-87A6-D11B04775F76}" type="sibTrans" cxnId="{7A7BB4F0-1C5C-48CB-8901-89C2F8777FD9}">
      <dgm:prSet/>
      <dgm:spPr/>
      <dgm:t>
        <a:bodyPr/>
        <a:lstStyle/>
        <a:p>
          <a:endParaRPr lang="en-US"/>
        </a:p>
      </dgm:t>
    </dgm:pt>
    <dgm:pt modelId="{C9BC02D3-DAF3-483D-B2B5-6A810A3E5D23}">
      <dgm:prSet>
        <dgm:style>
          <a:lnRef idx="0">
            <a:schemeClr val="accent1"/>
          </a:lnRef>
          <a:fillRef idx="3">
            <a:schemeClr val="accent1"/>
          </a:fillRef>
          <a:effectRef idx="3">
            <a:schemeClr val="accent1"/>
          </a:effectRef>
          <a:fontRef idx="minor">
            <a:schemeClr val="lt1"/>
          </a:fontRef>
        </dgm:style>
      </dgm:prSet>
      <dgm:spPr/>
      <dgm:t>
        <a:bodyPr/>
        <a:lstStyle/>
        <a:p>
          <a:r>
            <a:rPr lang="en-US"/>
            <a:t>Users</a:t>
          </a:r>
        </a:p>
      </dgm:t>
    </dgm:pt>
    <dgm:pt modelId="{0D7DD7AB-4B3F-4B26-9699-8D069D27EBFE}" type="parTrans" cxnId="{78A882AF-41EB-40C3-8636-7416EA57980A}">
      <dgm:prSet/>
      <dgm:spPr/>
      <dgm:t>
        <a:bodyPr/>
        <a:lstStyle/>
        <a:p>
          <a:endParaRPr lang="en-US"/>
        </a:p>
      </dgm:t>
    </dgm:pt>
    <dgm:pt modelId="{14A04E87-4E78-4857-8660-A2A290C3C448}" type="sibTrans" cxnId="{78A882AF-41EB-40C3-8636-7416EA57980A}">
      <dgm:prSet/>
      <dgm:spPr/>
      <dgm:t>
        <a:bodyPr/>
        <a:lstStyle/>
        <a:p>
          <a:endParaRPr lang="en-US"/>
        </a:p>
      </dgm:t>
    </dgm:pt>
    <dgm:pt modelId="{0F52510D-04B1-43CC-97FD-7BBD63C4D854}">
      <dgm:prSet>
        <dgm:style>
          <a:lnRef idx="0">
            <a:schemeClr val="accent1"/>
          </a:lnRef>
          <a:fillRef idx="3">
            <a:schemeClr val="accent1"/>
          </a:fillRef>
          <a:effectRef idx="3">
            <a:schemeClr val="accent1"/>
          </a:effectRef>
          <a:fontRef idx="minor">
            <a:schemeClr val="lt1"/>
          </a:fontRef>
        </dgm:style>
      </dgm:prSet>
      <dgm:spPr/>
      <dgm:t>
        <a:bodyPr/>
        <a:lstStyle/>
        <a:p>
          <a:r>
            <a:rPr lang="en-US"/>
            <a:t>Applications</a:t>
          </a:r>
        </a:p>
      </dgm:t>
    </dgm:pt>
    <dgm:pt modelId="{7A0826B7-80B0-4499-9F07-B0CEFEBCCB15}" type="parTrans" cxnId="{CD2010FC-CBD9-4366-BBB7-A2370EB4C245}">
      <dgm:prSet/>
      <dgm:spPr/>
      <dgm:t>
        <a:bodyPr/>
        <a:lstStyle/>
        <a:p>
          <a:endParaRPr lang="en-US"/>
        </a:p>
      </dgm:t>
    </dgm:pt>
    <dgm:pt modelId="{000FE71D-E956-498B-A2D5-3FE5EE89E851}" type="sibTrans" cxnId="{CD2010FC-CBD9-4366-BBB7-A2370EB4C245}">
      <dgm:prSet/>
      <dgm:spPr/>
      <dgm:t>
        <a:bodyPr/>
        <a:lstStyle/>
        <a:p>
          <a:endParaRPr lang="en-US"/>
        </a:p>
      </dgm:t>
    </dgm:pt>
    <dgm:pt modelId="{5B1735AB-8363-41EB-A9A6-B25D2636DC13}">
      <dgm:prSet>
        <dgm:style>
          <a:lnRef idx="0">
            <a:schemeClr val="accent1"/>
          </a:lnRef>
          <a:fillRef idx="3">
            <a:schemeClr val="accent1"/>
          </a:fillRef>
          <a:effectRef idx="3">
            <a:schemeClr val="accent1"/>
          </a:effectRef>
          <a:fontRef idx="minor">
            <a:schemeClr val="lt1"/>
          </a:fontRef>
        </dgm:style>
      </dgm:prSet>
      <dgm:spPr/>
      <dgm:t>
        <a:bodyPr/>
        <a:lstStyle/>
        <a:p>
          <a:r>
            <a:rPr lang="en-US"/>
            <a:t>Network</a:t>
          </a:r>
        </a:p>
      </dgm:t>
    </dgm:pt>
    <dgm:pt modelId="{258247BB-E99C-4C40-A6F3-2BCFF7F3F021}" type="parTrans" cxnId="{66DE21FB-DA00-48E7-8841-EB738D68F62C}">
      <dgm:prSet/>
      <dgm:spPr/>
      <dgm:t>
        <a:bodyPr/>
        <a:lstStyle/>
        <a:p>
          <a:endParaRPr lang="en-US"/>
        </a:p>
      </dgm:t>
    </dgm:pt>
    <dgm:pt modelId="{A1728D92-C6B8-42BE-B7DA-7498106C25C1}" type="sibTrans" cxnId="{66DE21FB-DA00-48E7-8841-EB738D68F62C}">
      <dgm:prSet/>
      <dgm:spPr/>
      <dgm:t>
        <a:bodyPr/>
        <a:lstStyle/>
        <a:p>
          <a:endParaRPr lang="en-US"/>
        </a:p>
      </dgm:t>
    </dgm:pt>
    <dgm:pt modelId="{801389A1-08AD-4217-99F1-17D044229FA0}">
      <dgm:prSet>
        <dgm:style>
          <a:lnRef idx="2">
            <a:schemeClr val="dk1"/>
          </a:lnRef>
          <a:fillRef idx="1">
            <a:schemeClr val="lt1"/>
          </a:fillRef>
          <a:effectRef idx="0">
            <a:schemeClr val="dk1"/>
          </a:effectRef>
          <a:fontRef idx="minor">
            <a:schemeClr val="dk1"/>
          </a:fontRef>
        </dgm:style>
      </dgm:prSet>
      <dgm:spPr/>
      <dgm:t>
        <a:bodyPr/>
        <a:lstStyle/>
        <a:p>
          <a:r>
            <a:rPr lang="en-US"/>
            <a:t>Estimate and measure traffic and device utilization</a:t>
          </a:r>
        </a:p>
      </dgm:t>
    </dgm:pt>
    <dgm:pt modelId="{BC314620-F755-43B8-B2B8-D38FEAD5BE47}" type="parTrans" cxnId="{17E4239A-DE32-4B78-BE06-CFE7B8B50D59}">
      <dgm:prSet/>
      <dgm:spPr/>
      <dgm:t>
        <a:bodyPr/>
        <a:lstStyle/>
        <a:p>
          <a:endParaRPr lang="en-US"/>
        </a:p>
      </dgm:t>
    </dgm:pt>
    <dgm:pt modelId="{9C7BD2E7-B2D7-4F25-A967-AB9E699AD0E3}" type="sibTrans" cxnId="{17E4239A-DE32-4B78-BE06-CFE7B8B50D59}">
      <dgm:prSet/>
      <dgm:spPr/>
      <dgm:t>
        <a:bodyPr/>
        <a:lstStyle/>
        <a:p>
          <a:endParaRPr lang="en-US"/>
        </a:p>
      </dgm:t>
    </dgm:pt>
    <dgm:pt modelId="{B27230E2-A17D-4220-80FE-46D64297B343}">
      <dgm:prSet>
        <dgm:style>
          <a:lnRef idx="2">
            <a:schemeClr val="dk1"/>
          </a:lnRef>
          <a:fillRef idx="1">
            <a:schemeClr val="lt1"/>
          </a:fillRef>
          <a:effectRef idx="0">
            <a:schemeClr val="dk1"/>
          </a:effectRef>
          <a:fontRef idx="minor">
            <a:schemeClr val="dk1"/>
          </a:fontRef>
        </dgm:style>
      </dgm:prSet>
      <dgm:spPr/>
      <dgm:t>
        <a:bodyPr/>
        <a:lstStyle/>
        <a:p>
          <a:r>
            <a:rPr lang="en-US"/>
            <a:t>Choose technologies that meet the requirements</a:t>
          </a:r>
        </a:p>
      </dgm:t>
    </dgm:pt>
    <dgm:pt modelId="{D985146F-41BC-41F7-BD5A-34637F24A6B1}" type="parTrans" cxnId="{E1DB8706-943A-41DE-857B-FD1004514511}">
      <dgm:prSet/>
      <dgm:spPr/>
      <dgm:t>
        <a:bodyPr/>
        <a:lstStyle/>
        <a:p>
          <a:endParaRPr lang="en-US"/>
        </a:p>
      </dgm:t>
    </dgm:pt>
    <dgm:pt modelId="{1D9A2E75-6B4A-4BA3-BDC6-C1C8E25DEF5F}" type="sibTrans" cxnId="{E1DB8706-943A-41DE-857B-FD1004514511}">
      <dgm:prSet/>
      <dgm:spPr/>
      <dgm:t>
        <a:bodyPr/>
        <a:lstStyle/>
        <a:p>
          <a:endParaRPr lang="en-US"/>
        </a:p>
      </dgm:t>
    </dgm:pt>
    <dgm:pt modelId="{FF9F707B-CECE-4E78-99EB-914DC0A31ECF}">
      <dgm:prSet>
        <dgm:style>
          <a:lnRef idx="2">
            <a:schemeClr val="accent5"/>
          </a:lnRef>
          <a:fillRef idx="1">
            <a:schemeClr val="lt1"/>
          </a:fillRef>
          <a:effectRef idx="0">
            <a:schemeClr val="accent5"/>
          </a:effectRef>
          <a:fontRef idx="minor">
            <a:schemeClr val="dk1"/>
          </a:fontRef>
        </dgm:style>
      </dgm:prSet>
      <dgm:spPr/>
      <dgm:t>
        <a:bodyPr/>
        <a:lstStyle/>
        <a:p>
          <a:r>
            <a:rPr lang="en-US"/>
            <a:t>Apply the Logical Design to the physical space</a:t>
          </a:r>
        </a:p>
      </dgm:t>
    </dgm:pt>
    <dgm:pt modelId="{FB17E8DF-B400-423B-9CB4-4C38E1A393D0}" type="parTrans" cxnId="{FEEA18CF-B05D-4F84-9B2B-A59126D73B0B}">
      <dgm:prSet/>
      <dgm:spPr/>
      <dgm:t>
        <a:bodyPr/>
        <a:lstStyle/>
        <a:p>
          <a:endParaRPr lang="en-US"/>
        </a:p>
      </dgm:t>
    </dgm:pt>
    <dgm:pt modelId="{1B2FE90C-EAEA-4A43-A64F-69ABBDDABCEB}" type="sibTrans" cxnId="{FEEA18CF-B05D-4F84-9B2B-A59126D73B0B}">
      <dgm:prSet/>
      <dgm:spPr/>
      <dgm:t>
        <a:bodyPr/>
        <a:lstStyle/>
        <a:p>
          <a:endParaRPr lang="en-US"/>
        </a:p>
      </dgm:t>
    </dgm:pt>
    <dgm:pt modelId="{66FFFF39-03D1-479F-A004-0C1A91BCD012}">
      <dgm:prSet>
        <dgm:style>
          <a:lnRef idx="2">
            <a:schemeClr val="accent5"/>
          </a:lnRef>
          <a:fillRef idx="1">
            <a:schemeClr val="lt1"/>
          </a:fillRef>
          <a:effectRef idx="0">
            <a:schemeClr val="accent5"/>
          </a:effectRef>
          <a:fontRef idx="minor">
            <a:schemeClr val="dk1"/>
          </a:fontRef>
        </dgm:style>
      </dgm:prSet>
      <dgm:spPr/>
      <dgm:t>
        <a:bodyPr/>
        <a:lstStyle/>
        <a:p>
          <a:r>
            <a:rPr lang="en-US"/>
            <a:t>Implement the Physical Design</a:t>
          </a:r>
        </a:p>
      </dgm:t>
    </dgm:pt>
    <dgm:pt modelId="{4A5EDA08-68C0-4719-B835-6AECC589A5D1}" type="parTrans" cxnId="{CCB86B93-3845-428F-8411-A023AC4BDDEB}">
      <dgm:prSet/>
      <dgm:spPr/>
      <dgm:t>
        <a:bodyPr/>
        <a:lstStyle/>
        <a:p>
          <a:endParaRPr lang="en-US"/>
        </a:p>
      </dgm:t>
    </dgm:pt>
    <dgm:pt modelId="{775A41F0-E2CD-483C-948E-4C4DCDBE23C6}" type="sibTrans" cxnId="{CCB86B93-3845-428F-8411-A023AC4BDDEB}">
      <dgm:prSet/>
      <dgm:spPr/>
      <dgm:t>
        <a:bodyPr/>
        <a:lstStyle/>
        <a:p>
          <a:endParaRPr lang="en-US"/>
        </a:p>
      </dgm:t>
    </dgm:pt>
    <dgm:pt modelId="{33C77B4B-AC4C-4101-BE80-BB3417553860}" type="pres">
      <dgm:prSet presAssocID="{E3F7B911-0DB8-46F7-A6CB-A937DE7F5972}" presName="Name0" presStyleCnt="0">
        <dgm:presLayoutVars>
          <dgm:dir/>
          <dgm:resizeHandles val="exact"/>
        </dgm:presLayoutVars>
      </dgm:prSet>
      <dgm:spPr/>
    </dgm:pt>
    <dgm:pt modelId="{69C0042D-507E-4F9E-94A8-E94955ADB76F}" type="pres">
      <dgm:prSet presAssocID="{43DA3B73-85CC-44C7-99AF-E8675AAB11F1}" presName="node" presStyleLbl="node1" presStyleIdx="0" presStyleCnt="5">
        <dgm:presLayoutVars>
          <dgm:bulletEnabled val="1"/>
        </dgm:presLayoutVars>
      </dgm:prSet>
      <dgm:spPr/>
    </dgm:pt>
    <dgm:pt modelId="{C995A894-0AFA-453F-8460-3BDDD034C9F0}" type="pres">
      <dgm:prSet presAssocID="{A3169168-C8F4-4A32-9005-27C2332994A7}" presName="sibTrans" presStyleLbl="sibTrans2D1" presStyleIdx="0" presStyleCnt="4"/>
      <dgm:spPr/>
    </dgm:pt>
    <dgm:pt modelId="{8C1AB374-B3F6-4375-BF8E-0EF0B9A03D5F}" type="pres">
      <dgm:prSet presAssocID="{A3169168-C8F4-4A32-9005-27C2332994A7}" presName="connectorText" presStyleLbl="sibTrans2D1" presStyleIdx="0" presStyleCnt="4"/>
      <dgm:spPr/>
    </dgm:pt>
    <dgm:pt modelId="{94DB21CA-9344-453D-8C21-40F12F0D3889}" type="pres">
      <dgm:prSet presAssocID="{ADFB60DE-7B6B-42C9-98FD-F94B3F204B4D}" presName="node" presStyleLbl="node1" presStyleIdx="1" presStyleCnt="5">
        <dgm:presLayoutVars>
          <dgm:bulletEnabled val="1"/>
        </dgm:presLayoutVars>
      </dgm:prSet>
      <dgm:spPr/>
    </dgm:pt>
    <dgm:pt modelId="{60985EB9-42F5-4968-91E1-F1C3464F83DB}" type="pres">
      <dgm:prSet presAssocID="{A97DF006-03C2-4032-A233-78BD76A63D3D}" presName="sibTrans" presStyleLbl="sibTrans2D1" presStyleIdx="1" presStyleCnt="4"/>
      <dgm:spPr/>
    </dgm:pt>
    <dgm:pt modelId="{EAD196ED-2637-4521-AC20-12D40696FBB7}" type="pres">
      <dgm:prSet presAssocID="{A97DF006-03C2-4032-A233-78BD76A63D3D}" presName="connectorText" presStyleLbl="sibTrans2D1" presStyleIdx="1" presStyleCnt="4"/>
      <dgm:spPr/>
    </dgm:pt>
    <dgm:pt modelId="{BCD86AF2-2522-4648-B7B2-23EC01768288}" type="pres">
      <dgm:prSet presAssocID="{360C9A48-81FE-4D65-9516-B232CA206B0B}" presName="node" presStyleLbl="node1" presStyleIdx="2" presStyleCnt="5">
        <dgm:presLayoutVars>
          <dgm:bulletEnabled val="1"/>
        </dgm:presLayoutVars>
      </dgm:prSet>
      <dgm:spPr/>
    </dgm:pt>
    <dgm:pt modelId="{42963792-B266-4648-A606-495C07C981FB}" type="pres">
      <dgm:prSet presAssocID="{E97D0C73-F383-4117-A7E5-7A3FF09471D3}" presName="sibTrans" presStyleLbl="sibTrans2D1" presStyleIdx="2" presStyleCnt="4"/>
      <dgm:spPr/>
    </dgm:pt>
    <dgm:pt modelId="{C7FE0866-5A38-4AB6-9BDD-3EA0723D1400}" type="pres">
      <dgm:prSet presAssocID="{E97D0C73-F383-4117-A7E5-7A3FF09471D3}" presName="connectorText" presStyleLbl="sibTrans2D1" presStyleIdx="2" presStyleCnt="4"/>
      <dgm:spPr/>
    </dgm:pt>
    <dgm:pt modelId="{0941CEB6-4744-4A4C-B3F9-AE9B3291FC66}" type="pres">
      <dgm:prSet presAssocID="{A38E3FB1-74C2-416C-962C-208A8CC26451}" presName="node" presStyleLbl="node1" presStyleIdx="3" presStyleCnt="5">
        <dgm:presLayoutVars>
          <dgm:bulletEnabled val="1"/>
        </dgm:presLayoutVars>
      </dgm:prSet>
      <dgm:spPr/>
    </dgm:pt>
    <dgm:pt modelId="{2297CA2F-E4E3-4CAA-9DAC-31EBDE18A66E}" type="pres">
      <dgm:prSet presAssocID="{BCA34D4F-D34A-4E7F-8060-EE5CDCEDEBC9}" presName="sibTrans" presStyleLbl="sibTrans2D1" presStyleIdx="3" presStyleCnt="4"/>
      <dgm:spPr/>
    </dgm:pt>
    <dgm:pt modelId="{54FB4166-E42F-4144-9064-5D0A6108B512}" type="pres">
      <dgm:prSet presAssocID="{BCA34D4F-D34A-4E7F-8060-EE5CDCEDEBC9}" presName="connectorText" presStyleLbl="sibTrans2D1" presStyleIdx="3" presStyleCnt="4"/>
      <dgm:spPr/>
    </dgm:pt>
    <dgm:pt modelId="{7807F26B-8DA3-4C05-AC81-9B09DFFBB862}" type="pres">
      <dgm:prSet presAssocID="{2063F73A-6D48-4171-9BCC-3A5159FCFBE3}" presName="node" presStyleLbl="node1" presStyleIdx="4" presStyleCnt="5">
        <dgm:presLayoutVars>
          <dgm:bulletEnabled val="1"/>
        </dgm:presLayoutVars>
      </dgm:prSet>
      <dgm:spPr/>
    </dgm:pt>
  </dgm:ptLst>
  <dgm:cxnLst>
    <dgm:cxn modelId="{373BB105-BD9B-482D-93E7-3D2A93F643C0}" type="presOf" srcId="{0F52510D-04B1-43CC-97FD-7BBD63C4D854}" destId="{69C0042D-507E-4F9E-94A8-E94955ADB76F}" srcOrd="0" destOrd="4" presId="urn:microsoft.com/office/officeart/2005/8/layout/process1"/>
    <dgm:cxn modelId="{E1DB8706-943A-41DE-857B-FD1004514511}" srcId="{360C9A48-81FE-4D65-9516-B232CA206B0B}" destId="{B27230E2-A17D-4220-80FE-46D64297B343}" srcOrd="0" destOrd="0" parTransId="{D985146F-41BC-41F7-BD5A-34637F24A6B1}" sibTransId="{1D9A2E75-6B4A-4BA3-BDC6-C1C8E25DEF5F}"/>
    <dgm:cxn modelId="{8B50E507-1CF5-4604-8206-39FABB967420}" type="presOf" srcId="{A97DF006-03C2-4032-A233-78BD76A63D3D}" destId="{60985EB9-42F5-4968-91E1-F1C3464F83DB}" srcOrd="0" destOrd="0" presId="urn:microsoft.com/office/officeart/2005/8/layout/process1"/>
    <dgm:cxn modelId="{E8787317-170A-4679-B5D4-515276EDD2E3}" type="presOf" srcId="{A3169168-C8F4-4A32-9005-27C2332994A7}" destId="{C995A894-0AFA-453F-8460-3BDDD034C9F0}" srcOrd="0" destOrd="0" presId="urn:microsoft.com/office/officeart/2005/8/layout/process1"/>
    <dgm:cxn modelId="{4AD42824-2F58-47D8-B6AC-498408ADB519}" srcId="{E3F7B911-0DB8-46F7-A6CB-A937DE7F5972}" destId="{2063F73A-6D48-4171-9BCC-3A5159FCFBE3}" srcOrd="4" destOrd="0" parTransId="{25077567-7832-4BBF-8124-97EF66740E53}" sibTransId="{DE743DFC-3175-4315-B0E1-7CE8009342DB}"/>
    <dgm:cxn modelId="{97B9692E-411D-4838-88AD-1C43A6F73083}" type="presOf" srcId="{360C9A48-81FE-4D65-9516-B232CA206B0B}" destId="{BCD86AF2-2522-4648-B7B2-23EC01768288}" srcOrd="0" destOrd="0" presId="urn:microsoft.com/office/officeart/2005/8/layout/process1"/>
    <dgm:cxn modelId="{13C49C2F-310A-4CF0-8235-FBDCD86AF66B}" type="presOf" srcId="{A38E3FB1-74C2-416C-962C-208A8CC26451}" destId="{0941CEB6-4744-4A4C-B3F9-AE9B3291FC66}" srcOrd="0" destOrd="0" presId="urn:microsoft.com/office/officeart/2005/8/layout/process1"/>
    <dgm:cxn modelId="{14F43930-AB62-4374-97B3-C3B06522240C}" type="presOf" srcId="{C9BC02D3-DAF3-483D-B2B5-6A810A3E5D23}" destId="{69C0042D-507E-4F9E-94A8-E94955ADB76F}" srcOrd="0" destOrd="3" presId="urn:microsoft.com/office/officeart/2005/8/layout/process1"/>
    <dgm:cxn modelId="{11B67C38-C0BB-4056-ABB9-B9C8C359F9CA}" type="presOf" srcId="{2063F73A-6D48-4171-9BCC-3A5159FCFBE3}" destId="{7807F26B-8DA3-4C05-AC81-9B09DFFBB862}" srcOrd="0" destOrd="0" presId="urn:microsoft.com/office/officeart/2005/8/layout/process1"/>
    <dgm:cxn modelId="{1079F93D-EFC9-4F63-A7D2-BA33A86E4DFC}" type="presOf" srcId="{BCA34D4F-D34A-4E7F-8060-EE5CDCEDEBC9}" destId="{2297CA2F-E4E3-4CAA-9DAC-31EBDE18A66E}" srcOrd="0" destOrd="0" presId="urn:microsoft.com/office/officeart/2005/8/layout/process1"/>
    <dgm:cxn modelId="{26FA8D5C-9E2D-43A2-86DB-EE2A3FA661CA}" type="presOf" srcId="{A97DF006-03C2-4032-A233-78BD76A63D3D}" destId="{EAD196ED-2637-4521-AC20-12D40696FBB7}" srcOrd="1" destOrd="0" presId="urn:microsoft.com/office/officeart/2005/8/layout/process1"/>
    <dgm:cxn modelId="{A3436A63-0B7B-4E1F-9868-5311457F2073}" srcId="{E3F7B911-0DB8-46F7-A6CB-A937DE7F5972}" destId="{A38E3FB1-74C2-416C-962C-208A8CC26451}" srcOrd="3" destOrd="0" parTransId="{9E752F19-DAF8-4077-BC1B-196EAE64B4D1}" sibTransId="{BCA34D4F-D34A-4E7F-8060-EE5CDCEDEBC9}"/>
    <dgm:cxn modelId="{8C6FAC44-1A20-4525-8EB8-2F9740001F7B}" type="presOf" srcId="{4ED935BC-B6F4-4023-8157-90A00E4288D9}" destId="{69C0042D-507E-4F9E-94A8-E94955ADB76F}" srcOrd="0" destOrd="2" presId="urn:microsoft.com/office/officeart/2005/8/layout/process1"/>
    <dgm:cxn modelId="{D680D866-82DC-42E8-93B4-13F314842A5A}" type="presOf" srcId="{66FFFF39-03D1-479F-A004-0C1A91BCD012}" destId="{7807F26B-8DA3-4C05-AC81-9B09DFFBB862}" srcOrd="0" destOrd="1" presId="urn:microsoft.com/office/officeart/2005/8/layout/process1"/>
    <dgm:cxn modelId="{C99CE768-EC43-4487-A92D-7422C1A1183F}" type="presOf" srcId="{FF9F707B-CECE-4E78-99EB-914DC0A31ECF}" destId="{0941CEB6-4744-4A4C-B3F9-AE9B3291FC66}" srcOrd="0" destOrd="1" presId="urn:microsoft.com/office/officeart/2005/8/layout/process1"/>
    <dgm:cxn modelId="{9D26AD6A-9892-4AC4-A58F-4C551EC94151}" srcId="{43DA3B73-85CC-44C7-99AF-E8675AAB11F1}" destId="{A992AD57-2B29-405E-A673-4C8FE2DCB2F0}" srcOrd="0" destOrd="0" parTransId="{A107BC28-DE52-4594-8495-7F55B444C020}" sibTransId="{E8BD408A-94EB-4640-B731-4BB67C578ABF}"/>
    <dgm:cxn modelId="{BB46DB6A-79CE-4A48-9BD1-A2DD18A4D36D}" type="presOf" srcId="{E3F7B911-0DB8-46F7-A6CB-A937DE7F5972}" destId="{33C77B4B-AC4C-4101-BE80-BB3417553860}" srcOrd="0" destOrd="0" presId="urn:microsoft.com/office/officeart/2005/8/layout/process1"/>
    <dgm:cxn modelId="{2067A66C-5E78-49CD-BF13-380CF2200C11}" type="presOf" srcId="{BCA34D4F-D34A-4E7F-8060-EE5CDCEDEBC9}" destId="{54FB4166-E42F-4144-9064-5D0A6108B512}" srcOrd="1" destOrd="0" presId="urn:microsoft.com/office/officeart/2005/8/layout/process1"/>
    <dgm:cxn modelId="{131F2674-DD6F-469D-917E-E2EE098B29BC}" srcId="{E3F7B911-0DB8-46F7-A6CB-A937DE7F5972}" destId="{43DA3B73-85CC-44C7-99AF-E8675AAB11F1}" srcOrd="0" destOrd="0" parTransId="{9F019D3D-4D19-4593-B070-40268D2F2EB5}" sibTransId="{A3169168-C8F4-4A32-9005-27C2332994A7}"/>
    <dgm:cxn modelId="{541F8A77-0852-4130-A267-CB2C1482A6E8}" type="presOf" srcId="{E97D0C73-F383-4117-A7E5-7A3FF09471D3}" destId="{42963792-B266-4648-A606-495C07C981FB}" srcOrd="0" destOrd="0" presId="urn:microsoft.com/office/officeart/2005/8/layout/process1"/>
    <dgm:cxn modelId="{78861782-068A-488A-B1C5-09CC575B5D80}" srcId="{E3F7B911-0DB8-46F7-A6CB-A937DE7F5972}" destId="{360C9A48-81FE-4D65-9516-B232CA206B0B}" srcOrd="2" destOrd="0" parTransId="{0B625C4F-CCA9-4175-983E-88805D77AAC5}" sibTransId="{E97D0C73-F383-4117-A7E5-7A3FF09471D3}"/>
    <dgm:cxn modelId="{CCB86B93-3845-428F-8411-A023AC4BDDEB}" srcId="{2063F73A-6D48-4171-9BCC-3A5159FCFBE3}" destId="{66FFFF39-03D1-479F-A004-0C1A91BCD012}" srcOrd="0" destOrd="0" parTransId="{4A5EDA08-68C0-4719-B835-6AECC589A5D1}" sibTransId="{775A41F0-E2CD-483C-948E-4C4DCDBE23C6}"/>
    <dgm:cxn modelId="{17E4239A-DE32-4B78-BE06-CFE7B8B50D59}" srcId="{ADFB60DE-7B6B-42C9-98FD-F94B3F204B4D}" destId="{801389A1-08AD-4217-99F1-17D044229FA0}" srcOrd="0" destOrd="0" parTransId="{BC314620-F755-43B8-B2B8-D38FEAD5BE47}" sibTransId="{9C7BD2E7-B2D7-4F25-A967-AB9E699AD0E3}"/>
    <dgm:cxn modelId="{150939AA-2A95-4B47-BDB9-FCBABC3FCAF5}" srcId="{E3F7B911-0DB8-46F7-A6CB-A937DE7F5972}" destId="{ADFB60DE-7B6B-42C9-98FD-F94B3F204B4D}" srcOrd="1" destOrd="0" parTransId="{A671AC3F-4FF4-419F-B14B-178228C3B3F5}" sibTransId="{A97DF006-03C2-4032-A233-78BD76A63D3D}"/>
    <dgm:cxn modelId="{881D80AA-1DB5-4D05-B4BE-DEB9948C817E}" type="presOf" srcId="{A3169168-C8F4-4A32-9005-27C2332994A7}" destId="{8C1AB374-B3F6-4375-BF8E-0EF0B9A03D5F}" srcOrd="1" destOrd="0" presId="urn:microsoft.com/office/officeart/2005/8/layout/process1"/>
    <dgm:cxn modelId="{78A882AF-41EB-40C3-8636-7416EA57980A}" srcId="{A992AD57-2B29-405E-A673-4C8FE2DCB2F0}" destId="{C9BC02D3-DAF3-483D-B2B5-6A810A3E5D23}" srcOrd="1" destOrd="0" parTransId="{0D7DD7AB-4B3F-4B26-9699-8D069D27EBFE}" sibTransId="{14A04E87-4E78-4857-8660-A2A290C3C448}"/>
    <dgm:cxn modelId="{E38AD1BC-B1F2-48A3-9F4E-9F4B093FDAEC}" type="presOf" srcId="{43DA3B73-85CC-44C7-99AF-E8675AAB11F1}" destId="{69C0042D-507E-4F9E-94A8-E94955ADB76F}" srcOrd="0" destOrd="0" presId="urn:microsoft.com/office/officeart/2005/8/layout/process1"/>
    <dgm:cxn modelId="{B714FBC5-D059-4484-9BC2-66EECB500B12}" type="presOf" srcId="{A992AD57-2B29-405E-A673-4C8FE2DCB2F0}" destId="{69C0042D-507E-4F9E-94A8-E94955ADB76F}" srcOrd="0" destOrd="1" presId="urn:microsoft.com/office/officeart/2005/8/layout/process1"/>
    <dgm:cxn modelId="{E20D28C7-268F-4C82-A0F1-EBBD25300B26}" type="presOf" srcId="{E97D0C73-F383-4117-A7E5-7A3FF09471D3}" destId="{C7FE0866-5A38-4AB6-9BDD-3EA0723D1400}" srcOrd="1" destOrd="0" presId="urn:microsoft.com/office/officeart/2005/8/layout/process1"/>
    <dgm:cxn modelId="{0DC4C7C8-8BFE-40E5-83C2-29B21DE73171}" type="presOf" srcId="{ADFB60DE-7B6B-42C9-98FD-F94B3F204B4D}" destId="{94DB21CA-9344-453D-8C21-40F12F0D3889}" srcOrd="0" destOrd="0" presId="urn:microsoft.com/office/officeart/2005/8/layout/process1"/>
    <dgm:cxn modelId="{AAC299C9-BA83-43E5-94A0-81B18092AFEC}" type="presOf" srcId="{5B1735AB-8363-41EB-A9A6-B25D2636DC13}" destId="{69C0042D-507E-4F9E-94A8-E94955ADB76F}" srcOrd="0" destOrd="5" presId="urn:microsoft.com/office/officeart/2005/8/layout/process1"/>
    <dgm:cxn modelId="{FEEA18CF-B05D-4F84-9B2B-A59126D73B0B}" srcId="{A38E3FB1-74C2-416C-962C-208A8CC26451}" destId="{FF9F707B-CECE-4E78-99EB-914DC0A31ECF}" srcOrd="0" destOrd="0" parTransId="{FB17E8DF-B400-423B-9CB4-4C38E1A393D0}" sibTransId="{1B2FE90C-EAEA-4A43-A64F-69ABBDDABCEB}"/>
    <dgm:cxn modelId="{AB8346D2-7479-4A8A-9B9E-3E06B25A4101}" type="presOf" srcId="{801389A1-08AD-4217-99F1-17D044229FA0}" destId="{94DB21CA-9344-453D-8C21-40F12F0D3889}" srcOrd="0" destOrd="1" presId="urn:microsoft.com/office/officeart/2005/8/layout/process1"/>
    <dgm:cxn modelId="{7A7BB4F0-1C5C-48CB-8901-89C2F8777FD9}" srcId="{A992AD57-2B29-405E-A673-4C8FE2DCB2F0}" destId="{4ED935BC-B6F4-4023-8157-90A00E4288D9}" srcOrd="0" destOrd="0" parTransId="{770B9806-9CD8-4654-A8B8-3D70D0747D19}" sibTransId="{615EA72B-289C-47B9-87A6-D11B04775F76}"/>
    <dgm:cxn modelId="{66DE21FB-DA00-48E7-8841-EB738D68F62C}" srcId="{A992AD57-2B29-405E-A673-4C8FE2DCB2F0}" destId="{5B1735AB-8363-41EB-A9A6-B25D2636DC13}" srcOrd="3" destOrd="0" parTransId="{258247BB-E99C-4C40-A6F3-2BCFF7F3F021}" sibTransId="{A1728D92-C6B8-42BE-B7DA-7498106C25C1}"/>
    <dgm:cxn modelId="{CD2010FC-CBD9-4366-BBB7-A2370EB4C245}" srcId="{A992AD57-2B29-405E-A673-4C8FE2DCB2F0}" destId="{0F52510D-04B1-43CC-97FD-7BBD63C4D854}" srcOrd="2" destOrd="0" parTransId="{7A0826B7-80B0-4499-9F07-B0CEFEBCCB15}" sibTransId="{000FE71D-E956-498B-A2D5-3FE5EE89E851}"/>
    <dgm:cxn modelId="{44EB4AFF-CFAA-4C07-A2E3-FCFCFC4805D0}" type="presOf" srcId="{B27230E2-A17D-4220-80FE-46D64297B343}" destId="{BCD86AF2-2522-4648-B7B2-23EC01768288}" srcOrd="0" destOrd="1" presId="urn:microsoft.com/office/officeart/2005/8/layout/process1"/>
    <dgm:cxn modelId="{A3EEBC4C-D696-420C-9548-292C5BAFC381}" type="presParOf" srcId="{33C77B4B-AC4C-4101-BE80-BB3417553860}" destId="{69C0042D-507E-4F9E-94A8-E94955ADB76F}" srcOrd="0" destOrd="0" presId="urn:microsoft.com/office/officeart/2005/8/layout/process1"/>
    <dgm:cxn modelId="{74064A54-7EF8-41C7-AE1A-BB20A8BAC8C0}" type="presParOf" srcId="{33C77B4B-AC4C-4101-BE80-BB3417553860}" destId="{C995A894-0AFA-453F-8460-3BDDD034C9F0}" srcOrd="1" destOrd="0" presId="urn:microsoft.com/office/officeart/2005/8/layout/process1"/>
    <dgm:cxn modelId="{42219523-EF2A-4B71-AADE-F502E30D150F}" type="presParOf" srcId="{C995A894-0AFA-453F-8460-3BDDD034C9F0}" destId="{8C1AB374-B3F6-4375-BF8E-0EF0B9A03D5F}" srcOrd="0" destOrd="0" presId="urn:microsoft.com/office/officeart/2005/8/layout/process1"/>
    <dgm:cxn modelId="{2E862AAC-1707-4857-9DE2-CB1A6192A062}" type="presParOf" srcId="{33C77B4B-AC4C-4101-BE80-BB3417553860}" destId="{94DB21CA-9344-453D-8C21-40F12F0D3889}" srcOrd="2" destOrd="0" presId="urn:microsoft.com/office/officeart/2005/8/layout/process1"/>
    <dgm:cxn modelId="{E56D702D-0BD3-45F5-9E8A-6285E21BF72E}" type="presParOf" srcId="{33C77B4B-AC4C-4101-BE80-BB3417553860}" destId="{60985EB9-42F5-4968-91E1-F1C3464F83DB}" srcOrd="3" destOrd="0" presId="urn:microsoft.com/office/officeart/2005/8/layout/process1"/>
    <dgm:cxn modelId="{89C02620-D853-4447-8CB1-200CE276630A}" type="presParOf" srcId="{60985EB9-42F5-4968-91E1-F1C3464F83DB}" destId="{EAD196ED-2637-4521-AC20-12D40696FBB7}" srcOrd="0" destOrd="0" presId="urn:microsoft.com/office/officeart/2005/8/layout/process1"/>
    <dgm:cxn modelId="{41356EBF-EA7A-4518-B314-C85465DD60D5}" type="presParOf" srcId="{33C77B4B-AC4C-4101-BE80-BB3417553860}" destId="{BCD86AF2-2522-4648-B7B2-23EC01768288}" srcOrd="4" destOrd="0" presId="urn:microsoft.com/office/officeart/2005/8/layout/process1"/>
    <dgm:cxn modelId="{FBE42AA9-721C-4844-B0F1-CCA2BAD003BC}" type="presParOf" srcId="{33C77B4B-AC4C-4101-BE80-BB3417553860}" destId="{42963792-B266-4648-A606-495C07C981FB}" srcOrd="5" destOrd="0" presId="urn:microsoft.com/office/officeart/2005/8/layout/process1"/>
    <dgm:cxn modelId="{33FB0A03-6E92-4F9C-8F36-2CA9B558087D}" type="presParOf" srcId="{42963792-B266-4648-A606-495C07C981FB}" destId="{C7FE0866-5A38-4AB6-9BDD-3EA0723D1400}" srcOrd="0" destOrd="0" presId="urn:microsoft.com/office/officeart/2005/8/layout/process1"/>
    <dgm:cxn modelId="{95CA412C-C13C-4F33-B878-9724F580FF8B}" type="presParOf" srcId="{33C77B4B-AC4C-4101-BE80-BB3417553860}" destId="{0941CEB6-4744-4A4C-B3F9-AE9B3291FC66}" srcOrd="6" destOrd="0" presId="urn:microsoft.com/office/officeart/2005/8/layout/process1"/>
    <dgm:cxn modelId="{1D45963A-9C3B-4EE7-8BAA-42AA1C291C18}" type="presParOf" srcId="{33C77B4B-AC4C-4101-BE80-BB3417553860}" destId="{2297CA2F-E4E3-4CAA-9DAC-31EBDE18A66E}" srcOrd="7" destOrd="0" presId="urn:microsoft.com/office/officeart/2005/8/layout/process1"/>
    <dgm:cxn modelId="{B786256B-F892-41CF-BC10-7B27DA60562C}" type="presParOf" srcId="{2297CA2F-E4E3-4CAA-9DAC-31EBDE18A66E}" destId="{54FB4166-E42F-4144-9064-5D0A6108B512}" srcOrd="0" destOrd="0" presId="urn:microsoft.com/office/officeart/2005/8/layout/process1"/>
    <dgm:cxn modelId="{046152D9-7E35-49B9-B8FD-DC77E07E82E9}" type="presParOf" srcId="{33C77B4B-AC4C-4101-BE80-BB3417553860}" destId="{7807F26B-8DA3-4C05-AC81-9B09DFFBB862}" srcOrd="8"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3F7B911-0DB8-46F7-A6CB-A937DE7F5972}" type="doc">
      <dgm:prSet loTypeId="urn:microsoft.com/office/officeart/2005/8/layout/process1" loCatId="process" qsTypeId="urn:microsoft.com/office/officeart/2005/8/quickstyle/simple5" qsCatId="simple" csTypeId="urn:microsoft.com/office/officeart/2005/8/colors/accent1_2" csCatId="accent1" phldr="1"/>
      <dgm:spPr/>
      <dgm:t>
        <a:bodyPr/>
        <a:lstStyle/>
        <a:p>
          <a:endParaRPr lang="en-US"/>
        </a:p>
      </dgm:t>
    </dgm:pt>
    <dgm:pt modelId="{43DA3B73-85CC-44C7-99AF-E8675AAB11F1}">
      <dgm:prSet phldrT="[Text]">
        <dgm:style>
          <a:lnRef idx="0">
            <a:schemeClr val="accent1"/>
          </a:lnRef>
          <a:fillRef idx="3">
            <a:schemeClr val="accent1"/>
          </a:fillRef>
          <a:effectRef idx="3">
            <a:schemeClr val="accent1"/>
          </a:effectRef>
          <a:fontRef idx="minor">
            <a:schemeClr val="lt1"/>
          </a:fontRef>
        </dgm:style>
      </dgm:prSet>
      <dgm:spPr/>
      <dgm:t>
        <a:bodyPr/>
        <a:lstStyle/>
        <a:p>
          <a:r>
            <a:rPr lang="en-US" b="1" dirty="0"/>
            <a:t>Requirement Gathering</a:t>
          </a:r>
        </a:p>
      </dgm:t>
    </dgm:pt>
    <dgm:pt modelId="{9F019D3D-4D19-4593-B070-40268D2F2EB5}" type="parTrans" cxnId="{131F2674-DD6F-469D-917E-E2EE098B29BC}">
      <dgm:prSet/>
      <dgm:spPr/>
      <dgm:t>
        <a:bodyPr/>
        <a:lstStyle/>
        <a:p>
          <a:endParaRPr lang="en-US"/>
        </a:p>
      </dgm:t>
    </dgm:pt>
    <dgm:pt modelId="{A3169168-C8F4-4A32-9005-27C2332994A7}" type="sibTrans" cxnId="{131F2674-DD6F-469D-917E-E2EE098B29BC}">
      <dgm:prSet/>
      <dgm:spPr/>
      <dgm:t>
        <a:bodyPr/>
        <a:lstStyle/>
        <a:p>
          <a:endParaRPr lang="en-US"/>
        </a:p>
      </dgm:t>
    </dgm:pt>
    <dgm:pt modelId="{360C9A48-81FE-4D65-9516-B232CA206B0B}">
      <dgm:prSet>
        <dgm:style>
          <a:lnRef idx="2">
            <a:schemeClr val="dk1"/>
          </a:lnRef>
          <a:fillRef idx="1">
            <a:schemeClr val="lt1"/>
          </a:fillRef>
          <a:effectRef idx="0">
            <a:schemeClr val="dk1"/>
          </a:effectRef>
          <a:fontRef idx="minor">
            <a:schemeClr val="dk1"/>
          </a:fontRef>
        </dgm:style>
      </dgm:prSet>
      <dgm:spPr/>
      <dgm:t>
        <a:bodyPr/>
        <a:lstStyle/>
        <a:p>
          <a:r>
            <a:rPr lang="en-US" b="1"/>
            <a:t>Logical Design</a:t>
          </a:r>
        </a:p>
      </dgm:t>
    </dgm:pt>
    <dgm:pt modelId="{0B625C4F-CCA9-4175-983E-88805D77AAC5}" type="parTrans" cxnId="{78861782-068A-488A-B1C5-09CC575B5D80}">
      <dgm:prSet/>
      <dgm:spPr/>
      <dgm:t>
        <a:bodyPr/>
        <a:lstStyle/>
        <a:p>
          <a:endParaRPr lang="en-US"/>
        </a:p>
      </dgm:t>
    </dgm:pt>
    <dgm:pt modelId="{E97D0C73-F383-4117-A7E5-7A3FF09471D3}" type="sibTrans" cxnId="{78861782-068A-488A-B1C5-09CC575B5D80}">
      <dgm:prSet/>
      <dgm:spPr/>
      <dgm:t>
        <a:bodyPr/>
        <a:lstStyle/>
        <a:p>
          <a:endParaRPr lang="en-US"/>
        </a:p>
      </dgm:t>
    </dgm:pt>
    <dgm:pt modelId="{A38E3FB1-74C2-416C-962C-208A8CC26451}">
      <dgm:prSet>
        <dgm:style>
          <a:lnRef idx="2">
            <a:schemeClr val="accent5"/>
          </a:lnRef>
          <a:fillRef idx="1">
            <a:schemeClr val="lt1"/>
          </a:fillRef>
          <a:effectRef idx="0">
            <a:schemeClr val="accent5"/>
          </a:effectRef>
          <a:fontRef idx="minor">
            <a:schemeClr val="dk1"/>
          </a:fontRef>
        </dgm:style>
      </dgm:prSet>
      <dgm:spPr/>
      <dgm:t>
        <a:bodyPr/>
        <a:lstStyle/>
        <a:p>
          <a:r>
            <a:rPr lang="en-US" b="1"/>
            <a:t>Physical Design</a:t>
          </a:r>
        </a:p>
      </dgm:t>
    </dgm:pt>
    <dgm:pt modelId="{9E752F19-DAF8-4077-BC1B-196EAE64B4D1}" type="parTrans" cxnId="{A3436A63-0B7B-4E1F-9868-5311457F2073}">
      <dgm:prSet/>
      <dgm:spPr/>
      <dgm:t>
        <a:bodyPr/>
        <a:lstStyle/>
        <a:p>
          <a:endParaRPr lang="en-US"/>
        </a:p>
      </dgm:t>
    </dgm:pt>
    <dgm:pt modelId="{BCA34D4F-D34A-4E7F-8060-EE5CDCEDEBC9}" type="sibTrans" cxnId="{A3436A63-0B7B-4E1F-9868-5311457F2073}">
      <dgm:prSet/>
      <dgm:spPr/>
      <dgm:t>
        <a:bodyPr/>
        <a:lstStyle/>
        <a:p>
          <a:endParaRPr lang="en-US"/>
        </a:p>
      </dgm:t>
    </dgm:pt>
    <dgm:pt modelId="{2063F73A-6D48-4171-9BCC-3A5159FCFBE3}">
      <dgm:prSet>
        <dgm:style>
          <a:lnRef idx="2">
            <a:schemeClr val="accent5"/>
          </a:lnRef>
          <a:fillRef idx="1">
            <a:schemeClr val="lt1"/>
          </a:fillRef>
          <a:effectRef idx="0">
            <a:schemeClr val="accent5"/>
          </a:effectRef>
          <a:fontRef idx="minor">
            <a:schemeClr val="dk1"/>
          </a:fontRef>
        </dgm:style>
      </dgm:prSet>
      <dgm:spPr/>
      <dgm:t>
        <a:bodyPr/>
        <a:lstStyle/>
        <a:p>
          <a:r>
            <a:rPr lang="en-US" b="1"/>
            <a:t>Installation and Maintenance</a:t>
          </a:r>
        </a:p>
      </dgm:t>
    </dgm:pt>
    <dgm:pt modelId="{25077567-7832-4BBF-8124-97EF66740E53}" type="parTrans" cxnId="{4AD42824-2F58-47D8-B6AC-498408ADB519}">
      <dgm:prSet/>
      <dgm:spPr/>
      <dgm:t>
        <a:bodyPr/>
        <a:lstStyle/>
        <a:p>
          <a:endParaRPr lang="en-US"/>
        </a:p>
      </dgm:t>
    </dgm:pt>
    <dgm:pt modelId="{DE743DFC-3175-4315-B0E1-7CE8009342DB}" type="sibTrans" cxnId="{4AD42824-2F58-47D8-B6AC-498408ADB519}">
      <dgm:prSet/>
      <dgm:spPr/>
      <dgm:t>
        <a:bodyPr/>
        <a:lstStyle/>
        <a:p>
          <a:endParaRPr lang="en-US"/>
        </a:p>
      </dgm:t>
    </dgm:pt>
    <dgm:pt modelId="{ADFB60DE-7B6B-42C9-98FD-F94B3F204B4D}">
      <dgm:prSet>
        <dgm:style>
          <a:lnRef idx="2">
            <a:schemeClr val="dk1"/>
          </a:lnRef>
          <a:fillRef idx="1">
            <a:schemeClr val="lt1"/>
          </a:fillRef>
          <a:effectRef idx="0">
            <a:schemeClr val="dk1"/>
          </a:effectRef>
          <a:fontRef idx="minor">
            <a:schemeClr val="dk1"/>
          </a:fontRef>
        </dgm:style>
      </dgm:prSet>
      <dgm:spPr/>
      <dgm:t>
        <a:bodyPr/>
        <a:lstStyle/>
        <a:p>
          <a:r>
            <a:rPr lang="en-US" b="1" dirty="0"/>
            <a:t>Analysis</a:t>
          </a:r>
        </a:p>
      </dgm:t>
    </dgm:pt>
    <dgm:pt modelId="{A97DF006-03C2-4032-A233-78BD76A63D3D}" type="sibTrans" cxnId="{150939AA-2A95-4B47-BDB9-FCBABC3FCAF5}">
      <dgm:prSet/>
      <dgm:spPr/>
      <dgm:t>
        <a:bodyPr/>
        <a:lstStyle/>
        <a:p>
          <a:endParaRPr lang="en-US"/>
        </a:p>
      </dgm:t>
    </dgm:pt>
    <dgm:pt modelId="{A671AC3F-4FF4-419F-B14B-178228C3B3F5}" type="parTrans" cxnId="{150939AA-2A95-4B47-BDB9-FCBABC3FCAF5}">
      <dgm:prSet/>
      <dgm:spPr/>
      <dgm:t>
        <a:bodyPr/>
        <a:lstStyle/>
        <a:p>
          <a:endParaRPr lang="en-US"/>
        </a:p>
      </dgm:t>
    </dgm:pt>
    <dgm:pt modelId="{A992AD57-2B29-405E-A673-4C8FE2DCB2F0}">
      <dgm:prSet>
        <dgm:style>
          <a:lnRef idx="0">
            <a:schemeClr val="accent1"/>
          </a:lnRef>
          <a:fillRef idx="3">
            <a:schemeClr val="accent1"/>
          </a:fillRef>
          <a:effectRef idx="3">
            <a:schemeClr val="accent1"/>
          </a:effectRef>
          <a:fontRef idx="minor">
            <a:schemeClr val="lt1"/>
          </a:fontRef>
        </dgm:style>
      </dgm:prSet>
      <dgm:spPr/>
      <dgm:t>
        <a:bodyPr/>
        <a:lstStyle/>
        <a:p>
          <a:r>
            <a:rPr lang="en-US"/>
            <a:t>Determine needs of: </a:t>
          </a:r>
        </a:p>
      </dgm:t>
    </dgm:pt>
    <dgm:pt modelId="{A107BC28-DE52-4594-8495-7F55B444C020}" type="parTrans" cxnId="{9D26AD6A-9892-4AC4-A58F-4C551EC94151}">
      <dgm:prSet/>
      <dgm:spPr/>
      <dgm:t>
        <a:bodyPr/>
        <a:lstStyle/>
        <a:p>
          <a:endParaRPr lang="en-US"/>
        </a:p>
      </dgm:t>
    </dgm:pt>
    <dgm:pt modelId="{E8BD408A-94EB-4640-B731-4BB67C578ABF}" type="sibTrans" cxnId="{9D26AD6A-9892-4AC4-A58F-4C551EC94151}">
      <dgm:prSet/>
      <dgm:spPr/>
      <dgm:t>
        <a:bodyPr/>
        <a:lstStyle/>
        <a:p>
          <a:endParaRPr lang="en-US"/>
        </a:p>
      </dgm:t>
    </dgm:pt>
    <dgm:pt modelId="{4ED935BC-B6F4-4023-8157-90A00E4288D9}">
      <dgm:prSet>
        <dgm:style>
          <a:lnRef idx="0">
            <a:schemeClr val="accent1"/>
          </a:lnRef>
          <a:fillRef idx="3">
            <a:schemeClr val="accent1"/>
          </a:fillRef>
          <a:effectRef idx="3">
            <a:schemeClr val="accent1"/>
          </a:effectRef>
          <a:fontRef idx="minor">
            <a:schemeClr val="lt1"/>
          </a:fontRef>
        </dgm:style>
      </dgm:prSet>
      <dgm:spPr/>
      <dgm:t>
        <a:bodyPr/>
        <a:lstStyle/>
        <a:p>
          <a:r>
            <a:rPr lang="en-US"/>
            <a:t>Business</a:t>
          </a:r>
        </a:p>
      </dgm:t>
    </dgm:pt>
    <dgm:pt modelId="{770B9806-9CD8-4654-A8B8-3D70D0747D19}" type="parTrans" cxnId="{7A7BB4F0-1C5C-48CB-8901-89C2F8777FD9}">
      <dgm:prSet/>
      <dgm:spPr/>
      <dgm:t>
        <a:bodyPr/>
        <a:lstStyle/>
        <a:p>
          <a:endParaRPr lang="en-US"/>
        </a:p>
      </dgm:t>
    </dgm:pt>
    <dgm:pt modelId="{615EA72B-289C-47B9-87A6-D11B04775F76}" type="sibTrans" cxnId="{7A7BB4F0-1C5C-48CB-8901-89C2F8777FD9}">
      <dgm:prSet/>
      <dgm:spPr/>
      <dgm:t>
        <a:bodyPr/>
        <a:lstStyle/>
        <a:p>
          <a:endParaRPr lang="en-US"/>
        </a:p>
      </dgm:t>
    </dgm:pt>
    <dgm:pt modelId="{C9BC02D3-DAF3-483D-B2B5-6A810A3E5D23}">
      <dgm:prSet>
        <dgm:style>
          <a:lnRef idx="0">
            <a:schemeClr val="accent1"/>
          </a:lnRef>
          <a:fillRef idx="3">
            <a:schemeClr val="accent1"/>
          </a:fillRef>
          <a:effectRef idx="3">
            <a:schemeClr val="accent1"/>
          </a:effectRef>
          <a:fontRef idx="minor">
            <a:schemeClr val="lt1"/>
          </a:fontRef>
        </dgm:style>
      </dgm:prSet>
      <dgm:spPr/>
      <dgm:t>
        <a:bodyPr/>
        <a:lstStyle/>
        <a:p>
          <a:r>
            <a:rPr lang="en-US"/>
            <a:t>Users</a:t>
          </a:r>
        </a:p>
      </dgm:t>
    </dgm:pt>
    <dgm:pt modelId="{0D7DD7AB-4B3F-4B26-9699-8D069D27EBFE}" type="parTrans" cxnId="{78A882AF-41EB-40C3-8636-7416EA57980A}">
      <dgm:prSet/>
      <dgm:spPr/>
      <dgm:t>
        <a:bodyPr/>
        <a:lstStyle/>
        <a:p>
          <a:endParaRPr lang="en-US"/>
        </a:p>
      </dgm:t>
    </dgm:pt>
    <dgm:pt modelId="{14A04E87-4E78-4857-8660-A2A290C3C448}" type="sibTrans" cxnId="{78A882AF-41EB-40C3-8636-7416EA57980A}">
      <dgm:prSet/>
      <dgm:spPr/>
      <dgm:t>
        <a:bodyPr/>
        <a:lstStyle/>
        <a:p>
          <a:endParaRPr lang="en-US"/>
        </a:p>
      </dgm:t>
    </dgm:pt>
    <dgm:pt modelId="{0F52510D-04B1-43CC-97FD-7BBD63C4D854}">
      <dgm:prSet>
        <dgm:style>
          <a:lnRef idx="0">
            <a:schemeClr val="accent1"/>
          </a:lnRef>
          <a:fillRef idx="3">
            <a:schemeClr val="accent1"/>
          </a:fillRef>
          <a:effectRef idx="3">
            <a:schemeClr val="accent1"/>
          </a:effectRef>
          <a:fontRef idx="minor">
            <a:schemeClr val="lt1"/>
          </a:fontRef>
        </dgm:style>
      </dgm:prSet>
      <dgm:spPr/>
      <dgm:t>
        <a:bodyPr/>
        <a:lstStyle/>
        <a:p>
          <a:r>
            <a:rPr lang="en-US"/>
            <a:t>Applications</a:t>
          </a:r>
        </a:p>
      </dgm:t>
    </dgm:pt>
    <dgm:pt modelId="{7A0826B7-80B0-4499-9F07-B0CEFEBCCB15}" type="parTrans" cxnId="{CD2010FC-CBD9-4366-BBB7-A2370EB4C245}">
      <dgm:prSet/>
      <dgm:spPr/>
      <dgm:t>
        <a:bodyPr/>
        <a:lstStyle/>
        <a:p>
          <a:endParaRPr lang="en-US"/>
        </a:p>
      </dgm:t>
    </dgm:pt>
    <dgm:pt modelId="{000FE71D-E956-498B-A2D5-3FE5EE89E851}" type="sibTrans" cxnId="{CD2010FC-CBD9-4366-BBB7-A2370EB4C245}">
      <dgm:prSet/>
      <dgm:spPr/>
      <dgm:t>
        <a:bodyPr/>
        <a:lstStyle/>
        <a:p>
          <a:endParaRPr lang="en-US"/>
        </a:p>
      </dgm:t>
    </dgm:pt>
    <dgm:pt modelId="{5B1735AB-8363-41EB-A9A6-B25D2636DC13}">
      <dgm:prSet>
        <dgm:style>
          <a:lnRef idx="0">
            <a:schemeClr val="accent1"/>
          </a:lnRef>
          <a:fillRef idx="3">
            <a:schemeClr val="accent1"/>
          </a:fillRef>
          <a:effectRef idx="3">
            <a:schemeClr val="accent1"/>
          </a:effectRef>
          <a:fontRef idx="minor">
            <a:schemeClr val="lt1"/>
          </a:fontRef>
        </dgm:style>
      </dgm:prSet>
      <dgm:spPr/>
      <dgm:t>
        <a:bodyPr/>
        <a:lstStyle/>
        <a:p>
          <a:r>
            <a:rPr lang="en-US"/>
            <a:t>Network</a:t>
          </a:r>
        </a:p>
      </dgm:t>
    </dgm:pt>
    <dgm:pt modelId="{258247BB-E99C-4C40-A6F3-2BCFF7F3F021}" type="parTrans" cxnId="{66DE21FB-DA00-48E7-8841-EB738D68F62C}">
      <dgm:prSet/>
      <dgm:spPr/>
      <dgm:t>
        <a:bodyPr/>
        <a:lstStyle/>
        <a:p>
          <a:endParaRPr lang="en-US"/>
        </a:p>
      </dgm:t>
    </dgm:pt>
    <dgm:pt modelId="{A1728D92-C6B8-42BE-B7DA-7498106C25C1}" type="sibTrans" cxnId="{66DE21FB-DA00-48E7-8841-EB738D68F62C}">
      <dgm:prSet/>
      <dgm:spPr/>
      <dgm:t>
        <a:bodyPr/>
        <a:lstStyle/>
        <a:p>
          <a:endParaRPr lang="en-US"/>
        </a:p>
      </dgm:t>
    </dgm:pt>
    <dgm:pt modelId="{801389A1-08AD-4217-99F1-17D044229FA0}">
      <dgm:prSet>
        <dgm:style>
          <a:lnRef idx="2">
            <a:schemeClr val="dk1"/>
          </a:lnRef>
          <a:fillRef idx="1">
            <a:schemeClr val="lt1"/>
          </a:fillRef>
          <a:effectRef idx="0">
            <a:schemeClr val="dk1"/>
          </a:effectRef>
          <a:fontRef idx="minor">
            <a:schemeClr val="dk1"/>
          </a:fontRef>
        </dgm:style>
      </dgm:prSet>
      <dgm:spPr/>
      <dgm:t>
        <a:bodyPr/>
        <a:lstStyle/>
        <a:p>
          <a:r>
            <a:rPr lang="en-US"/>
            <a:t>Estimate and measure traffic and device utilization</a:t>
          </a:r>
        </a:p>
      </dgm:t>
    </dgm:pt>
    <dgm:pt modelId="{BC314620-F755-43B8-B2B8-D38FEAD5BE47}" type="parTrans" cxnId="{17E4239A-DE32-4B78-BE06-CFE7B8B50D59}">
      <dgm:prSet/>
      <dgm:spPr/>
      <dgm:t>
        <a:bodyPr/>
        <a:lstStyle/>
        <a:p>
          <a:endParaRPr lang="en-US"/>
        </a:p>
      </dgm:t>
    </dgm:pt>
    <dgm:pt modelId="{9C7BD2E7-B2D7-4F25-A967-AB9E699AD0E3}" type="sibTrans" cxnId="{17E4239A-DE32-4B78-BE06-CFE7B8B50D59}">
      <dgm:prSet/>
      <dgm:spPr/>
      <dgm:t>
        <a:bodyPr/>
        <a:lstStyle/>
        <a:p>
          <a:endParaRPr lang="en-US"/>
        </a:p>
      </dgm:t>
    </dgm:pt>
    <dgm:pt modelId="{B27230E2-A17D-4220-80FE-46D64297B343}">
      <dgm:prSet>
        <dgm:style>
          <a:lnRef idx="2">
            <a:schemeClr val="dk1"/>
          </a:lnRef>
          <a:fillRef idx="1">
            <a:schemeClr val="lt1"/>
          </a:fillRef>
          <a:effectRef idx="0">
            <a:schemeClr val="dk1"/>
          </a:effectRef>
          <a:fontRef idx="minor">
            <a:schemeClr val="dk1"/>
          </a:fontRef>
        </dgm:style>
      </dgm:prSet>
      <dgm:spPr/>
      <dgm:t>
        <a:bodyPr/>
        <a:lstStyle/>
        <a:p>
          <a:r>
            <a:rPr lang="en-US"/>
            <a:t>Choose technologies that meet the requirements</a:t>
          </a:r>
        </a:p>
      </dgm:t>
    </dgm:pt>
    <dgm:pt modelId="{D985146F-41BC-41F7-BD5A-34637F24A6B1}" type="parTrans" cxnId="{E1DB8706-943A-41DE-857B-FD1004514511}">
      <dgm:prSet/>
      <dgm:spPr/>
      <dgm:t>
        <a:bodyPr/>
        <a:lstStyle/>
        <a:p>
          <a:endParaRPr lang="en-US"/>
        </a:p>
      </dgm:t>
    </dgm:pt>
    <dgm:pt modelId="{1D9A2E75-6B4A-4BA3-BDC6-C1C8E25DEF5F}" type="sibTrans" cxnId="{E1DB8706-943A-41DE-857B-FD1004514511}">
      <dgm:prSet/>
      <dgm:spPr/>
      <dgm:t>
        <a:bodyPr/>
        <a:lstStyle/>
        <a:p>
          <a:endParaRPr lang="en-US"/>
        </a:p>
      </dgm:t>
    </dgm:pt>
    <dgm:pt modelId="{FF9F707B-CECE-4E78-99EB-914DC0A31ECF}">
      <dgm:prSet>
        <dgm:style>
          <a:lnRef idx="2">
            <a:schemeClr val="accent5"/>
          </a:lnRef>
          <a:fillRef idx="1">
            <a:schemeClr val="lt1"/>
          </a:fillRef>
          <a:effectRef idx="0">
            <a:schemeClr val="accent5"/>
          </a:effectRef>
          <a:fontRef idx="minor">
            <a:schemeClr val="dk1"/>
          </a:fontRef>
        </dgm:style>
      </dgm:prSet>
      <dgm:spPr/>
      <dgm:t>
        <a:bodyPr/>
        <a:lstStyle/>
        <a:p>
          <a:r>
            <a:rPr lang="en-US"/>
            <a:t>Apply the Logical Design to the physical space</a:t>
          </a:r>
        </a:p>
      </dgm:t>
    </dgm:pt>
    <dgm:pt modelId="{FB17E8DF-B400-423B-9CB4-4C38E1A393D0}" type="parTrans" cxnId="{FEEA18CF-B05D-4F84-9B2B-A59126D73B0B}">
      <dgm:prSet/>
      <dgm:spPr/>
      <dgm:t>
        <a:bodyPr/>
        <a:lstStyle/>
        <a:p>
          <a:endParaRPr lang="en-US"/>
        </a:p>
      </dgm:t>
    </dgm:pt>
    <dgm:pt modelId="{1B2FE90C-EAEA-4A43-A64F-69ABBDDABCEB}" type="sibTrans" cxnId="{FEEA18CF-B05D-4F84-9B2B-A59126D73B0B}">
      <dgm:prSet/>
      <dgm:spPr/>
      <dgm:t>
        <a:bodyPr/>
        <a:lstStyle/>
        <a:p>
          <a:endParaRPr lang="en-US"/>
        </a:p>
      </dgm:t>
    </dgm:pt>
    <dgm:pt modelId="{66FFFF39-03D1-479F-A004-0C1A91BCD012}">
      <dgm:prSet>
        <dgm:style>
          <a:lnRef idx="2">
            <a:schemeClr val="accent5"/>
          </a:lnRef>
          <a:fillRef idx="1">
            <a:schemeClr val="lt1"/>
          </a:fillRef>
          <a:effectRef idx="0">
            <a:schemeClr val="accent5"/>
          </a:effectRef>
          <a:fontRef idx="minor">
            <a:schemeClr val="dk1"/>
          </a:fontRef>
        </dgm:style>
      </dgm:prSet>
      <dgm:spPr/>
      <dgm:t>
        <a:bodyPr/>
        <a:lstStyle/>
        <a:p>
          <a:r>
            <a:rPr lang="en-US"/>
            <a:t>Implement the Physical Design</a:t>
          </a:r>
        </a:p>
      </dgm:t>
    </dgm:pt>
    <dgm:pt modelId="{4A5EDA08-68C0-4719-B835-6AECC589A5D1}" type="parTrans" cxnId="{CCB86B93-3845-428F-8411-A023AC4BDDEB}">
      <dgm:prSet/>
      <dgm:spPr/>
      <dgm:t>
        <a:bodyPr/>
        <a:lstStyle/>
        <a:p>
          <a:endParaRPr lang="en-US"/>
        </a:p>
      </dgm:t>
    </dgm:pt>
    <dgm:pt modelId="{775A41F0-E2CD-483C-948E-4C4DCDBE23C6}" type="sibTrans" cxnId="{CCB86B93-3845-428F-8411-A023AC4BDDEB}">
      <dgm:prSet/>
      <dgm:spPr/>
      <dgm:t>
        <a:bodyPr/>
        <a:lstStyle/>
        <a:p>
          <a:endParaRPr lang="en-US"/>
        </a:p>
      </dgm:t>
    </dgm:pt>
    <dgm:pt modelId="{33C77B4B-AC4C-4101-BE80-BB3417553860}" type="pres">
      <dgm:prSet presAssocID="{E3F7B911-0DB8-46F7-A6CB-A937DE7F5972}" presName="Name0" presStyleCnt="0">
        <dgm:presLayoutVars>
          <dgm:dir/>
          <dgm:resizeHandles val="exact"/>
        </dgm:presLayoutVars>
      </dgm:prSet>
      <dgm:spPr/>
    </dgm:pt>
    <dgm:pt modelId="{69C0042D-507E-4F9E-94A8-E94955ADB76F}" type="pres">
      <dgm:prSet presAssocID="{43DA3B73-85CC-44C7-99AF-E8675AAB11F1}" presName="node" presStyleLbl="node1" presStyleIdx="0" presStyleCnt="5">
        <dgm:presLayoutVars>
          <dgm:bulletEnabled val="1"/>
        </dgm:presLayoutVars>
      </dgm:prSet>
      <dgm:spPr/>
    </dgm:pt>
    <dgm:pt modelId="{C995A894-0AFA-453F-8460-3BDDD034C9F0}" type="pres">
      <dgm:prSet presAssocID="{A3169168-C8F4-4A32-9005-27C2332994A7}" presName="sibTrans" presStyleLbl="sibTrans2D1" presStyleIdx="0" presStyleCnt="4"/>
      <dgm:spPr/>
    </dgm:pt>
    <dgm:pt modelId="{8C1AB374-B3F6-4375-BF8E-0EF0B9A03D5F}" type="pres">
      <dgm:prSet presAssocID="{A3169168-C8F4-4A32-9005-27C2332994A7}" presName="connectorText" presStyleLbl="sibTrans2D1" presStyleIdx="0" presStyleCnt="4"/>
      <dgm:spPr/>
    </dgm:pt>
    <dgm:pt modelId="{94DB21CA-9344-453D-8C21-40F12F0D3889}" type="pres">
      <dgm:prSet presAssocID="{ADFB60DE-7B6B-42C9-98FD-F94B3F204B4D}" presName="node" presStyleLbl="node1" presStyleIdx="1" presStyleCnt="5">
        <dgm:presLayoutVars>
          <dgm:bulletEnabled val="1"/>
        </dgm:presLayoutVars>
      </dgm:prSet>
      <dgm:spPr/>
    </dgm:pt>
    <dgm:pt modelId="{60985EB9-42F5-4968-91E1-F1C3464F83DB}" type="pres">
      <dgm:prSet presAssocID="{A97DF006-03C2-4032-A233-78BD76A63D3D}" presName="sibTrans" presStyleLbl="sibTrans2D1" presStyleIdx="1" presStyleCnt="4"/>
      <dgm:spPr/>
    </dgm:pt>
    <dgm:pt modelId="{EAD196ED-2637-4521-AC20-12D40696FBB7}" type="pres">
      <dgm:prSet presAssocID="{A97DF006-03C2-4032-A233-78BD76A63D3D}" presName="connectorText" presStyleLbl="sibTrans2D1" presStyleIdx="1" presStyleCnt="4"/>
      <dgm:spPr/>
    </dgm:pt>
    <dgm:pt modelId="{BCD86AF2-2522-4648-B7B2-23EC01768288}" type="pres">
      <dgm:prSet presAssocID="{360C9A48-81FE-4D65-9516-B232CA206B0B}" presName="node" presStyleLbl="node1" presStyleIdx="2" presStyleCnt="5">
        <dgm:presLayoutVars>
          <dgm:bulletEnabled val="1"/>
        </dgm:presLayoutVars>
      </dgm:prSet>
      <dgm:spPr/>
    </dgm:pt>
    <dgm:pt modelId="{42963792-B266-4648-A606-495C07C981FB}" type="pres">
      <dgm:prSet presAssocID="{E97D0C73-F383-4117-A7E5-7A3FF09471D3}" presName="sibTrans" presStyleLbl="sibTrans2D1" presStyleIdx="2" presStyleCnt="4"/>
      <dgm:spPr/>
    </dgm:pt>
    <dgm:pt modelId="{C7FE0866-5A38-4AB6-9BDD-3EA0723D1400}" type="pres">
      <dgm:prSet presAssocID="{E97D0C73-F383-4117-A7E5-7A3FF09471D3}" presName="connectorText" presStyleLbl="sibTrans2D1" presStyleIdx="2" presStyleCnt="4"/>
      <dgm:spPr/>
    </dgm:pt>
    <dgm:pt modelId="{0941CEB6-4744-4A4C-B3F9-AE9B3291FC66}" type="pres">
      <dgm:prSet presAssocID="{A38E3FB1-74C2-416C-962C-208A8CC26451}" presName="node" presStyleLbl="node1" presStyleIdx="3" presStyleCnt="5">
        <dgm:presLayoutVars>
          <dgm:bulletEnabled val="1"/>
        </dgm:presLayoutVars>
      </dgm:prSet>
      <dgm:spPr/>
    </dgm:pt>
    <dgm:pt modelId="{2297CA2F-E4E3-4CAA-9DAC-31EBDE18A66E}" type="pres">
      <dgm:prSet presAssocID="{BCA34D4F-D34A-4E7F-8060-EE5CDCEDEBC9}" presName="sibTrans" presStyleLbl="sibTrans2D1" presStyleIdx="3" presStyleCnt="4"/>
      <dgm:spPr/>
    </dgm:pt>
    <dgm:pt modelId="{54FB4166-E42F-4144-9064-5D0A6108B512}" type="pres">
      <dgm:prSet presAssocID="{BCA34D4F-D34A-4E7F-8060-EE5CDCEDEBC9}" presName="connectorText" presStyleLbl="sibTrans2D1" presStyleIdx="3" presStyleCnt="4"/>
      <dgm:spPr/>
    </dgm:pt>
    <dgm:pt modelId="{7807F26B-8DA3-4C05-AC81-9B09DFFBB862}" type="pres">
      <dgm:prSet presAssocID="{2063F73A-6D48-4171-9BCC-3A5159FCFBE3}" presName="node" presStyleLbl="node1" presStyleIdx="4" presStyleCnt="5">
        <dgm:presLayoutVars>
          <dgm:bulletEnabled val="1"/>
        </dgm:presLayoutVars>
      </dgm:prSet>
      <dgm:spPr/>
    </dgm:pt>
  </dgm:ptLst>
  <dgm:cxnLst>
    <dgm:cxn modelId="{373BB105-BD9B-482D-93E7-3D2A93F643C0}" type="presOf" srcId="{0F52510D-04B1-43CC-97FD-7BBD63C4D854}" destId="{69C0042D-507E-4F9E-94A8-E94955ADB76F}" srcOrd="0" destOrd="4" presId="urn:microsoft.com/office/officeart/2005/8/layout/process1"/>
    <dgm:cxn modelId="{E1DB8706-943A-41DE-857B-FD1004514511}" srcId="{360C9A48-81FE-4D65-9516-B232CA206B0B}" destId="{B27230E2-A17D-4220-80FE-46D64297B343}" srcOrd="0" destOrd="0" parTransId="{D985146F-41BC-41F7-BD5A-34637F24A6B1}" sibTransId="{1D9A2E75-6B4A-4BA3-BDC6-C1C8E25DEF5F}"/>
    <dgm:cxn modelId="{8B50E507-1CF5-4604-8206-39FABB967420}" type="presOf" srcId="{A97DF006-03C2-4032-A233-78BD76A63D3D}" destId="{60985EB9-42F5-4968-91E1-F1C3464F83DB}" srcOrd="0" destOrd="0" presId="urn:microsoft.com/office/officeart/2005/8/layout/process1"/>
    <dgm:cxn modelId="{E8787317-170A-4679-B5D4-515276EDD2E3}" type="presOf" srcId="{A3169168-C8F4-4A32-9005-27C2332994A7}" destId="{C995A894-0AFA-453F-8460-3BDDD034C9F0}" srcOrd="0" destOrd="0" presId="urn:microsoft.com/office/officeart/2005/8/layout/process1"/>
    <dgm:cxn modelId="{4AD42824-2F58-47D8-B6AC-498408ADB519}" srcId="{E3F7B911-0DB8-46F7-A6CB-A937DE7F5972}" destId="{2063F73A-6D48-4171-9BCC-3A5159FCFBE3}" srcOrd="4" destOrd="0" parTransId="{25077567-7832-4BBF-8124-97EF66740E53}" sibTransId="{DE743DFC-3175-4315-B0E1-7CE8009342DB}"/>
    <dgm:cxn modelId="{97B9692E-411D-4838-88AD-1C43A6F73083}" type="presOf" srcId="{360C9A48-81FE-4D65-9516-B232CA206B0B}" destId="{BCD86AF2-2522-4648-B7B2-23EC01768288}" srcOrd="0" destOrd="0" presId="urn:microsoft.com/office/officeart/2005/8/layout/process1"/>
    <dgm:cxn modelId="{13C49C2F-310A-4CF0-8235-FBDCD86AF66B}" type="presOf" srcId="{A38E3FB1-74C2-416C-962C-208A8CC26451}" destId="{0941CEB6-4744-4A4C-B3F9-AE9B3291FC66}" srcOrd="0" destOrd="0" presId="urn:microsoft.com/office/officeart/2005/8/layout/process1"/>
    <dgm:cxn modelId="{14F43930-AB62-4374-97B3-C3B06522240C}" type="presOf" srcId="{C9BC02D3-DAF3-483D-B2B5-6A810A3E5D23}" destId="{69C0042D-507E-4F9E-94A8-E94955ADB76F}" srcOrd="0" destOrd="3" presId="urn:microsoft.com/office/officeart/2005/8/layout/process1"/>
    <dgm:cxn modelId="{11B67C38-C0BB-4056-ABB9-B9C8C359F9CA}" type="presOf" srcId="{2063F73A-6D48-4171-9BCC-3A5159FCFBE3}" destId="{7807F26B-8DA3-4C05-AC81-9B09DFFBB862}" srcOrd="0" destOrd="0" presId="urn:microsoft.com/office/officeart/2005/8/layout/process1"/>
    <dgm:cxn modelId="{1079F93D-EFC9-4F63-A7D2-BA33A86E4DFC}" type="presOf" srcId="{BCA34D4F-D34A-4E7F-8060-EE5CDCEDEBC9}" destId="{2297CA2F-E4E3-4CAA-9DAC-31EBDE18A66E}" srcOrd="0" destOrd="0" presId="urn:microsoft.com/office/officeart/2005/8/layout/process1"/>
    <dgm:cxn modelId="{26FA8D5C-9E2D-43A2-86DB-EE2A3FA661CA}" type="presOf" srcId="{A97DF006-03C2-4032-A233-78BD76A63D3D}" destId="{EAD196ED-2637-4521-AC20-12D40696FBB7}" srcOrd="1" destOrd="0" presId="urn:microsoft.com/office/officeart/2005/8/layout/process1"/>
    <dgm:cxn modelId="{A3436A63-0B7B-4E1F-9868-5311457F2073}" srcId="{E3F7B911-0DB8-46F7-A6CB-A937DE7F5972}" destId="{A38E3FB1-74C2-416C-962C-208A8CC26451}" srcOrd="3" destOrd="0" parTransId="{9E752F19-DAF8-4077-BC1B-196EAE64B4D1}" sibTransId="{BCA34D4F-D34A-4E7F-8060-EE5CDCEDEBC9}"/>
    <dgm:cxn modelId="{8C6FAC44-1A20-4525-8EB8-2F9740001F7B}" type="presOf" srcId="{4ED935BC-B6F4-4023-8157-90A00E4288D9}" destId="{69C0042D-507E-4F9E-94A8-E94955ADB76F}" srcOrd="0" destOrd="2" presId="urn:microsoft.com/office/officeart/2005/8/layout/process1"/>
    <dgm:cxn modelId="{D680D866-82DC-42E8-93B4-13F314842A5A}" type="presOf" srcId="{66FFFF39-03D1-479F-A004-0C1A91BCD012}" destId="{7807F26B-8DA3-4C05-AC81-9B09DFFBB862}" srcOrd="0" destOrd="1" presId="urn:microsoft.com/office/officeart/2005/8/layout/process1"/>
    <dgm:cxn modelId="{C99CE768-EC43-4487-A92D-7422C1A1183F}" type="presOf" srcId="{FF9F707B-CECE-4E78-99EB-914DC0A31ECF}" destId="{0941CEB6-4744-4A4C-B3F9-AE9B3291FC66}" srcOrd="0" destOrd="1" presId="urn:microsoft.com/office/officeart/2005/8/layout/process1"/>
    <dgm:cxn modelId="{9D26AD6A-9892-4AC4-A58F-4C551EC94151}" srcId="{43DA3B73-85CC-44C7-99AF-E8675AAB11F1}" destId="{A992AD57-2B29-405E-A673-4C8FE2DCB2F0}" srcOrd="0" destOrd="0" parTransId="{A107BC28-DE52-4594-8495-7F55B444C020}" sibTransId="{E8BD408A-94EB-4640-B731-4BB67C578ABF}"/>
    <dgm:cxn modelId="{BB46DB6A-79CE-4A48-9BD1-A2DD18A4D36D}" type="presOf" srcId="{E3F7B911-0DB8-46F7-A6CB-A937DE7F5972}" destId="{33C77B4B-AC4C-4101-BE80-BB3417553860}" srcOrd="0" destOrd="0" presId="urn:microsoft.com/office/officeart/2005/8/layout/process1"/>
    <dgm:cxn modelId="{2067A66C-5E78-49CD-BF13-380CF2200C11}" type="presOf" srcId="{BCA34D4F-D34A-4E7F-8060-EE5CDCEDEBC9}" destId="{54FB4166-E42F-4144-9064-5D0A6108B512}" srcOrd="1" destOrd="0" presId="urn:microsoft.com/office/officeart/2005/8/layout/process1"/>
    <dgm:cxn modelId="{131F2674-DD6F-469D-917E-E2EE098B29BC}" srcId="{E3F7B911-0DB8-46F7-A6CB-A937DE7F5972}" destId="{43DA3B73-85CC-44C7-99AF-E8675AAB11F1}" srcOrd="0" destOrd="0" parTransId="{9F019D3D-4D19-4593-B070-40268D2F2EB5}" sibTransId="{A3169168-C8F4-4A32-9005-27C2332994A7}"/>
    <dgm:cxn modelId="{541F8A77-0852-4130-A267-CB2C1482A6E8}" type="presOf" srcId="{E97D0C73-F383-4117-A7E5-7A3FF09471D3}" destId="{42963792-B266-4648-A606-495C07C981FB}" srcOrd="0" destOrd="0" presId="urn:microsoft.com/office/officeart/2005/8/layout/process1"/>
    <dgm:cxn modelId="{78861782-068A-488A-B1C5-09CC575B5D80}" srcId="{E3F7B911-0DB8-46F7-A6CB-A937DE7F5972}" destId="{360C9A48-81FE-4D65-9516-B232CA206B0B}" srcOrd="2" destOrd="0" parTransId="{0B625C4F-CCA9-4175-983E-88805D77AAC5}" sibTransId="{E97D0C73-F383-4117-A7E5-7A3FF09471D3}"/>
    <dgm:cxn modelId="{CCB86B93-3845-428F-8411-A023AC4BDDEB}" srcId="{2063F73A-6D48-4171-9BCC-3A5159FCFBE3}" destId="{66FFFF39-03D1-479F-A004-0C1A91BCD012}" srcOrd="0" destOrd="0" parTransId="{4A5EDA08-68C0-4719-B835-6AECC589A5D1}" sibTransId="{775A41F0-E2CD-483C-948E-4C4DCDBE23C6}"/>
    <dgm:cxn modelId="{17E4239A-DE32-4B78-BE06-CFE7B8B50D59}" srcId="{ADFB60DE-7B6B-42C9-98FD-F94B3F204B4D}" destId="{801389A1-08AD-4217-99F1-17D044229FA0}" srcOrd="0" destOrd="0" parTransId="{BC314620-F755-43B8-B2B8-D38FEAD5BE47}" sibTransId="{9C7BD2E7-B2D7-4F25-A967-AB9E699AD0E3}"/>
    <dgm:cxn modelId="{150939AA-2A95-4B47-BDB9-FCBABC3FCAF5}" srcId="{E3F7B911-0DB8-46F7-A6CB-A937DE7F5972}" destId="{ADFB60DE-7B6B-42C9-98FD-F94B3F204B4D}" srcOrd="1" destOrd="0" parTransId="{A671AC3F-4FF4-419F-B14B-178228C3B3F5}" sibTransId="{A97DF006-03C2-4032-A233-78BD76A63D3D}"/>
    <dgm:cxn modelId="{881D80AA-1DB5-4D05-B4BE-DEB9948C817E}" type="presOf" srcId="{A3169168-C8F4-4A32-9005-27C2332994A7}" destId="{8C1AB374-B3F6-4375-BF8E-0EF0B9A03D5F}" srcOrd="1" destOrd="0" presId="urn:microsoft.com/office/officeart/2005/8/layout/process1"/>
    <dgm:cxn modelId="{78A882AF-41EB-40C3-8636-7416EA57980A}" srcId="{A992AD57-2B29-405E-A673-4C8FE2DCB2F0}" destId="{C9BC02D3-DAF3-483D-B2B5-6A810A3E5D23}" srcOrd="1" destOrd="0" parTransId="{0D7DD7AB-4B3F-4B26-9699-8D069D27EBFE}" sibTransId="{14A04E87-4E78-4857-8660-A2A290C3C448}"/>
    <dgm:cxn modelId="{E38AD1BC-B1F2-48A3-9F4E-9F4B093FDAEC}" type="presOf" srcId="{43DA3B73-85CC-44C7-99AF-E8675AAB11F1}" destId="{69C0042D-507E-4F9E-94A8-E94955ADB76F}" srcOrd="0" destOrd="0" presId="urn:microsoft.com/office/officeart/2005/8/layout/process1"/>
    <dgm:cxn modelId="{B714FBC5-D059-4484-9BC2-66EECB500B12}" type="presOf" srcId="{A992AD57-2B29-405E-A673-4C8FE2DCB2F0}" destId="{69C0042D-507E-4F9E-94A8-E94955ADB76F}" srcOrd="0" destOrd="1" presId="urn:microsoft.com/office/officeart/2005/8/layout/process1"/>
    <dgm:cxn modelId="{E20D28C7-268F-4C82-A0F1-EBBD25300B26}" type="presOf" srcId="{E97D0C73-F383-4117-A7E5-7A3FF09471D3}" destId="{C7FE0866-5A38-4AB6-9BDD-3EA0723D1400}" srcOrd="1" destOrd="0" presId="urn:microsoft.com/office/officeart/2005/8/layout/process1"/>
    <dgm:cxn modelId="{0DC4C7C8-8BFE-40E5-83C2-29B21DE73171}" type="presOf" srcId="{ADFB60DE-7B6B-42C9-98FD-F94B3F204B4D}" destId="{94DB21CA-9344-453D-8C21-40F12F0D3889}" srcOrd="0" destOrd="0" presId="urn:microsoft.com/office/officeart/2005/8/layout/process1"/>
    <dgm:cxn modelId="{AAC299C9-BA83-43E5-94A0-81B18092AFEC}" type="presOf" srcId="{5B1735AB-8363-41EB-A9A6-B25D2636DC13}" destId="{69C0042D-507E-4F9E-94A8-E94955ADB76F}" srcOrd="0" destOrd="5" presId="urn:microsoft.com/office/officeart/2005/8/layout/process1"/>
    <dgm:cxn modelId="{FEEA18CF-B05D-4F84-9B2B-A59126D73B0B}" srcId="{A38E3FB1-74C2-416C-962C-208A8CC26451}" destId="{FF9F707B-CECE-4E78-99EB-914DC0A31ECF}" srcOrd="0" destOrd="0" parTransId="{FB17E8DF-B400-423B-9CB4-4C38E1A393D0}" sibTransId="{1B2FE90C-EAEA-4A43-A64F-69ABBDDABCEB}"/>
    <dgm:cxn modelId="{AB8346D2-7479-4A8A-9B9E-3E06B25A4101}" type="presOf" srcId="{801389A1-08AD-4217-99F1-17D044229FA0}" destId="{94DB21CA-9344-453D-8C21-40F12F0D3889}" srcOrd="0" destOrd="1" presId="urn:microsoft.com/office/officeart/2005/8/layout/process1"/>
    <dgm:cxn modelId="{7A7BB4F0-1C5C-48CB-8901-89C2F8777FD9}" srcId="{A992AD57-2B29-405E-A673-4C8FE2DCB2F0}" destId="{4ED935BC-B6F4-4023-8157-90A00E4288D9}" srcOrd="0" destOrd="0" parTransId="{770B9806-9CD8-4654-A8B8-3D70D0747D19}" sibTransId="{615EA72B-289C-47B9-87A6-D11B04775F76}"/>
    <dgm:cxn modelId="{66DE21FB-DA00-48E7-8841-EB738D68F62C}" srcId="{A992AD57-2B29-405E-A673-4C8FE2DCB2F0}" destId="{5B1735AB-8363-41EB-A9A6-B25D2636DC13}" srcOrd="3" destOrd="0" parTransId="{258247BB-E99C-4C40-A6F3-2BCFF7F3F021}" sibTransId="{A1728D92-C6B8-42BE-B7DA-7498106C25C1}"/>
    <dgm:cxn modelId="{CD2010FC-CBD9-4366-BBB7-A2370EB4C245}" srcId="{A992AD57-2B29-405E-A673-4C8FE2DCB2F0}" destId="{0F52510D-04B1-43CC-97FD-7BBD63C4D854}" srcOrd="2" destOrd="0" parTransId="{7A0826B7-80B0-4499-9F07-B0CEFEBCCB15}" sibTransId="{000FE71D-E956-498B-A2D5-3FE5EE89E851}"/>
    <dgm:cxn modelId="{44EB4AFF-CFAA-4C07-A2E3-FCFCFC4805D0}" type="presOf" srcId="{B27230E2-A17D-4220-80FE-46D64297B343}" destId="{BCD86AF2-2522-4648-B7B2-23EC01768288}" srcOrd="0" destOrd="1" presId="urn:microsoft.com/office/officeart/2005/8/layout/process1"/>
    <dgm:cxn modelId="{A3EEBC4C-D696-420C-9548-292C5BAFC381}" type="presParOf" srcId="{33C77B4B-AC4C-4101-BE80-BB3417553860}" destId="{69C0042D-507E-4F9E-94A8-E94955ADB76F}" srcOrd="0" destOrd="0" presId="urn:microsoft.com/office/officeart/2005/8/layout/process1"/>
    <dgm:cxn modelId="{74064A54-7EF8-41C7-AE1A-BB20A8BAC8C0}" type="presParOf" srcId="{33C77B4B-AC4C-4101-BE80-BB3417553860}" destId="{C995A894-0AFA-453F-8460-3BDDD034C9F0}" srcOrd="1" destOrd="0" presId="urn:microsoft.com/office/officeart/2005/8/layout/process1"/>
    <dgm:cxn modelId="{42219523-EF2A-4B71-AADE-F502E30D150F}" type="presParOf" srcId="{C995A894-0AFA-453F-8460-3BDDD034C9F0}" destId="{8C1AB374-B3F6-4375-BF8E-0EF0B9A03D5F}" srcOrd="0" destOrd="0" presId="urn:microsoft.com/office/officeart/2005/8/layout/process1"/>
    <dgm:cxn modelId="{2E862AAC-1707-4857-9DE2-CB1A6192A062}" type="presParOf" srcId="{33C77B4B-AC4C-4101-BE80-BB3417553860}" destId="{94DB21CA-9344-453D-8C21-40F12F0D3889}" srcOrd="2" destOrd="0" presId="urn:microsoft.com/office/officeart/2005/8/layout/process1"/>
    <dgm:cxn modelId="{E56D702D-0BD3-45F5-9E8A-6285E21BF72E}" type="presParOf" srcId="{33C77B4B-AC4C-4101-BE80-BB3417553860}" destId="{60985EB9-42F5-4968-91E1-F1C3464F83DB}" srcOrd="3" destOrd="0" presId="urn:microsoft.com/office/officeart/2005/8/layout/process1"/>
    <dgm:cxn modelId="{89C02620-D853-4447-8CB1-200CE276630A}" type="presParOf" srcId="{60985EB9-42F5-4968-91E1-F1C3464F83DB}" destId="{EAD196ED-2637-4521-AC20-12D40696FBB7}" srcOrd="0" destOrd="0" presId="urn:microsoft.com/office/officeart/2005/8/layout/process1"/>
    <dgm:cxn modelId="{41356EBF-EA7A-4518-B314-C85465DD60D5}" type="presParOf" srcId="{33C77B4B-AC4C-4101-BE80-BB3417553860}" destId="{BCD86AF2-2522-4648-B7B2-23EC01768288}" srcOrd="4" destOrd="0" presId="urn:microsoft.com/office/officeart/2005/8/layout/process1"/>
    <dgm:cxn modelId="{FBE42AA9-721C-4844-B0F1-CCA2BAD003BC}" type="presParOf" srcId="{33C77B4B-AC4C-4101-BE80-BB3417553860}" destId="{42963792-B266-4648-A606-495C07C981FB}" srcOrd="5" destOrd="0" presId="urn:microsoft.com/office/officeart/2005/8/layout/process1"/>
    <dgm:cxn modelId="{33FB0A03-6E92-4F9C-8F36-2CA9B558087D}" type="presParOf" srcId="{42963792-B266-4648-A606-495C07C981FB}" destId="{C7FE0866-5A38-4AB6-9BDD-3EA0723D1400}" srcOrd="0" destOrd="0" presId="urn:microsoft.com/office/officeart/2005/8/layout/process1"/>
    <dgm:cxn modelId="{95CA412C-C13C-4F33-B878-9724F580FF8B}" type="presParOf" srcId="{33C77B4B-AC4C-4101-BE80-BB3417553860}" destId="{0941CEB6-4744-4A4C-B3F9-AE9B3291FC66}" srcOrd="6" destOrd="0" presId="urn:microsoft.com/office/officeart/2005/8/layout/process1"/>
    <dgm:cxn modelId="{1D45963A-9C3B-4EE7-8BAA-42AA1C291C18}" type="presParOf" srcId="{33C77B4B-AC4C-4101-BE80-BB3417553860}" destId="{2297CA2F-E4E3-4CAA-9DAC-31EBDE18A66E}" srcOrd="7" destOrd="0" presId="urn:microsoft.com/office/officeart/2005/8/layout/process1"/>
    <dgm:cxn modelId="{B786256B-F892-41CF-BC10-7B27DA60562C}" type="presParOf" srcId="{2297CA2F-E4E3-4CAA-9DAC-31EBDE18A66E}" destId="{54FB4166-E42F-4144-9064-5D0A6108B512}" srcOrd="0" destOrd="0" presId="urn:microsoft.com/office/officeart/2005/8/layout/process1"/>
    <dgm:cxn modelId="{046152D9-7E35-49B9-B8FD-DC77E07E82E9}" type="presParOf" srcId="{33C77B4B-AC4C-4101-BE80-BB3417553860}" destId="{7807F26B-8DA3-4C05-AC81-9B09DFFBB862}" srcOrd="8"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3F7B911-0DB8-46F7-A6CB-A937DE7F5972}" type="doc">
      <dgm:prSet loTypeId="urn:microsoft.com/office/officeart/2005/8/layout/process1" loCatId="process" qsTypeId="urn:microsoft.com/office/officeart/2005/8/quickstyle/simple5" qsCatId="simple" csTypeId="urn:microsoft.com/office/officeart/2005/8/colors/accent1_2" csCatId="accent1" phldr="1"/>
      <dgm:spPr/>
      <dgm:t>
        <a:bodyPr/>
        <a:lstStyle/>
        <a:p>
          <a:endParaRPr lang="en-US"/>
        </a:p>
      </dgm:t>
    </dgm:pt>
    <dgm:pt modelId="{43DA3B73-85CC-44C7-99AF-E8675AAB11F1}">
      <dgm:prSet phldrT="[Text]">
        <dgm:style>
          <a:lnRef idx="0">
            <a:schemeClr val="accent1"/>
          </a:lnRef>
          <a:fillRef idx="3">
            <a:schemeClr val="accent1"/>
          </a:fillRef>
          <a:effectRef idx="3">
            <a:schemeClr val="accent1"/>
          </a:effectRef>
          <a:fontRef idx="minor">
            <a:schemeClr val="lt1"/>
          </a:fontRef>
        </dgm:style>
      </dgm:prSet>
      <dgm:spPr/>
      <dgm:t>
        <a:bodyPr/>
        <a:lstStyle/>
        <a:p>
          <a:r>
            <a:rPr lang="en-US" b="1" dirty="0"/>
            <a:t>Requirement Gathering</a:t>
          </a:r>
        </a:p>
      </dgm:t>
    </dgm:pt>
    <dgm:pt modelId="{9F019D3D-4D19-4593-B070-40268D2F2EB5}" type="parTrans" cxnId="{131F2674-DD6F-469D-917E-E2EE098B29BC}">
      <dgm:prSet/>
      <dgm:spPr/>
      <dgm:t>
        <a:bodyPr/>
        <a:lstStyle/>
        <a:p>
          <a:endParaRPr lang="en-US"/>
        </a:p>
      </dgm:t>
    </dgm:pt>
    <dgm:pt modelId="{A3169168-C8F4-4A32-9005-27C2332994A7}" type="sibTrans" cxnId="{131F2674-DD6F-469D-917E-E2EE098B29BC}">
      <dgm:prSet/>
      <dgm:spPr/>
      <dgm:t>
        <a:bodyPr/>
        <a:lstStyle/>
        <a:p>
          <a:endParaRPr lang="en-US"/>
        </a:p>
      </dgm:t>
    </dgm:pt>
    <dgm:pt modelId="{360C9A48-81FE-4D65-9516-B232CA206B0B}">
      <dgm:prSet>
        <dgm:style>
          <a:lnRef idx="2">
            <a:schemeClr val="dk1"/>
          </a:lnRef>
          <a:fillRef idx="1">
            <a:schemeClr val="lt1"/>
          </a:fillRef>
          <a:effectRef idx="0">
            <a:schemeClr val="dk1"/>
          </a:effectRef>
          <a:fontRef idx="minor">
            <a:schemeClr val="dk1"/>
          </a:fontRef>
        </dgm:style>
      </dgm:prSet>
      <dgm:spPr/>
      <dgm:t>
        <a:bodyPr/>
        <a:lstStyle/>
        <a:p>
          <a:r>
            <a:rPr lang="en-US" b="1"/>
            <a:t>Logical Design</a:t>
          </a:r>
        </a:p>
      </dgm:t>
    </dgm:pt>
    <dgm:pt modelId="{0B625C4F-CCA9-4175-983E-88805D77AAC5}" type="parTrans" cxnId="{78861782-068A-488A-B1C5-09CC575B5D80}">
      <dgm:prSet/>
      <dgm:spPr/>
      <dgm:t>
        <a:bodyPr/>
        <a:lstStyle/>
        <a:p>
          <a:endParaRPr lang="en-US"/>
        </a:p>
      </dgm:t>
    </dgm:pt>
    <dgm:pt modelId="{E97D0C73-F383-4117-A7E5-7A3FF09471D3}" type="sibTrans" cxnId="{78861782-068A-488A-B1C5-09CC575B5D80}">
      <dgm:prSet/>
      <dgm:spPr/>
      <dgm:t>
        <a:bodyPr/>
        <a:lstStyle/>
        <a:p>
          <a:endParaRPr lang="en-US"/>
        </a:p>
      </dgm:t>
    </dgm:pt>
    <dgm:pt modelId="{A38E3FB1-74C2-416C-962C-208A8CC26451}">
      <dgm:prSet>
        <dgm:style>
          <a:lnRef idx="2">
            <a:schemeClr val="accent5"/>
          </a:lnRef>
          <a:fillRef idx="1">
            <a:schemeClr val="lt1"/>
          </a:fillRef>
          <a:effectRef idx="0">
            <a:schemeClr val="accent5"/>
          </a:effectRef>
          <a:fontRef idx="minor">
            <a:schemeClr val="dk1"/>
          </a:fontRef>
        </dgm:style>
      </dgm:prSet>
      <dgm:spPr/>
      <dgm:t>
        <a:bodyPr/>
        <a:lstStyle/>
        <a:p>
          <a:r>
            <a:rPr lang="en-US" b="1"/>
            <a:t>Physical Design</a:t>
          </a:r>
        </a:p>
      </dgm:t>
    </dgm:pt>
    <dgm:pt modelId="{9E752F19-DAF8-4077-BC1B-196EAE64B4D1}" type="parTrans" cxnId="{A3436A63-0B7B-4E1F-9868-5311457F2073}">
      <dgm:prSet/>
      <dgm:spPr/>
      <dgm:t>
        <a:bodyPr/>
        <a:lstStyle/>
        <a:p>
          <a:endParaRPr lang="en-US"/>
        </a:p>
      </dgm:t>
    </dgm:pt>
    <dgm:pt modelId="{BCA34D4F-D34A-4E7F-8060-EE5CDCEDEBC9}" type="sibTrans" cxnId="{A3436A63-0B7B-4E1F-9868-5311457F2073}">
      <dgm:prSet/>
      <dgm:spPr/>
      <dgm:t>
        <a:bodyPr/>
        <a:lstStyle/>
        <a:p>
          <a:endParaRPr lang="en-US"/>
        </a:p>
      </dgm:t>
    </dgm:pt>
    <dgm:pt modelId="{2063F73A-6D48-4171-9BCC-3A5159FCFBE3}">
      <dgm:prSet>
        <dgm:style>
          <a:lnRef idx="2">
            <a:schemeClr val="accent5"/>
          </a:lnRef>
          <a:fillRef idx="1">
            <a:schemeClr val="lt1"/>
          </a:fillRef>
          <a:effectRef idx="0">
            <a:schemeClr val="accent5"/>
          </a:effectRef>
          <a:fontRef idx="minor">
            <a:schemeClr val="dk1"/>
          </a:fontRef>
        </dgm:style>
      </dgm:prSet>
      <dgm:spPr/>
      <dgm:t>
        <a:bodyPr/>
        <a:lstStyle/>
        <a:p>
          <a:r>
            <a:rPr lang="en-US" b="1"/>
            <a:t>Installation and Maintenance</a:t>
          </a:r>
        </a:p>
      </dgm:t>
    </dgm:pt>
    <dgm:pt modelId="{25077567-7832-4BBF-8124-97EF66740E53}" type="parTrans" cxnId="{4AD42824-2F58-47D8-B6AC-498408ADB519}">
      <dgm:prSet/>
      <dgm:spPr/>
      <dgm:t>
        <a:bodyPr/>
        <a:lstStyle/>
        <a:p>
          <a:endParaRPr lang="en-US"/>
        </a:p>
      </dgm:t>
    </dgm:pt>
    <dgm:pt modelId="{DE743DFC-3175-4315-B0E1-7CE8009342DB}" type="sibTrans" cxnId="{4AD42824-2F58-47D8-B6AC-498408ADB519}">
      <dgm:prSet/>
      <dgm:spPr/>
      <dgm:t>
        <a:bodyPr/>
        <a:lstStyle/>
        <a:p>
          <a:endParaRPr lang="en-US"/>
        </a:p>
      </dgm:t>
    </dgm:pt>
    <dgm:pt modelId="{ADFB60DE-7B6B-42C9-98FD-F94B3F204B4D}">
      <dgm:prSet>
        <dgm:style>
          <a:lnRef idx="2">
            <a:schemeClr val="dk1"/>
          </a:lnRef>
          <a:fillRef idx="1">
            <a:schemeClr val="lt1"/>
          </a:fillRef>
          <a:effectRef idx="0">
            <a:schemeClr val="dk1"/>
          </a:effectRef>
          <a:fontRef idx="minor">
            <a:schemeClr val="dk1"/>
          </a:fontRef>
        </dgm:style>
      </dgm:prSet>
      <dgm:spPr/>
      <dgm:t>
        <a:bodyPr/>
        <a:lstStyle/>
        <a:p>
          <a:r>
            <a:rPr lang="en-US" b="1" dirty="0"/>
            <a:t>Analysis</a:t>
          </a:r>
        </a:p>
      </dgm:t>
    </dgm:pt>
    <dgm:pt modelId="{A97DF006-03C2-4032-A233-78BD76A63D3D}" type="sibTrans" cxnId="{150939AA-2A95-4B47-BDB9-FCBABC3FCAF5}">
      <dgm:prSet/>
      <dgm:spPr/>
      <dgm:t>
        <a:bodyPr/>
        <a:lstStyle/>
        <a:p>
          <a:endParaRPr lang="en-US"/>
        </a:p>
      </dgm:t>
    </dgm:pt>
    <dgm:pt modelId="{A671AC3F-4FF4-419F-B14B-178228C3B3F5}" type="parTrans" cxnId="{150939AA-2A95-4B47-BDB9-FCBABC3FCAF5}">
      <dgm:prSet/>
      <dgm:spPr/>
      <dgm:t>
        <a:bodyPr/>
        <a:lstStyle/>
        <a:p>
          <a:endParaRPr lang="en-US"/>
        </a:p>
      </dgm:t>
    </dgm:pt>
    <dgm:pt modelId="{A992AD57-2B29-405E-A673-4C8FE2DCB2F0}">
      <dgm:prSet>
        <dgm:style>
          <a:lnRef idx="0">
            <a:schemeClr val="accent1"/>
          </a:lnRef>
          <a:fillRef idx="3">
            <a:schemeClr val="accent1"/>
          </a:fillRef>
          <a:effectRef idx="3">
            <a:schemeClr val="accent1"/>
          </a:effectRef>
          <a:fontRef idx="minor">
            <a:schemeClr val="lt1"/>
          </a:fontRef>
        </dgm:style>
      </dgm:prSet>
      <dgm:spPr/>
      <dgm:t>
        <a:bodyPr/>
        <a:lstStyle/>
        <a:p>
          <a:r>
            <a:rPr lang="en-US"/>
            <a:t>Determine needs of: </a:t>
          </a:r>
        </a:p>
      </dgm:t>
    </dgm:pt>
    <dgm:pt modelId="{A107BC28-DE52-4594-8495-7F55B444C020}" type="parTrans" cxnId="{9D26AD6A-9892-4AC4-A58F-4C551EC94151}">
      <dgm:prSet/>
      <dgm:spPr/>
      <dgm:t>
        <a:bodyPr/>
        <a:lstStyle/>
        <a:p>
          <a:endParaRPr lang="en-US"/>
        </a:p>
      </dgm:t>
    </dgm:pt>
    <dgm:pt modelId="{E8BD408A-94EB-4640-B731-4BB67C578ABF}" type="sibTrans" cxnId="{9D26AD6A-9892-4AC4-A58F-4C551EC94151}">
      <dgm:prSet/>
      <dgm:spPr/>
      <dgm:t>
        <a:bodyPr/>
        <a:lstStyle/>
        <a:p>
          <a:endParaRPr lang="en-US"/>
        </a:p>
      </dgm:t>
    </dgm:pt>
    <dgm:pt modelId="{4ED935BC-B6F4-4023-8157-90A00E4288D9}">
      <dgm:prSet>
        <dgm:style>
          <a:lnRef idx="0">
            <a:schemeClr val="accent1"/>
          </a:lnRef>
          <a:fillRef idx="3">
            <a:schemeClr val="accent1"/>
          </a:fillRef>
          <a:effectRef idx="3">
            <a:schemeClr val="accent1"/>
          </a:effectRef>
          <a:fontRef idx="minor">
            <a:schemeClr val="lt1"/>
          </a:fontRef>
        </dgm:style>
      </dgm:prSet>
      <dgm:spPr/>
      <dgm:t>
        <a:bodyPr/>
        <a:lstStyle/>
        <a:p>
          <a:r>
            <a:rPr lang="en-US"/>
            <a:t>Business</a:t>
          </a:r>
        </a:p>
      </dgm:t>
    </dgm:pt>
    <dgm:pt modelId="{770B9806-9CD8-4654-A8B8-3D70D0747D19}" type="parTrans" cxnId="{7A7BB4F0-1C5C-48CB-8901-89C2F8777FD9}">
      <dgm:prSet/>
      <dgm:spPr/>
      <dgm:t>
        <a:bodyPr/>
        <a:lstStyle/>
        <a:p>
          <a:endParaRPr lang="en-US"/>
        </a:p>
      </dgm:t>
    </dgm:pt>
    <dgm:pt modelId="{615EA72B-289C-47B9-87A6-D11B04775F76}" type="sibTrans" cxnId="{7A7BB4F0-1C5C-48CB-8901-89C2F8777FD9}">
      <dgm:prSet/>
      <dgm:spPr/>
      <dgm:t>
        <a:bodyPr/>
        <a:lstStyle/>
        <a:p>
          <a:endParaRPr lang="en-US"/>
        </a:p>
      </dgm:t>
    </dgm:pt>
    <dgm:pt modelId="{C9BC02D3-DAF3-483D-B2B5-6A810A3E5D23}">
      <dgm:prSet>
        <dgm:style>
          <a:lnRef idx="0">
            <a:schemeClr val="accent1"/>
          </a:lnRef>
          <a:fillRef idx="3">
            <a:schemeClr val="accent1"/>
          </a:fillRef>
          <a:effectRef idx="3">
            <a:schemeClr val="accent1"/>
          </a:effectRef>
          <a:fontRef idx="minor">
            <a:schemeClr val="lt1"/>
          </a:fontRef>
        </dgm:style>
      </dgm:prSet>
      <dgm:spPr/>
      <dgm:t>
        <a:bodyPr/>
        <a:lstStyle/>
        <a:p>
          <a:r>
            <a:rPr lang="en-US"/>
            <a:t>Users</a:t>
          </a:r>
        </a:p>
      </dgm:t>
    </dgm:pt>
    <dgm:pt modelId="{0D7DD7AB-4B3F-4B26-9699-8D069D27EBFE}" type="parTrans" cxnId="{78A882AF-41EB-40C3-8636-7416EA57980A}">
      <dgm:prSet/>
      <dgm:spPr/>
      <dgm:t>
        <a:bodyPr/>
        <a:lstStyle/>
        <a:p>
          <a:endParaRPr lang="en-US"/>
        </a:p>
      </dgm:t>
    </dgm:pt>
    <dgm:pt modelId="{14A04E87-4E78-4857-8660-A2A290C3C448}" type="sibTrans" cxnId="{78A882AF-41EB-40C3-8636-7416EA57980A}">
      <dgm:prSet/>
      <dgm:spPr/>
      <dgm:t>
        <a:bodyPr/>
        <a:lstStyle/>
        <a:p>
          <a:endParaRPr lang="en-US"/>
        </a:p>
      </dgm:t>
    </dgm:pt>
    <dgm:pt modelId="{0F52510D-04B1-43CC-97FD-7BBD63C4D854}">
      <dgm:prSet>
        <dgm:style>
          <a:lnRef idx="0">
            <a:schemeClr val="accent1"/>
          </a:lnRef>
          <a:fillRef idx="3">
            <a:schemeClr val="accent1"/>
          </a:fillRef>
          <a:effectRef idx="3">
            <a:schemeClr val="accent1"/>
          </a:effectRef>
          <a:fontRef idx="minor">
            <a:schemeClr val="lt1"/>
          </a:fontRef>
        </dgm:style>
      </dgm:prSet>
      <dgm:spPr/>
      <dgm:t>
        <a:bodyPr/>
        <a:lstStyle/>
        <a:p>
          <a:r>
            <a:rPr lang="en-US"/>
            <a:t>Applications</a:t>
          </a:r>
        </a:p>
      </dgm:t>
    </dgm:pt>
    <dgm:pt modelId="{7A0826B7-80B0-4499-9F07-B0CEFEBCCB15}" type="parTrans" cxnId="{CD2010FC-CBD9-4366-BBB7-A2370EB4C245}">
      <dgm:prSet/>
      <dgm:spPr/>
      <dgm:t>
        <a:bodyPr/>
        <a:lstStyle/>
        <a:p>
          <a:endParaRPr lang="en-US"/>
        </a:p>
      </dgm:t>
    </dgm:pt>
    <dgm:pt modelId="{000FE71D-E956-498B-A2D5-3FE5EE89E851}" type="sibTrans" cxnId="{CD2010FC-CBD9-4366-BBB7-A2370EB4C245}">
      <dgm:prSet/>
      <dgm:spPr/>
      <dgm:t>
        <a:bodyPr/>
        <a:lstStyle/>
        <a:p>
          <a:endParaRPr lang="en-US"/>
        </a:p>
      </dgm:t>
    </dgm:pt>
    <dgm:pt modelId="{5B1735AB-8363-41EB-A9A6-B25D2636DC13}">
      <dgm:prSet>
        <dgm:style>
          <a:lnRef idx="0">
            <a:schemeClr val="accent1"/>
          </a:lnRef>
          <a:fillRef idx="3">
            <a:schemeClr val="accent1"/>
          </a:fillRef>
          <a:effectRef idx="3">
            <a:schemeClr val="accent1"/>
          </a:effectRef>
          <a:fontRef idx="minor">
            <a:schemeClr val="lt1"/>
          </a:fontRef>
        </dgm:style>
      </dgm:prSet>
      <dgm:spPr/>
      <dgm:t>
        <a:bodyPr/>
        <a:lstStyle/>
        <a:p>
          <a:r>
            <a:rPr lang="en-US"/>
            <a:t>Network</a:t>
          </a:r>
        </a:p>
      </dgm:t>
    </dgm:pt>
    <dgm:pt modelId="{258247BB-E99C-4C40-A6F3-2BCFF7F3F021}" type="parTrans" cxnId="{66DE21FB-DA00-48E7-8841-EB738D68F62C}">
      <dgm:prSet/>
      <dgm:spPr/>
      <dgm:t>
        <a:bodyPr/>
        <a:lstStyle/>
        <a:p>
          <a:endParaRPr lang="en-US"/>
        </a:p>
      </dgm:t>
    </dgm:pt>
    <dgm:pt modelId="{A1728D92-C6B8-42BE-B7DA-7498106C25C1}" type="sibTrans" cxnId="{66DE21FB-DA00-48E7-8841-EB738D68F62C}">
      <dgm:prSet/>
      <dgm:spPr/>
      <dgm:t>
        <a:bodyPr/>
        <a:lstStyle/>
        <a:p>
          <a:endParaRPr lang="en-US"/>
        </a:p>
      </dgm:t>
    </dgm:pt>
    <dgm:pt modelId="{801389A1-08AD-4217-99F1-17D044229FA0}">
      <dgm:prSet>
        <dgm:style>
          <a:lnRef idx="2">
            <a:schemeClr val="dk1"/>
          </a:lnRef>
          <a:fillRef idx="1">
            <a:schemeClr val="lt1"/>
          </a:fillRef>
          <a:effectRef idx="0">
            <a:schemeClr val="dk1"/>
          </a:effectRef>
          <a:fontRef idx="minor">
            <a:schemeClr val="dk1"/>
          </a:fontRef>
        </dgm:style>
      </dgm:prSet>
      <dgm:spPr/>
      <dgm:t>
        <a:bodyPr/>
        <a:lstStyle/>
        <a:p>
          <a:r>
            <a:rPr lang="en-US"/>
            <a:t>Estimate and measure traffic and device utilization</a:t>
          </a:r>
        </a:p>
      </dgm:t>
    </dgm:pt>
    <dgm:pt modelId="{BC314620-F755-43B8-B2B8-D38FEAD5BE47}" type="parTrans" cxnId="{17E4239A-DE32-4B78-BE06-CFE7B8B50D59}">
      <dgm:prSet/>
      <dgm:spPr/>
      <dgm:t>
        <a:bodyPr/>
        <a:lstStyle/>
        <a:p>
          <a:endParaRPr lang="en-US"/>
        </a:p>
      </dgm:t>
    </dgm:pt>
    <dgm:pt modelId="{9C7BD2E7-B2D7-4F25-A967-AB9E699AD0E3}" type="sibTrans" cxnId="{17E4239A-DE32-4B78-BE06-CFE7B8B50D59}">
      <dgm:prSet/>
      <dgm:spPr/>
      <dgm:t>
        <a:bodyPr/>
        <a:lstStyle/>
        <a:p>
          <a:endParaRPr lang="en-US"/>
        </a:p>
      </dgm:t>
    </dgm:pt>
    <dgm:pt modelId="{B27230E2-A17D-4220-80FE-46D64297B343}">
      <dgm:prSet>
        <dgm:style>
          <a:lnRef idx="2">
            <a:schemeClr val="dk1"/>
          </a:lnRef>
          <a:fillRef idx="1">
            <a:schemeClr val="lt1"/>
          </a:fillRef>
          <a:effectRef idx="0">
            <a:schemeClr val="dk1"/>
          </a:effectRef>
          <a:fontRef idx="minor">
            <a:schemeClr val="dk1"/>
          </a:fontRef>
        </dgm:style>
      </dgm:prSet>
      <dgm:spPr/>
      <dgm:t>
        <a:bodyPr/>
        <a:lstStyle/>
        <a:p>
          <a:r>
            <a:rPr lang="en-US"/>
            <a:t>Choose technologies that meet the requirements</a:t>
          </a:r>
        </a:p>
      </dgm:t>
    </dgm:pt>
    <dgm:pt modelId="{D985146F-41BC-41F7-BD5A-34637F24A6B1}" type="parTrans" cxnId="{E1DB8706-943A-41DE-857B-FD1004514511}">
      <dgm:prSet/>
      <dgm:spPr/>
      <dgm:t>
        <a:bodyPr/>
        <a:lstStyle/>
        <a:p>
          <a:endParaRPr lang="en-US"/>
        </a:p>
      </dgm:t>
    </dgm:pt>
    <dgm:pt modelId="{1D9A2E75-6B4A-4BA3-BDC6-C1C8E25DEF5F}" type="sibTrans" cxnId="{E1DB8706-943A-41DE-857B-FD1004514511}">
      <dgm:prSet/>
      <dgm:spPr/>
      <dgm:t>
        <a:bodyPr/>
        <a:lstStyle/>
        <a:p>
          <a:endParaRPr lang="en-US"/>
        </a:p>
      </dgm:t>
    </dgm:pt>
    <dgm:pt modelId="{FF9F707B-CECE-4E78-99EB-914DC0A31ECF}">
      <dgm:prSet>
        <dgm:style>
          <a:lnRef idx="2">
            <a:schemeClr val="accent5"/>
          </a:lnRef>
          <a:fillRef idx="1">
            <a:schemeClr val="lt1"/>
          </a:fillRef>
          <a:effectRef idx="0">
            <a:schemeClr val="accent5"/>
          </a:effectRef>
          <a:fontRef idx="minor">
            <a:schemeClr val="dk1"/>
          </a:fontRef>
        </dgm:style>
      </dgm:prSet>
      <dgm:spPr/>
      <dgm:t>
        <a:bodyPr/>
        <a:lstStyle/>
        <a:p>
          <a:r>
            <a:rPr lang="en-US"/>
            <a:t>Apply the Logical Design to the physical space</a:t>
          </a:r>
        </a:p>
      </dgm:t>
    </dgm:pt>
    <dgm:pt modelId="{FB17E8DF-B400-423B-9CB4-4C38E1A393D0}" type="parTrans" cxnId="{FEEA18CF-B05D-4F84-9B2B-A59126D73B0B}">
      <dgm:prSet/>
      <dgm:spPr/>
      <dgm:t>
        <a:bodyPr/>
        <a:lstStyle/>
        <a:p>
          <a:endParaRPr lang="en-US"/>
        </a:p>
      </dgm:t>
    </dgm:pt>
    <dgm:pt modelId="{1B2FE90C-EAEA-4A43-A64F-69ABBDDABCEB}" type="sibTrans" cxnId="{FEEA18CF-B05D-4F84-9B2B-A59126D73B0B}">
      <dgm:prSet/>
      <dgm:spPr/>
      <dgm:t>
        <a:bodyPr/>
        <a:lstStyle/>
        <a:p>
          <a:endParaRPr lang="en-US"/>
        </a:p>
      </dgm:t>
    </dgm:pt>
    <dgm:pt modelId="{66FFFF39-03D1-479F-A004-0C1A91BCD012}">
      <dgm:prSet>
        <dgm:style>
          <a:lnRef idx="2">
            <a:schemeClr val="accent5"/>
          </a:lnRef>
          <a:fillRef idx="1">
            <a:schemeClr val="lt1"/>
          </a:fillRef>
          <a:effectRef idx="0">
            <a:schemeClr val="accent5"/>
          </a:effectRef>
          <a:fontRef idx="minor">
            <a:schemeClr val="dk1"/>
          </a:fontRef>
        </dgm:style>
      </dgm:prSet>
      <dgm:spPr/>
      <dgm:t>
        <a:bodyPr/>
        <a:lstStyle/>
        <a:p>
          <a:r>
            <a:rPr lang="en-US"/>
            <a:t>Implement the Physical Design</a:t>
          </a:r>
        </a:p>
      </dgm:t>
    </dgm:pt>
    <dgm:pt modelId="{4A5EDA08-68C0-4719-B835-6AECC589A5D1}" type="parTrans" cxnId="{CCB86B93-3845-428F-8411-A023AC4BDDEB}">
      <dgm:prSet/>
      <dgm:spPr/>
      <dgm:t>
        <a:bodyPr/>
        <a:lstStyle/>
        <a:p>
          <a:endParaRPr lang="en-US"/>
        </a:p>
      </dgm:t>
    </dgm:pt>
    <dgm:pt modelId="{775A41F0-E2CD-483C-948E-4C4DCDBE23C6}" type="sibTrans" cxnId="{CCB86B93-3845-428F-8411-A023AC4BDDEB}">
      <dgm:prSet/>
      <dgm:spPr/>
      <dgm:t>
        <a:bodyPr/>
        <a:lstStyle/>
        <a:p>
          <a:endParaRPr lang="en-US"/>
        </a:p>
      </dgm:t>
    </dgm:pt>
    <dgm:pt modelId="{33C77B4B-AC4C-4101-BE80-BB3417553860}" type="pres">
      <dgm:prSet presAssocID="{E3F7B911-0DB8-46F7-A6CB-A937DE7F5972}" presName="Name0" presStyleCnt="0">
        <dgm:presLayoutVars>
          <dgm:dir/>
          <dgm:resizeHandles val="exact"/>
        </dgm:presLayoutVars>
      </dgm:prSet>
      <dgm:spPr/>
    </dgm:pt>
    <dgm:pt modelId="{69C0042D-507E-4F9E-94A8-E94955ADB76F}" type="pres">
      <dgm:prSet presAssocID="{43DA3B73-85CC-44C7-99AF-E8675AAB11F1}" presName="node" presStyleLbl="node1" presStyleIdx="0" presStyleCnt="5">
        <dgm:presLayoutVars>
          <dgm:bulletEnabled val="1"/>
        </dgm:presLayoutVars>
      </dgm:prSet>
      <dgm:spPr/>
    </dgm:pt>
    <dgm:pt modelId="{C995A894-0AFA-453F-8460-3BDDD034C9F0}" type="pres">
      <dgm:prSet presAssocID="{A3169168-C8F4-4A32-9005-27C2332994A7}" presName="sibTrans" presStyleLbl="sibTrans2D1" presStyleIdx="0" presStyleCnt="4"/>
      <dgm:spPr/>
    </dgm:pt>
    <dgm:pt modelId="{8C1AB374-B3F6-4375-BF8E-0EF0B9A03D5F}" type="pres">
      <dgm:prSet presAssocID="{A3169168-C8F4-4A32-9005-27C2332994A7}" presName="connectorText" presStyleLbl="sibTrans2D1" presStyleIdx="0" presStyleCnt="4"/>
      <dgm:spPr/>
    </dgm:pt>
    <dgm:pt modelId="{94DB21CA-9344-453D-8C21-40F12F0D3889}" type="pres">
      <dgm:prSet presAssocID="{ADFB60DE-7B6B-42C9-98FD-F94B3F204B4D}" presName="node" presStyleLbl="node1" presStyleIdx="1" presStyleCnt="5">
        <dgm:presLayoutVars>
          <dgm:bulletEnabled val="1"/>
        </dgm:presLayoutVars>
      </dgm:prSet>
      <dgm:spPr/>
    </dgm:pt>
    <dgm:pt modelId="{60985EB9-42F5-4968-91E1-F1C3464F83DB}" type="pres">
      <dgm:prSet presAssocID="{A97DF006-03C2-4032-A233-78BD76A63D3D}" presName="sibTrans" presStyleLbl="sibTrans2D1" presStyleIdx="1" presStyleCnt="4"/>
      <dgm:spPr/>
    </dgm:pt>
    <dgm:pt modelId="{EAD196ED-2637-4521-AC20-12D40696FBB7}" type="pres">
      <dgm:prSet presAssocID="{A97DF006-03C2-4032-A233-78BD76A63D3D}" presName="connectorText" presStyleLbl="sibTrans2D1" presStyleIdx="1" presStyleCnt="4"/>
      <dgm:spPr/>
    </dgm:pt>
    <dgm:pt modelId="{BCD86AF2-2522-4648-B7B2-23EC01768288}" type="pres">
      <dgm:prSet presAssocID="{360C9A48-81FE-4D65-9516-B232CA206B0B}" presName="node" presStyleLbl="node1" presStyleIdx="2" presStyleCnt="5">
        <dgm:presLayoutVars>
          <dgm:bulletEnabled val="1"/>
        </dgm:presLayoutVars>
      </dgm:prSet>
      <dgm:spPr/>
    </dgm:pt>
    <dgm:pt modelId="{42963792-B266-4648-A606-495C07C981FB}" type="pres">
      <dgm:prSet presAssocID="{E97D0C73-F383-4117-A7E5-7A3FF09471D3}" presName="sibTrans" presStyleLbl="sibTrans2D1" presStyleIdx="2" presStyleCnt="4"/>
      <dgm:spPr/>
    </dgm:pt>
    <dgm:pt modelId="{C7FE0866-5A38-4AB6-9BDD-3EA0723D1400}" type="pres">
      <dgm:prSet presAssocID="{E97D0C73-F383-4117-A7E5-7A3FF09471D3}" presName="connectorText" presStyleLbl="sibTrans2D1" presStyleIdx="2" presStyleCnt="4"/>
      <dgm:spPr/>
    </dgm:pt>
    <dgm:pt modelId="{0941CEB6-4744-4A4C-B3F9-AE9B3291FC66}" type="pres">
      <dgm:prSet presAssocID="{A38E3FB1-74C2-416C-962C-208A8CC26451}" presName="node" presStyleLbl="node1" presStyleIdx="3" presStyleCnt="5">
        <dgm:presLayoutVars>
          <dgm:bulletEnabled val="1"/>
        </dgm:presLayoutVars>
      </dgm:prSet>
      <dgm:spPr/>
    </dgm:pt>
    <dgm:pt modelId="{2297CA2F-E4E3-4CAA-9DAC-31EBDE18A66E}" type="pres">
      <dgm:prSet presAssocID="{BCA34D4F-D34A-4E7F-8060-EE5CDCEDEBC9}" presName="sibTrans" presStyleLbl="sibTrans2D1" presStyleIdx="3" presStyleCnt="4"/>
      <dgm:spPr/>
    </dgm:pt>
    <dgm:pt modelId="{54FB4166-E42F-4144-9064-5D0A6108B512}" type="pres">
      <dgm:prSet presAssocID="{BCA34D4F-D34A-4E7F-8060-EE5CDCEDEBC9}" presName="connectorText" presStyleLbl="sibTrans2D1" presStyleIdx="3" presStyleCnt="4"/>
      <dgm:spPr/>
    </dgm:pt>
    <dgm:pt modelId="{7807F26B-8DA3-4C05-AC81-9B09DFFBB862}" type="pres">
      <dgm:prSet presAssocID="{2063F73A-6D48-4171-9BCC-3A5159FCFBE3}" presName="node" presStyleLbl="node1" presStyleIdx="4" presStyleCnt="5">
        <dgm:presLayoutVars>
          <dgm:bulletEnabled val="1"/>
        </dgm:presLayoutVars>
      </dgm:prSet>
      <dgm:spPr/>
    </dgm:pt>
  </dgm:ptLst>
  <dgm:cxnLst>
    <dgm:cxn modelId="{373BB105-BD9B-482D-93E7-3D2A93F643C0}" type="presOf" srcId="{0F52510D-04B1-43CC-97FD-7BBD63C4D854}" destId="{69C0042D-507E-4F9E-94A8-E94955ADB76F}" srcOrd="0" destOrd="4" presId="urn:microsoft.com/office/officeart/2005/8/layout/process1"/>
    <dgm:cxn modelId="{E1DB8706-943A-41DE-857B-FD1004514511}" srcId="{360C9A48-81FE-4D65-9516-B232CA206B0B}" destId="{B27230E2-A17D-4220-80FE-46D64297B343}" srcOrd="0" destOrd="0" parTransId="{D985146F-41BC-41F7-BD5A-34637F24A6B1}" sibTransId="{1D9A2E75-6B4A-4BA3-BDC6-C1C8E25DEF5F}"/>
    <dgm:cxn modelId="{8B50E507-1CF5-4604-8206-39FABB967420}" type="presOf" srcId="{A97DF006-03C2-4032-A233-78BD76A63D3D}" destId="{60985EB9-42F5-4968-91E1-F1C3464F83DB}" srcOrd="0" destOrd="0" presId="urn:microsoft.com/office/officeart/2005/8/layout/process1"/>
    <dgm:cxn modelId="{E8787317-170A-4679-B5D4-515276EDD2E3}" type="presOf" srcId="{A3169168-C8F4-4A32-9005-27C2332994A7}" destId="{C995A894-0AFA-453F-8460-3BDDD034C9F0}" srcOrd="0" destOrd="0" presId="urn:microsoft.com/office/officeart/2005/8/layout/process1"/>
    <dgm:cxn modelId="{4AD42824-2F58-47D8-B6AC-498408ADB519}" srcId="{E3F7B911-0DB8-46F7-A6CB-A937DE7F5972}" destId="{2063F73A-6D48-4171-9BCC-3A5159FCFBE3}" srcOrd="4" destOrd="0" parTransId="{25077567-7832-4BBF-8124-97EF66740E53}" sibTransId="{DE743DFC-3175-4315-B0E1-7CE8009342DB}"/>
    <dgm:cxn modelId="{97B9692E-411D-4838-88AD-1C43A6F73083}" type="presOf" srcId="{360C9A48-81FE-4D65-9516-B232CA206B0B}" destId="{BCD86AF2-2522-4648-B7B2-23EC01768288}" srcOrd="0" destOrd="0" presId="urn:microsoft.com/office/officeart/2005/8/layout/process1"/>
    <dgm:cxn modelId="{13C49C2F-310A-4CF0-8235-FBDCD86AF66B}" type="presOf" srcId="{A38E3FB1-74C2-416C-962C-208A8CC26451}" destId="{0941CEB6-4744-4A4C-B3F9-AE9B3291FC66}" srcOrd="0" destOrd="0" presId="urn:microsoft.com/office/officeart/2005/8/layout/process1"/>
    <dgm:cxn modelId="{14F43930-AB62-4374-97B3-C3B06522240C}" type="presOf" srcId="{C9BC02D3-DAF3-483D-B2B5-6A810A3E5D23}" destId="{69C0042D-507E-4F9E-94A8-E94955ADB76F}" srcOrd="0" destOrd="3" presId="urn:microsoft.com/office/officeart/2005/8/layout/process1"/>
    <dgm:cxn modelId="{11B67C38-C0BB-4056-ABB9-B9C8C359F9CA}" type="presOf" srcId="{2063F73A-6D48-4171-9BCC-3A5159FCFBE3}" destId="{7807F26B-8DA3-4C05-AC81-9B09DFFBB862}" srcOrd="0" destOrd="0" presId="urn:microsoft.com/office/officeart/2005/8/layout/process1"/>
    <dgm:cxn modelId="{1079F93D-EFC9-4F63-A7D2-BA33A86E4DFC}" type="presOf" srcId="{BCA34D4F-D34A-4E7F-8060-EE5CDCEDEBC9}" destId="{2297CA2F-E4E3-4CAA-9DAC-31EBDE18A66E}" srcOrd="0" destOrd="0" presId="urn:microsoft.com/office/officeart/2005/8/layout/process1"/>
    <dgm:cxn modelId="{26FA8D5C-9E2D-43A2-86DB-EE2A3FA661CA}" type="presOf" srcId="{A97DF006-03C2-4032-A233-78BD76A63D3D}" destId="{EAD196ED-2637-4521-AC20-12D40696FBB7}" srcOrd="1" destOrd="0" presId="urn:microsoft.com/office/officeart/2005/8/layout/process1"/>
    <dgm:cxn modelId="{A3436A63-0B7B-4E1F-9868-5311457F2073}" srcId="{E3F7B911-0DB8-46F7-A6CB-A937DE7F5972}" destId="{A38E3FB1-74C2-416C-962C-208A8CC26451}" srcOrd="3" destOrd="0" parTransId="{9E752F19-DAF8-4077-BC1B-196EAE64B4D1}" sibTransId="{BCA34D4F-D34A-4E7F-8060-EE5CDCEDEBC9}"/>
    <dgm:cxn modelId="{8C6FAC44-1A20-4525-8EB8-2F9740001F7B}" type="presOf" srcId="{4ED935BC-B6F4-4023-8157-90A00E4288D9}" destId="{69C0042D-507E-4F9E-94A8-E94955ADB76F}" srcOrd="0" destOrd="2" presId="urn:microsoft.com/office/officeart/2005/8/layout/process1"/>
    <dgm:cxn modelId="{D680D866-82DC-42E8-93B4-13F314842A5A}" type="presOf" srcId="{66FFFF39-03D1-479F-A004-0C1A91BCD012}" destId="{7807F26B-8DA3-4C05-AC81-9B09DFFBB862}" srcOrd="0" destOrd="1" presId="urn:microsoft.com/office/officeart/2005/8/layout/process1"/>
    <dgm:cxn modelId="{C99CE768-EC43-4487-A92D-7422C1A1183F}" type="presOf" srcId="{FF9F707B-CECE-4E78-99EB-914DC0A31ECF}" destId="{0941CEB6-4744-4A4C-B3F9-AE9B3291FC66}" srcOrd="0" destOrd="1" presId="urn:microsoft.com/office/officeart/2005/8/layout/process1"/>
    <dgm:cxn modelId="{9D26AD6A-9892-4AC4-A58F-4C551EC94151}" srcId="{43DA3B73-85CC-44C7-99AF-E8675AAB11F1}" destId="{A992AD57-2B29-405E-A673-4C8FE2DCB2F0}" srcOrd="0" destOrd="0" parTransId="{A107BC28-DE52-4594-8495-7F55B444C020}" sibTransId="{E8BD408A-94EB-4640-B731-4BB67C578ABF}"/>
    <dgm:cxn modelId="{BB46DB6A-79CE-4A48-9BD1-A2DD18A4D36D}" type="presOf" srcId="{E3F7B911-0DB8-46F7-A6CB-A937DE7F5972}" destId="{33C77B4B-AC4C-4101-BE80-BB3417553860}" srcOrd="0" destOrd="0" presId="urn:microsoft.com/office/officeart/2005/8/layout/process1"/>
    <dgm:cxn modelId="{2067A66C-5E78-49CD-BF13-380CF2200C11}" type="presOf" srcId="{BCA34D4F-D34A-4E7F-8060-EE5CDCEDEBC9}" destId="{54FB4166-E42F-4144-9064-5D0A6108B512}" srcOrd="1" destOrd="0" presId="urn:microsoft.com/office/officeart/2005/8/layout/process1"/>
    <dgm:cxn modelId="{131F2674-DD6F-469D-917E-E2EE098B29BC}" srcId="{E3F7B911-0DB8-46F7-A6CB-A937DE7F5972}" destId="{43DA3B73-85CC-44C7-99AF-E8675AAB11F1}" srcOrd="0" destOrd="0" parTransId="{9F019D3D-4D19-4593-B070-40268D2F2EB5}" sibTransId="{A3169168-C8F4-4A32-9005-27C2332994A7}"/>
    <dgm:cxn modelId="{541F8A77-0852-4130-A267-CB2C1482A6E8}" type="presOf" srcId="{E97D0C73-F383-4117-A7E5-7A3FF09471D3}" destId="{42963792-B266-4648-A606-495C07C981FB}" srcOrd="0" destOrd="0" presId="urn:microsoft.com/office/officeart/2005/8/layout/process1"/>
    <dgm:cxn modelId="{78861782-068A-488A-B1C5-09CC575B5D80}" srcId="{E3F7B911-0DB8-46F7-A6CB-A937DE7F5972}" destId="{360C9A48-81FE-4D65-9516-B232CA206B0B}" srcOrd="2" destOrd="0" parTransId="{0B625C4F-CCA9-4175-983E-88805D77AAC5}" sibTransId="{E97D0C73-F383-4117-A7E5-7A3FF09471D3}"/>
    <dgm:cxn modelId="{CCB86B93-3845-428F-8411-A023AC4BDDEB}" srcId="{2063F73A-6D48-4171-9BCC-3A5159FCFBE3}" destId="{66FFFF39-03D1-479F-A004-0C1A91BCD012}" srcOrd="0" destOrd="0" parTransId="{4A5EDA08-68C0-4719-B835-6AECC589A5D1}" sibTransId="{775A41F0-E2CD-483C-948E-4C4DCDBE23C6}"/>
    <dgm:cxn modelId="{17E4239A-DE32-4B78-BE06-CFE7B8B50D59}" srcId="{ADFB60DE-7B6B-42C9-98FD-F94B3F204B4D}" destId="{801389A1-08AD-4217-99F1-17D044229FA0}" srcOrd="0" destOrd="0" parTransId="{BC314620-F755-43B8-B2B8-D38FEAD5BE47}" sibTransId="{9C7BD2E7-B2D7-4F25-A967-AB9E699AD0E3}"/>
    <dgm:cxn modelId="{150939AA-2A95-4B47-BDB9-FCBABC3FCAF5}" srcId="{E3F7B911-0DB8-46F7-A6CB-A937DE7F5972}" destId="{ADFB60DE-7B6B-42C9-98FD-F94B3F204B4D}" srcOrd="1" destOrd="0" parTransId="{A671AC3F-4FF4-419F-B14B-178228C3B3F5}" sibTransId="{A97DF006-03C2-4032-A233-78BD76A63D3D}"/>
    <dgm:cxn modelId="{881D80AA-1DB5-4D05-B4BE-DEB9948C817E}" type="presOf" srcId="{A3169168-C8F4-4A32-9005-27C2332994A7}" destId="{8C1AB374-B3F6-4375-BF8E-0EF0B9A03D5F}" srcOrd="1" destOrd="0" presId="urn:microsoft.com/office/officeart/2005/8/layout/process1"/>
    <dgm:cxn modelId="{78A882AF-41EB-40C3-8636-7416EA57980A}" srcId="{A992AD57-2B29-405E-A673-4C8FE2DCB2F0}" destId="{C9BC02D3-DAF3-483D-B2B5-6A810A3E5D23}" srcOrd="1" destOrd="0" parTransId="{0D7DD7AB-4B3F-4B26-9699-8D069D27EBFE}" sibTransId="{14A04E87-4E78-4857-8660-A2A290C3C448}"/>
    <dgm:cxn modelId="{E38AD1BC-B1F2-48A3-9F4E-9F4B093FDAEC}" type="presOf" srcId="{43DA3B73-85CC-44C7-99AF-E8675AAB11F1}" destId="{69C0042D-507E-4F9E-94A8-E94955ADB76F}" srcOrd="0" destOrd="0" presId="urn:microsoft.com/office/officeart/2005/8/layout/process1"/>
    <dgm:cxn modelId="{B714FBC5-D059-4484-9BC2-66EECB500B12}" type="presOf" srcId="{A992AD57-2B29-405E-A673-4C8FE2DCB2F0}" destId="{69C0042D-507E-4F9E-94A8-E94955ADB76F}" srcOrd="0" destOrd="1" presId="urn:microsoft.com/office/officeart/2005/8/layout/process1"/>
    <dgm:cxn modelId="{E20D28C7-268F-4C82-A0F1-EBBD25300B26}" type="presOf" srcId="{E97D0C73-F383-4117-A7E5-7A3FF09471D3}" destId="{C7FE0866-5A38-4AB6-9BDD-3EA0723D1400}" srcOrd="1" destOrd="0" presId="urn:microsoft.com/office/officeart/2005/8/layout/process1"/>
    <dgm:cxn modelId="{0DC4C7C8-8BFE-40E5-83C2-29B21DE73171}" type="presOf" srcId="{ADFB60DE-7B6B-42C9-98FD-F94B3F204B4D}" destId="{94DB21CA-9344-453D-8C21-40F12F0D3889}" srcOrd="0" destOrd="0" presId="urn:microsoft.com/office/officeart/2005/8/layout/process1"/>
    <dgm:cxn modelId="{AAC299C9-BA83-43E5-94A0-81B18092AFEC}" type="presOf" srcId="{5B1735AB-8363-41EB-A9A6-B25D2636DC13}" destId="{69C0042D-507E-4F9E-94A8-E94955ADB76F}" srcOrd="0" destOrd="5" presId="urn:microsoft.com/office/officeart/2005/8/layout/process1"/>
    <dgm:cxn modelId="{FEEA18CF-B05D-4F84-9B2B-A59126D73B0B}" srcId="{A38E3FB1-74C2-416C-962C-208A8CC26451}" destId="{FF9F707B-CECE-4E78-99EB-914DC0A31ECF}" srcOrd="0" destOrd="0" parTransId="{FB17E8DF-B400-423B-9CB4-4C38E1A393D0}" sibTransId="{1B2FE90C-EAEA-4A43-A64F-69ABBDDABCEB}"/>
    <dgm:cxn modelId="{AB8346D2-7479-4A8A-9B9E-3E06B25A4101}" type="presOf" srcId="{801389A1-08AD-4217-99F1-17D044229FA0}" destId="{94DB21CA-9344-453D-8C21-40F12F0D3889}" srcOrd="0" destOrd="1" presId="urn:microsoft.com/office/officeart/2005/8/layout/process1"/>
    <dgm:cxn modelId="{7A7BB4F0-1C5C-48CB-8901-89C2F8777FD9}" srcId="{A992AD57-2B29-405E-A673-4C8FE2DCB2F0}" destId="{4ED935BC-B6F4-4023-8157-90A00E4288D9}" srcOrd="0" destOrd="0" parTransId="{770B9806-9CD8-4654-A8B8-3D70D0747D19}" sibTransId="{615EA72B-289C-47B9-87A6-D11B04775F76}"/>
    <dgm:cxn modelId="{66DE21FB-DA00-48E7-8841-EB738D68F62C}" srcId="{A992AD57-2B29-405E-A673-4C8FE2DCB2F0}" destId="{5B1735AB-8363-41EB-A9A6-B25D2636DC13}" srcOrd="3" destOrd="0" parTransId="{258247BB-E99C-4C40-A6F3-2BCFF7F3F021}" sibTransId="{A1728D92-C6B8-42BE-B7DA-7498106C25C1}"/>
    <dgm:cxn modelId="{CD2010FC-CBD9-4366-BBB7-A2370EB4C245}" srcId="{A992AD57-2B29-405E-A673-4C8FE2DCB2F0}" destId="{0F52510D-04B1-43CC-97FD-7BBD63C4D854}" srcOrd="2" destOrd="0" parTransId="{7A0826B7-80B0-4499-9F07-B0CEFEBCCB15}" sibTransId="{000FE71D-E956-498B-A2D5-3FE5EE89E851}"/>
    <dgm:cxn modelId="{44EB4AFF-CFAA-4C07-A2E3-FCFCFC4805D0}" type="presOf" srcId="{B27230E2-A17D-4220-80FE-46D64297B343}" destId="{BCD86AF2-2522-4648-B7B2-23EC01768288}" srcOrd="0" destOrd="1" presId="urn:microsoft.com/office/officeart/2005/8/layout/process1"/>
    <dgm:cxn modelId="{A3EEBC4C-D696-420C-9548-292C5BAFC381}" type="presParOf" srcId="{33C77B4B-AC4C-4101-BE80-BB3417553860}" destId="{69C0042D-507E-4F9E-94A8-E94955ADB76F}" srcOrd="0" destOrd="0" presId="urn:microsoft.com/office/officeart/2005/8/layout/process1"/>
    <dgm:cxn modelId="{74064A54-7EF8-41C7-AE1A-BB20A8BAC8C0}" type="presParOf" srcId="{33C77B4B-AC4C-4101-BE80-BB3417553860}" destId="{C995A894-0AFA-453F-8460-3BDDD034C9F0}" srcOrd="1" destOrd="0" presId="urn:microsoft.com/office/officeart/2005/8/layout/process1"/>
    <dgm:cxn modelId="{42219523-EF2A-4B71-AADE-F502E30D150F}" type="presParOf" srcId="{C995A894-0AFA-453F-8460-3BDDD034C9F0}" destId="{8C1AB374-B3F6-4375-BF8E-0EF0B9A03D5F}" srcOrd="0" destOrd="0" presId="urn:microsoft.com/office/officeart/2005/8/layout/process1"/>
    <dgm:cxn modelId="{2E862AAC-1707-4857-9DE2-CB1A6192A062}" type="presParOf" srcId="{33C77B4B-AC4C-4101-BE80-BB3417553860}" destId="{94DB21CA-9344-453D-8C21-40F12F0D3889}" srcOrd="2" destOrd="0" presId="urn:microsoft.com/office/officeart/2005/8/layout/process1"/>
    <dgm:cxn modelId="{E56D702D-0BD3-45F5-9E8A-6285E21BF72E}" type="presParOf" srcId="{33C77B4B-AC4C-4101-BE80-BB3417553860}" destId="{60985EB9-42F5-4968-91E1-F1C3464F83DB}" srcOrd="3" destOrd="0" presId="urn:microsoft.com/office/officeart/2005/8/layout/process1"/>
    <dgm:cxn modelId="{89C02620-D853-4447-8CB1-200CE276630A}" type="presParOf" srcId="{60985EB9-42F5-4968-91E1-F1C3464F83DB}" destId="{EAD196ED-2637-4521-AC20-12D40696FBB7}" srcOrd="0" destOrd="0" presId="urn:microsoft.com/office/officeart/2005/8/layout/process1"/>
    <dgm:cxn modelId="{41356EBF-EA7A-4518-B314-C85465DD60D5}" type="presParOf" srcId="{33C77B4B-AC4C-4101-BE80-BB3417553860}" destId="{BCD86AF2-2522-4648-B7B2-23EC01768288}" srcOrd="4" destOrd="0" presId="urn:microsoft.com/office/officeart/2005/8/layout/process1"/>
    <dgm:cxn modelId="{FBE42AA9-721C-4844-B0F1-CCA2BAD003BC}" type="presParOf" srcId="{33C77B4B-AC4C-4101-BE80-BB3417553860}" destId="{42963792-B266-4648-A606-495C07C981FB}" srcOrd="5" destOrd="0" presId="urn:microsoft.com/office/officeart/2005/8/layout/process1"/>
    <dgm:cxn modelId="{33FB0A03-6E92-4F9C-8F36-2CA9B558087D}" type="presParOf" srcId="{42963792-B266-4648-A606-495C07C981FB}" destId="{C7FE0866-5A38-4AB6-9BDD-3EA0723D1400}" srcOrd="0" destOrd="0" presId="urn:microsoft.com/office/officeart/2005/8/layout/process1"/>
    <dgm:cxn modelId="{95CA412C-C13C-4F33-B878-9724F580FF8B}" type="presParOf" srcId="{33C77B4B-AC4C-4101-BE80-BB3417553860}" destId="{0941CEB6-4744-4A4C-B3F9-AE9B3291FC66}" srcOrd="6" destOrd="0" presId="urn:microsoft.com/office/officeart/2005/8/layout/process1"/>
    <dgm:cxn modelId="{1D45963A-9C3B-4EE7-8BAA-42AA1C291C18}" type="presParOf" srcId="{33C77B4B-AC4C-4101-BE80-BB3417553860}" destId="{2297CA2F-E4E3-4CAA-9DAC-31EBDE18A66E}" srcOrd="7" destOrd="0" presId="urn:microsoft.com/office/officeart/2005/8/layout/process1"/>
    <dgm:cxn modelId="{B786256B-F892-41CF-BC10-7B27DA60562C}" type="presParOf" srcId="{2297CA2F-E4E3-4CAA-9DAC-31EBDE18A66E}" destId="{54FB4166-E42F-4144-9064-5D0A6108B512}" srcOrd="0" destOrd="0" presId="urn:microsoft.com/office/officeart/2005/8/layout/process1"/>
    <dgm:cxn modelId="{046152D9-7E35-49B9-B8FD-DC77E07E82E9}" type="presParOf" srcId="{33C77B4B-AC4C-4101-BE80-BB3417553860}" destId="{7807F26B-8DA3-4C05-AC81-9B09DFFBB862}" srcOrd="8"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3F7B911-0DB8-46F7-A6CB-A937DE7F5972}" type="doc">
      <dgm:prSet loTypeId="urn:microsoft.com/office/officeart/2005/8/layout/process1" loCatId="process" qsTypeId="urn:microsoft.com/office/officeart/2005/8/quickstyle/simple5" qsCatId="simple" csTypeId="urn:microsoft.com/office/officeart/2005/8/colors/accent1_2" csCatId="accent1" phldr="1"/>
      <dgm:spPr/>
      <dgm:t>
        <a:bodyPr/>
        <a:lstStyle/>
        <a:p>
          <a:endParaRPr lang="en-US"/>
        </a:p>
      </dgm:t>
    </dgm:pt>
    <dgm:pt modelId="{43DA3B73-85CC-44C7-99AF-E8675AAB11F1}">
      <dgm:prSet phldrT="[Text]">
        <dgm:style>
          <a:lnRef idx="0">
            <a:schemeClr val="accent1"/>
          </a:lnRef>
          <a:fillRef idx="3">
            <a:schemeClr val="accent1"/>
          </a:fillRef>
          <a:effectRef idx="3">
            <a:schemeClr val="accent1"/>
          </a:effectRef>
          <a:fontRef idx="minor">
            <a:schemeClr val="lt1"/>
          </a:fontRef>
        </dgm:style>
      </dgm:prSet>
      <dgm:spPr/>
      <dgm:t>
        <a:bodyPr/>
        <a:lstStyle/>
        <a:p>
          <a:r>
            <a:rPr lang="en-US" b="1" dirty="0"/>
            <a:t>Requirement Gathering</a:t>
          </a:r>
        </a:p>
      </dgm:t>
    </dgm:pt>
    <dgm:pt modelId="{9F019D3D-4D19-4593-B070-40268D2F2EB5}" type="parTrans" cxnId="{131F2674-DD6F-469D-917E-E2EE098B29BC}">
      <dgm:prSet/>
      <dgm:spPr/>
      <dgm:t>
        <a:bodyPr/>
        <a:lstStyle/>
        <a:p>
          <a:endParaRPr lang="en-US"/>
        </a:p>
      </dgm:t>
    </dgm:pt>
    <dgm:pt modelId="{A3169168-C8F4-4A32-9005-27C2332994A7}" type="sibTrans" cxnId="{131F2674-DD6F-469D-917E-E2EE098B29BC}">
      <dgm:prSet/>
      <dgm:spPr/>
      <dgm:t>
        <a:bodyPr/>
        <a:lstStyle/>
        <a:p>
          <a:endParaRPr lang="en-US"/>
        </a:p>
      </dgm:t>
    </dgm:pt>
    <dgm:pt modelId="{360C9A48-81FE-4D65-9516-B232CA206B0B}">
      <dgm:prSet>
        <dgm:style>
          <a:lnRef idx="2">
            <a:schemeClr val="dk1"/>
          </a:lnRef>
          <a:fillRef idx="1">
            <a:schemeClr val="lt1"/>
          </a:fillRef>
          <a:effectRef idx="0">
            <a:schemeClr val="dk1"/>
          </a:effectRef>
          <a:fontRef idx="minor">
            <a:schemeClr val="dk1"/>
          </a:fontRef>
        </dgm:style>
      </dgm:prSet>
      <dgm:spPr/>
      <dgm:t>
        <a:bodyPr/>
        <a:lstStyle/>
        <a:p>
          <a:r>
            <a:rPr lang="en-US" b="1"/>
            <a:t>Logical Design</a:t>
          </a:r>
        </a:p>
      </dgm:t>
    </dgm:pt>
    <dgm:pt modelId="{0B625C4F-CCA9-4175-983E-88805D77AAC5}" type="parTrans" cxnId="{78861782-068A-488A-B1C5-09CC575B5D80}">
      <dgm:prSet/>
      <dgm:spPr/>
      <dgm:t>
        <a:bodyPr/>
        <a:lstStyle/>
        <a:p>
          <a:endParaRPr lang="en-US"/>
        </a:p>
      </dgm:t>
    </dgm:pt>
    <dgm:pt modelId="{E97D0C73-F383-4117-A7E5-7A3FF09471D3}" type="sibTrans" cxnId="{78861782-068A-488A-B1C5-09CC575B5D80}">
      <dgm:prSet/>
      <dgm:spPr/>
      <dgm:t>
        <a:bodyPr/>
        <a:lstStyle/>
        <a:p>
          <a:endParaRPr lang="en-US"/>
        </a:p>
      </dgm:t>
    </dgm:pt>
    <dgm:pt modelId="{A38E3FB1-74C2-416C-962C-208A8CC26451}">
      <dgm:prSet>
        <dgm:style>
          <a:lnRef idx="2">
            <a:schemeClr val="accent5"/>
          </a:lnRef>
          <a:fillRef idx="1">
            <a:schemeClr val="lt1"/>
          </a:fillRef>
          <a:effectRef idx="0">
            <a:schemeClr val="accent5"/>
          </a:effectRef>
          <a:fontRef idx="minor">
            <a:schemeClr val="dk1"/>
          </a:fontRef>
        </dgm:style>
      </dgm:prSet>
      <dgm:spPr/>
      <dgm:t>
        <a:bodyPr/>
        <a:lstStyle/>
        <a:p>
          <a:r>
            <a:rPr lang="en-US" b="1"/>
            <a:t>Physical Design</a:t>
          </a:r>
        </a:p>
      </dgm:t>
    </dgm:pt>
    <dgm:pt modelId="{9E752F19-DAF8-4077-BC1B-196EAE64B4D1}" type="parTrans" cxnId="{A3436A63-0B7B-4E1F-9868-5311457F2073}">
      <dgm:prSet/>
      <dgm:spPr/>
      <dgm:t>
        <a:bodyPr/>
        <a:lstStyle/>
        <a:p>
          <a:endParaRPr lang="en-US"/>
        </a:p>
      </dgm:t>
    </dgm:pt>
    <dgm:pt modelId="{BCA34D4F-D34A-4E7F-8060-EE5CDCEDEBC9}" type="sibTrans" cxnId="{A3436A63-0B7B-4E1F-9868-5311457F2073}">
      <dgm:prSet/>
      <dgm:spPr/>
      <dgm:t>
        <a:bodyPr/>
        <a:lstStyle/>
        <a:p>
          <a:endParaRPr lang="en-US"/>
        </a:p>
      </dgm:t>
    </dgm:pt>
    <dgm:pt modelId="{2063F73A-6D48-4171-9BCC-3A5159FCFBE3}">
      <dgm:prSet>
        <dgm:style>
          <a:lnRef idx="2">
            <a:schemeClr val="accent5"/>
          </a:lnRef>
          <a:fillRef idx="1">
            <a:schemeClr val="lt1"/>
          </a:fillRef>
          <a:effectRef idx="0">
            <a:schemeClr val="accent5"/>
          </a:effectRef>
          <a:fontRef idx="minor">
            <a:schemeClr val="dk1"/>
          </a:fontRef>
        </dgm:style>
      </dgm:prSet>
      <dgm:spPr/>
      <dgm:t>
        <a:bodyPr/>
        <a:lstStyle/>
        <a:p>
          <a:r>
            <a:rPr lang="en-US" b="1"/>
            <a:t>Installation and Maintenance</a:t>
          </a:r>
        </a:p>
      </dgm:t>
    </dgm:pt>
    <dgm:pt modelId="{25077567-7832-4BBF-8124-97EF66740E53}" type="parTrans" cxnId="{4AD42824-2F58-47D8-B6AC-498408ADB519}">
      <dgm:prSet/>
      <dgm:spPr/>
      <dgm:t>
        <a:bodyPr/>
        <a:lstStyle/>
        <a:p>
          <a:endParaRPr lang="en-US"/>
        </a:p>
      </dgm:t>
    </dgm:pt>
    <dgm:pt modelId="{DE743DFC-3175-4315-B0E1-7CE8009342DB}" type="sibTrans" cxnId="{4AD42824-2F58-47D8-B6AC-498408ADB519}">
      <dgm:prSet/>
      <dgm:spPr/>
      <dgm:t>
        <a:bodyPr/>
        <a:lstStyle/>
        <a:p>
          <a:endParaRPr lang="en-US"/>
        </a:p>
      </dgm:t>
    </dgm:pt>
    <dgm:pt modelId="{ADFB60DE-7B6B-42C9-98FD-F94B3F204B4D}">
      <dgm:prSet>
        <dgm:style>
          <a:lnRef idx="2">
            <a:schemeClr val="dk1"/>
          </a:lnRef>
          <a:fillRef idx="1">
            <a:schemeClr val="lt1"/>
          </a:fillRef>
          <a:effectRef idx="0">
            <a:schemeClr val="dk1"/>
          </a:effectRef>
          <a:fontRef idx="minor">
            <a:schemeClr val="dk1"/>
          </a:fontRef>
        </dgm:style>
      </dgm:prSet>
      <dgm:spPr/>
      <dgm:t>
        <a:bodyPr/>
        <a:lstStyle/>
        <a:p>
          <a:r>
            <a:rPr lang="en-US" b="1" dirty="0"/>
            <a:t>Analysis</a:t>
          </a:r>
        </a:p>
      </dgm:t>
    </dgm:pt>
    <dgm:pt modelId="{A97DF006-03C2-4032-A233-78BD76A63D3D}" type="sibTrans" cxnId="{150939AA-2A95-4B47-BDB9-FCBABC3FCAF5}">
      <dgm:prSet/>
      <dgm:spPr/>
      <dgm:t>
        <a:bodyPr/>
        <a:lstStyle/>
        <a:p>
          <a:endParaRPr lang="en-US"/>
        </a:p>
      </dgm:t>
    </dgm:pt>
    <dgm:pt modelId="{A671AC3F-4FF4-419F-B14B-178228C3B3F5}" type="parTrans" cxnId="{150939AA-2A95-4B47-BDB9-FCBABC3FCAF5}">
      <dgm:prSet/>
      <dgm:spPr/>
      <dgm:t>
        <a:bodyPr/>
        <a:lstStyle/>
        <a:p>
          <a:endParaRPr lang="en-US"/>
        </a:p>
      </dgm:t>
    </dgm:pt>
    <dgm:pt modelId="{A992AD57-2B29-405E-A673-4C8FE2DCB2F0}">
      <dgm:prSet>
        <dgm:style>
          <a:lnRef idx="0">
            <a:schemeClr val="accent1"/>
          </a:lnRef>
          <a:fillRef idx="3">
            <a:schemeClr val="accent1"/>
          </a:fillRef>
          <a:effectRef idx="3">
            <a:schemeClr val="accent1"/>
          </a:effectRef>
          <a:fontRef idx="minor">
            <a:schemeClr val="lt1"/>
          </a:fontRef>
        </dgm:style>
      </dgm:prSet>
      <dgm:spPr/>
      <dgm:t>
        <a:bodyPr/>
        <a:lstStyle/>
        <a:p>
          <a:r>
            <a:rPr lang="en-US"/>
            <a:t>Determine needs of: </a:t>
          </a:r>
        </a:p>
      </dgm:t>
    </dgm:pt>
    <dgm:pt modelId="{A107BC28-DE52-4594-8495-7F55B444C020}" type="parTrans" cxnId="{9D26AD6A-9892-4AC4-A58F-4C551EC94151}">
      <dgm:prSet/>
      <dgm:spPr/>
      <dgm:t>
        <a:bodyPr/>
        <a:lstStyle/>
        <a:p>
          <a:endParaRPr lang="en-US"/>
        </a:p>
      </dgm:t>
    </dgm:pt>
    <dgm:pt modelId="{E8BD408A-94EB-4640-B731-4BB67C578ABF}" type="sibTrans" cxnId="{9D26AD6A-9892-4AC4-A58F-4C551EC94151}">
      <dgm:prSet/>
      <dgm:spPr/>
      <dgm:t>
        <a:bodyPr/>
        <a:lstStyle/>
        <a:p>
          <a:endParaRPr lang="en-US"/>
        </a:p>
      </dgm:t>
    </dgm:pt>
    <dgm:pt modelId="{4ED935BC-B6F4-4023-8157-90A00E4288D9}">
      <dgm:prSet>
        <dgm:style>
          <a:lnRef idx="0">
            <a:schemeClr val="accent1"/>
          </a:lnRef>
          <a:fillRef idx="3">
            <a:schemeClr val="accent1"/>
          </a:fillRef>
          <a:effectRef idx="3">
            <a:schemeClr val="accent1"/>
          </a:effectRef>
          <a:fontRef idx="minor">
            <a:schemeClr val="lt1"/>
          </a:fontRef>
        </dgm:style>
      </dgm:prSet>
      <dgm:spPr/>
      <dgm:t>
        <a:bodyPr/>
        <a:lstStyle/>
        <a:p>
          <a:r>
            <a:rPr lang="en-US"/>
            <a:t>Business</a:t>
          </a:r>
        </a:p>
      </dgm:t>
    </dgm:pt>
    <dgm:pt modelId="{770B9806-9CD8-4654-A8B8-3D70D0747D19}" type="parTrans" cxnId="{7A7BB4F0-1C5C-48CB-8901-89C2F8777FD9}">
      <dgm:prSet/>
      <dgm:spPr/>
      <dgm:t>
        <a:bodyPr/>
        <a:lstStyle/>
        <a:p>
          <a:endParaRPr lang="en-US"/>
        </a:p>
      </dgm:t>
    </dgm:pt>
    <dgm:pt modelId="{615EA72B-289C-47B9-87A6-D11B04775F76}" type="sibTrans" cxnId="{7A7BB4F0-1C5C-48CB-8901-89C2F8777FD9}">
      <dgm:prSet/>
      <dgm:spPr/>
      <dgm:t>
        <a:bodyPr/>
        <a:lstStyle/>
        <a:p>
          <a:endParaRPr lang="en-US"/>
        </a:p>
      </dgm:t>
    </dgm:pt>
    <dgm:pt modelId="{C9BC02D3-DAF3-483D-B2B5-6A810A3E5D23}">
      <dgm:prSet>
        <dgm:style>
          <a:lnRef idx="0">
            <a:schemeClr val="accent1"/>
          </a:lnRef>
          <a:fillRef idx="3">
            <a:schemeClr val="accent1"/>
          </a:fillRef>
          <a:effectRef idx="3">
            <a:schemeClr val="accent1"/>
          </a:effectRef>
          <a:fontRef idx="minor">
            <a:schemeClr val="lt1"/>
          </a:fontRef>
        </dgm:style>
      </dgm:prSet>
      <dgm:spPr/>
      <dgm:t>
        <a:bodyPr/>
        <a:lstStyle/>
        <a:p>
          <a:r>
            <a:rPr lang="en-US"/>
            <a:t>Users</a:t>
          </a:r>
        </a:p>
      </dgm:t>
    </dgm:pt>
    <dgm:pt modelId="{0D7DD7AB-4B3F-4B26-9699-8D069D27EBFE}" type="parTrans" cxnId="{78A882AF-41EB-40C3-8636-7416EA57980A}">
      <dgm:prSet/>
      <dgm:spPr/>
      <dgm:t>
        <a:bodyPr/>
        <a:lstStyle/>
        <a:p>
          <a:endParaRPr lang="en-US"/>
        </a:p>
      </dgm:t>
    </dgm:pt>
    <dgm:pt modelId="{14A04E87-4E78-4857-8660-A2A290C3C448}" type="sibTrans" cxnId="{78A882AF-41EB-40C3-8636-7416EA57980A}">
      <dgm:prSet/>
      <dgm:spPr/>
      <dgm:t>
        <a:bodyPr/>
        <a:lstStyle/>
        <a:p>
          <a:endParaRPr lang="en-US"/>
        </a:p>
      </dgm:t>
    </dgm:pt>
    <dgm:pt modelId="{0F52510D-04B1-43CC-97FD-7BBD63C4D854}">
      <dgm:prSet>
        <dgm:style>
          <a:lnRef idx="0">
            <a:schemeClr val="accent1"/>
          </a:lnRef>
          <a:fillRef idx="3">
            <a:schemeClr val="accent1"/>
          </a:fillRef>
          <a:effectRef idx="3">
            <a:schemeClr val="accent1"/>
          </a:effectRef>
          <a:fontRef idx="minor">
            <a:schemeClr val="lt1"/>
          </a:fontRef>
        </dgm:style>
      </dgm:prSet>
      <dgm:spPr/>
      <dgm:t>
        <a:bodyPr/>
        <a:lstStyle/>
        <a:p>
          <a:r>
            <a:rPr lang="en-US"/>
            <a:t>Applications</a:t>
          </a:r>
        </a:p>
      </dgm:t>
    </dgm:pt>
    <dgm:pt modelId="{7A0826B7-80B0-4499-9F07-B0CEFEBCCB15}" type="parTrans" cxnId="{CD2010FC-CBD9-4366-BBB7-A2370EB4C245}">
      <dgm:prSet/>
      <dgm:spPr/>
      <dgm:t>
        <a:bodyPr/>
        <a:lstStyle/>
        <a:p>
          <a:endParaRPr lang="en-US"/>
        </a:p>
      </dgm:t>
    </dgm:pt>
    <dgm:pt modelId="{000FE71D-E956-498B-A2D5-3FE5EE89E851}" type="sibTrans" cxnId="{CD2010FC-CBD9-4366-BBB7-A2370EB4C245}">
      <dgm:prSet/>
      <dgm:spPr/>
      <dgm:t>
        <a:bodyPr/>
        <a:lstStyle/>
        <a:p>
          <a:endParaRPr lang="en-US"/>
        </a:p>
      </dgm:t>
    </dgm:pt>
    <dgm:pt modelId="{5B1735AB-8363-41EB-A9A6-B25D2636DC13}">
      <dgm:prSet>
        <dgm:style>
          <a:lnRef idx="0">
            <a:schemeClr val="accent1"/>
          </a:lnRef>
          <a:fillRef idx="3">
            <a:schemeClr val="accent1"/>
          </a:fillRef>
          <a:effectRef idx="3">
            <a:schemeClr val="accent1"/>
          </a:effectRef>
          <a:fontRef idx="minor">
            <a:schemeClr val="lt1"/>
          </a:fontRef>
        </dgm:style>
      </dgm:prSet>
      <dgm:spPr/>
      <dgm:t>
        <a:bodyPr/>
        <a:lstStyle/>
        <a:p>
          <a:r>
            <a:rPr lang="en-US"/>
            <a:t>Network</a:t>
          </a:r>
        </a:p>
      </dgm:t>
    </dgm:pt>
    <dgm:pt modelId="{258247BB-E99C-4C40-A6F3-2BCFF7F3F021}" type="parTrans" cxnId="{66DE21FB-DA00-48E7-8841-EB738D68F62C}">
      <dgm:prSet/>
      <dgm:spPr/>
      <dgm:t>
        <a:bodyPr/>
        <a:lstStyle/>
        <a:p>
          <a:endParaRPr lang="en-US"/>
        </a:p>
      </dgm:t>
    </dgm:pt>
    <dgm:pt modelId="{A1728D92-C6B8-42BE-B7DA-7498106C25C1}" type="sibTrans" cxnId="{66DE21FB-DA00-48E7-8841-EB738D68F62C}">
      <dgm:prSet/>
      <dgm:spPr/>
      <dgm:t>
        <a:bodyPr/>
        <a:lstStyle/>
        <a:p>
          <a:endParaRPr lang="en-US"/>
        </a:p>
      </dgm:t>
    </dgm:pt>
    <dgm:pt modelId="{801389A1-08AD-4217-99F1-17D044229FA0}">
      <dgm:prSet>
        <dgm:style>
          <a:lnRef idx="2">
            <a:schemeClr val="dk1"/>
          </a:lnRef>
          <a:fillRef idx="1">
            <a:schemeClr val="lt1"/>
          </a:fillRef>
          <a:effectRef idx="0">
            <a:schemeClr val="dk1"/>
          </a:effectRef>
          <a:fontRef idx="minor">
            <a:schemeClr val="dk1"/>
          </a:fontRef>
        </dgm:style>
      </dgm:prSet>
      <dgm:spPr/>
      <dgm:t>
        <a:bodyPr/>
        <a:lstStyle/>
        <a:p>
          <a:r>
            <a:rPr lang="en-US"/>
            <a:t>Estimate and measure traffic and device utilization</a:t>
          </a:r>
        </a:p>
      </dgm:t>
    </dgm:pt>
    <dgm:pt modelId="{BC314620-F755-43B8-B2B8-D38FEAD5BE47}" type="parTrans" cxnId="{17E4239A-DE32-4B78-BE06-CFE7B8B50D59}">
      <dgm:prSet/>
      <dgm:spPr/>
      <dgm:t>
        <a:bodyPr/>
        <a:lstStyle/>
        <a:p>
          <a:endParaRPr lang="en-US"/>
        </a:p>
      </dgm:t>
    </dgm:pt>
    <dgm:pt modelId="{9C7BD2E7-B2D7-4F25-A967-AB9E699AD0E3}" type="sibTrans" cxnId="{17E4239A-DE32-4B78-BE06-CFE7B8B50D59}">
      <dgm:prSet/>
      <dgm:spPr/>
      <dgm:t>
        <a:bodyPr/>
        <a:lstStyle/>
        <a:p>
          <a:endParaRPr lang="en-US"/>
        </a:p>
      </dgm:t>
    </dgm:pt>
    <dgm:pt modelId="{B27230E2-A17D-4220-80FE-46D64297B343}">
      <dgm:prSet>
        <dgm:style>
          <a:lnRef idx="2">
            <a:schemeClr val="dk1"/>
          </a:lnRef>
          <a:fillRef idx="1">
            <a:schemeClr val="lt1"/>
          </a:fillRef>
          <a:effectRef idx="0">
            <a:schemeClr val="dk1"/>
          </a:effectRef>
          <a:fontRef idx="minor">
            <a:schemeClr val="dk1"/>
          </a:fontRef>
        </dgm:style>
      </dgm:prSet>
      <dgm:spPr/>
      <dgm:t>
        <a:bodyPr/>
        <a:lstStyle/>
        <a:p>
          <a:r>
            <a:rPr lang="en-US"/>
            <a:t>Choose technologies that meet the requirements</a:t>
          </a:r>
        </a:p>
      </dgm:t>
    </dgm:pt>
    <dgm:pt modelId="{D985146F-41BC-41F7-BD5A-34637F24A6B1}" type="parTrans" cxnId="{E1DB8706-943A-41DE-857B-FD1004514511}">
      <dgm:prSet/>
      <dgm:spPr/>
      <dgm:t>
        <a:bodyPr/>
        <a:lstStyle/>
        <a:p>
          <a:endParaRPr lang="en-US"/>
        </a:p>
      </dgm:t>
    </dgm:pt>
    <dgm:pt modelId="{1D9A2E75-6B4A-4BA3-BDC6-C1C8E25DEF5F}" type="sibTrans" cxnId="{E1DB8706-943A-41DE-857B-FD1004514511}">
      <dgm:prSet/>
      <dgm:spPr/>
      <dgm:t>
        <a:bodyPr/>
        <a:lstStyle/>
        <a:p>
          <a:endParaRPr lang="en-US"/>
        </a:p>
      </dgm:t>
    </dgm:pt>
    <dgm:pt modelId="{FF9F707B-CECE-4E78-99EB-914DC0A31ECF}">
      <dgm:prSet>
        <dgm:style>
          <a:lnRef idx="2">
            <a:schemeClr val="accent5"/>
          </a:lnRef>
          <a:fillRef idx="1">
            <a:schemeClr val="lt1"/>
          </a:fillRef>
          <a:effectRef idx="0">
            <a:schemeClr val="accent5"/>
          </a:effectRef>
          <a:fontRef idx="minor">
            <a:schemeClr val="dk1"/>
          </a:fontRef>
        </dgm:style>
      </dgm:prSet>
      <dgm:spPr/>
      <dgm:t>
        <a:bodyPr/>
        <a:lstStyle/>
        <a:p>
          <a:r>
            <a:rPr lang="en-US"/>
            <a:t>Apply the Logical Design to the physical space</a:t>
          </a:r>
        </a:p>
      </dgm:t>
    </dgm:pt>
    <dgm:pt modelId="{FB17E8DF-B400-423B-9CB4-4C38E1A393D0}" type="parTrans" cxnId="{FEEA18CF-B05D-4F84-9B2B-A59126D73B0B}">
      <dgm:prSet/>
      <dgm:spPr/>
      <dgm:t>
        <a:bodyPr/>
        <a:lstStyle/>
        <a:p>
          <a:endParaRPr lang="en-US"/>
        </a:p>
      </dgm:t>
    </dgm:pt>
    <dgm:pt modelId="{1B2FE90C-EAEA-4A43-A64F-69ABBDDABCEB}" type="sibTrans" cxnId="{FEEA18CF-B05D-4F84-9B2B-A59126D73B0B}">
      <dgm:prSet/>
      <dgm:spPr/>
      <dgm:t>
        <a:bodyPr/>
        <a:lstStyle/>
        <a:p>
          <a:endParaRPr lang="en-US"/>
        </a:p>
      </dgm:t>
    </dgm:pt>
    <dgm:pt modelId="{66FFFF39-03D1-479F-A004-0C1A91BCD012}">
      <dgm:prSet>
        <dgm:style>
          <a:lnRef idx="2">
            <a:schemeClr val="accent5"/>
          </a:lnRef>
          <a:fillRef idx="1">
            <a:schemeClr val="lt1"/>
          </a:fillRef>
          <a:effectRef idx="0">
            <a:schemeClr val="accent5"/>
          </a:effectRef>
          <a:fontRef idx="minor">
            <a:schemeClr val="dk1"/>
          </a:fontRef>
        </dgm:style>
      </dgm:prSet>
      <dgm:spPr/>
      <dgm:t>
        <a:bodyPr/>
        <a:lstStyle/>
        <a:p>
          <a:r>
            <a:rPr lang="en-US"/>
            <a:t>Implement the Physical Design</a:t>
          </a:r>
        </a:p>
      </dgm:t>
    </dgm:pt>
    <dgm:pt modelId="{4A5EDA08-68C0-4719-B835-6AECC589A5D1}" type="parTrans" cxnId="{CCB86B93-3845-428F-8411-A023AC4BDDEB}">
      <dgm:prSet/>
      <dgm:spPr/>
      <dgm:t>
        <a:bodyPr/>
        <a:lstStyle/>
        <a:p>
          <a:endParaRPr lang="en-US"/>
        </a:p>
      </dgm:t>
    </dgm:pt>
    <dgm:pt modelId="{775A41F0-E2CD-483C-948E-4C4DCDBE23C6}" type="sibTrans" cxnId="{CCB86B93-3845-428F-8411-A023AC4BDDEB}">
      <dgm:prSet/>
      <dgm:spPr/>
      <dgm:t>
        <a:bodyPr/>
        <a:lstStyle/>
        <a:p>
          <a:endParaRPr lang="en-US"/>
        </a:p>
      </dgm:t>
    </dgm:pt>
    <dgm:pt modelId="{33C77B4B-AC4C-4101-BE80-BB3417553860}" type="pres">
      <dgm:prSet presAssocID="{E3F7B911-0DB8-46F7-A6CB-A937DE7F5972}" presName="Name0" presStyleCnt="0">
        <dgm:presLayoutVars>
          <dgm:dir/>
          <dgm:resizeHandles val="exact"/>
        </dgm:presLayoutVars>
      </dgm:prSet>
      <dgm:spPr/>
    </dgm:pt>
    <dgm:pt modelId="{69C0042D-507E-4F9E-94A8-E94955ADB76F}" type="pres">
      <dgm:prSet presAssocID="{43DA3B73-85CC-44C7-99AF-E8675AAB11F1}" presName="node" presStyleLbl="node1" presStyleIdx="0" presStyleCnt="5">
        <dgm:presLayoutVars>
          <dgm:bulletEnabled val="1"/>
        </dgm:presLayoutVars>
      </dgm:prSet>
      <dgm:spPr/>
    </dgm:pt>
    <dgm:pt modelId="{C995A894-0AFA-453F-8460-3BDDD034C9F0}" type="pres">
      <dgm:prSet presAssocID="{A3169168-C8F4-4A32-9005-27C2332994A7}" presName="sibTrans" presStyleLbl="sibTrans2D1" presStyleIdx="0" presStyleCnt="4"/>
      <dgm:spPr/>
    </dgm:pt>
    <dgm:pt modelId="{8C1AB374-B3F6-4375-BF8E-0EF0B9A03D5F}" type="pres">
      <dgm:prSet presAssocID="{A3169168-C8F4-4A32-9005-27C2332994A7}" presName="connectorText" presStyleLbl="sibTrans2D1" presStyleIdx="0" presStyleCnt="4"/>
      <dgm:spPr/>
    </dgm:pt>
    <dgm:pt modelId="{94DB21CA-9344-453D-8C21-40F12F0D3889}" type="pres">
      <dgm:prSet presAssocID="{ADFB60DE-7B6B-42C9-98FD-F94B3F204B4D}" presName="node" presStyleLbl="node1" presStyleIdx="1" presStyleCnt="5">
        <dgm:presLayoutVars>
          <dgm:bulletEnabled val="1"/>
        </dgm:presLayoutVars>
      </dgm:prSet>
      <dgm:spPr/>
    </dgm:pt>
    <dgm:pt modelId="{60985EB9-42F5-4968-91E1-F1C3464F83DB}" type="pres">
      <dgm:prSet presAssocID="{A97DF006-03C2-4032-A233-78BD76A63D3D}" presName="sibTrans" presStyleLbl="sibTrans2D1" presStyleIdx="1" presStyleCnt="4"/>
      <dgm:spPr/>
    </dgm:pt>
    <dgm:pt modelId="{EAD196ED-2637-4521-AC20-12D40696FBB7}" type="pres">
      <dgm:prSet presAssocID="{A97DF006-03C2-4032-A233-78BD76A63D3D}" presName="connectorText" presStyleLbl="sibTrans2D1" presStyleIdx="1" presStyleCnt="4"/>
      <dgm:spPr/>
    </dgm:pt>
    <dgm:pt modelId="{BCD86AF2-2522-4648-B7B2-23EC01768288}" type="pres">
      <dgm:prSet presAssocID="{360C9A48-81FE-4D65-9516-B232CA206B0B}" presName="node" presStyleLbl="node1" presStyleIdx="2" presStyleCnt="5">
        <dgm:presLayoutVars>
          <dgm:bulletEnabled val="1"/>
        </dgm:presLayoutVars>
      </dgm:prSet>
      <dgm:spPr/>
    </dgm:pt>
    <dgm:pt modelId="{42963792-B266-4648-A606-495C07C981FB}" type="pres">
      <dgm:prSet presAssocID="{E97D0C73-F383-4117-A7E5-7A3FF09471D3}" presName="sibTrans" presStyleLbl="sibTrans2D1" presStyleIdx="2" presStyleCnt="4"/>
      <dgm:spPr/>
    </dgm:pt>
    <dgm:pt modelId="{C7FE0866-5A38-4AB6-9BDD-3EA0723D1400}" type="pres">
      <dgm:prSet presAssocID="{E97D0C73-F383-4117-A7E5-7A3FF09471D3}" presName="connectorText" presStyleLbl="sibTrans2D1" presStyleIdx="2" presStyleCnt="4"/>
      <dgm:spPr/>
    </dgm:pt>
    <dgm:pt modelId="{0941CEB6-4744-4A4C-B3F9-AE9B3291FC66}" type="pres">
      <dgm:prSet presAssocID="{A38E3FB1-74C2-416C-962C-208A8CC26451}" presName="node" presStyleLbl="node1" presStyleIdx="3" presStyleCnt="5">
        <dgm:presLayoutVars>
          <dgm:bulletEnabled val="1"/>
        </dgm:presLayoutVars>
      </dgm:prSet>
      <dgm:spPr/>
    </dgm:pt>
    <dgm:pt modelId="{2297CA2F-E4E3-4CAA-9DAC-31EBDE18A66E}" type="pres">
      <dgm:prSet presAssocID="{BCA34D4F-D34A-4E7F-8060-EE5CDCEDEBC9}" presName="sibTrans" presStyleLbl="sibTrans2D1" presStyleIdx="3" presStyleCnt="4"/>
      <dgm:spPr/>
    </dgm:pt>
    <dgm:pt modelId="{54FB4166-E42F-4144-9064-5D0A6108B512}" type="pres">
      <dgm:prSet presAssocID="{BCA34D4F-D34A-4E7F-8060-EE5CDCEDEBC9}" presName="connectorText" presStyleLbl="sibTrans2D1" presStyleIdx="3" presStyleCnt="4"/>
      <dgm:spPr/>
    </dgm:pt>
    <dgm:pt modelId="{7807F26B-8DA3-4C05-AC81-9B09DFFBB862}" type="pres">
      <dgm:prSet presAssocID="{2063F73A-6D48-4171-9BCC-3A5159FCFBE3}" presName="node" presStyleLbl="node1" presStyleIdx="4" presStyleCnt="5">
        <dgm:presLayoutVars>
          <dgm:bulletEnabled val="1"/>
        </dgm:presLayoutVars>
      </dgm:prSet>
      <dgm:spPr/>
    </dgm:pt>
  </dgm:ptLst>
  <dgm:cxnLst>
    <dgm:cxn modelId="{373BB105-BD9B-482D-93E7-3D2A93F643C0}" type="presOf" srcId="{0F52510D-04B1-43CC-97FD-7BBD63C4D854}" destId="{69C0042D-507E-4F9E-94A8-E94955ADB76F}" srcOrd="0" destOrd="4" presId="urn:microsoft.com/office/officeart/2005/8/layout/process1"/>
    <dgm:cxn modelId="{E1DB8706-943A-41DE-857B-FD1004514511}" srcId="{360C9A48-81FE-4D65-9516-B232CA206B0B}" destId="{B27230E2-A17D-4220-80FE-46D64297B343}" srcOrd="0" destOrd="0" parTransId="{D985146F-41BC-41F7-BD5A-34637F24A6B1}" sibTransId="{1D9A2E75-6B4A-4BA3-BDC6-C1C8E25DEF5F}"/>
    <dgm:cxn modelId="{8B50E507-1CF5-4604-8206-39FABB967420}" type="presOf" srcId="{A97DF006-03C2-4032-A233-78BD76A63D3D}" destId="{60985EB9-42F5-4968-91E1-F1C3464F83DB}" srcOrd="0" destOrd="0" presId="urn:microsoft.com/office/officeart/2005/8/layout/process1"/>
    <dgm:cxn modelId="{E8787317-170A-4679-B5D4-515276EDD2E3}" type="presOf" srcId="{A3169168-C8F4-4A32-9005-27C2332994A7}" destId="{C995A894-0AFA-453F-8460-3BDDD034C9F0}" srcOrd="0" destOrd="0" presId="urn:microsoft.com/office/officeart/2005/8/layout/process1"/>
    <dgm:cxn modelId="{4AD42824-2F58-47D8-B6AC-498408ADB519}" srcId="{E3F7B911-0DB8-46F7-A6CB-A937DE7F5972}" destId="{2063F73A-6D48-4171-9BCC-3A5159FCFBE3}" srcOrd="4" destOrd="0" parTransId="{25077567-7832-4BBF-8124-97EF66740E53}" sibTransId="{DE743DFC-3175-4315-B0E1-7CE8009342DB}"/>
    <dgm:cxn modelId="{97B9692E-411D-4838-88AD-1C43A6F73083}" type="presOf" srcId="{360C9A48-81FE-4D65-9516-B232CA206B0B}" destId="{BCD86AF2-2522-4648-B7B2-23EC01768288}" srcOrd="0" destOrd="0" presId="urn:microsoft.com/office/officeart/2005/8/layout/process1"/>
    <dgm:cxn modelId="{13C49C2F-310A-4CF0-8235-FBDCD86AF66B}" type="presOf" srcId="{A38E3FB1-74C2-416C-962C-208A8CC26451}" destId="{0941CEB6-4744-4A4C-B3F9-AE9B3291FC66}" srcOrd="0" destOrd="0" presId="urn:microsoft.com/office/officeart/2005/8/layout/process1"/>
    <dgm:cxn modelId="{14F43930-AB62-4374-97B3-C3B06522240C}" type="presOf" srcId="{C9BC02D3-DAF3-483D-B2B5-6A810A3E5D23}" destId="{69C0042D-507E-4F9E-94A8-E94955ADB76F}" srcOrd="0" destOrd="3" presId="urn:microsoft.com/office/officeart/2005/8/layout/process1"/>
    <dgm:cxn modelId="{11B67C38-C0BB-4056-ABB9-B9C8C359F9CA}" type="presOf" srcId="{2063F73A-6D48-4171-9BCC-3A5159FCFBE3}" destId="{7807F26B-8DA3-4C05-AC81-9B09DFFBB862}" srcOrd="0" destOrd="0" presId="urn:microsoft.com/office/officeart/2005/8/layout/process1"/>
    <dgm:cxn modelId="{1079F93D-EFC9-4F63-A7D2-BA33A86E4DFC}" type="presOf" srcId="{BCA34D4F-D34A-4E7F-8060-EE5CDCEDEBC9}" destId="{2297CA2F-E4E3-4CAA-9DAC-31EBDE18A66E}" srcOrd="0" destOrd="0" presId="urn:microsoft.com/office/officeart/2005/8/layout/process1"/>
    <dgm:cxn modelId="{26FA8D5C-9E2D-43A2-86DB-EE2A3FA661CA}" type="presOf" srcId="{A97DF006-03C2-4032-A233-78BD76A63D3D}" destId="{EAD196ED-2637-4521-AC20-12D40696FBB7}" srcOrd="1" destOrd="0" presId="urn:microsoft.com/office/officeart/2005/8/layout/process1"/>
    <dgm:cxn modelId="{A3436A63-0B7B-4E1F-9868-5311457F2073}" srcId="{E3F7B911-0DB8-46F7-A6CB-A937DE7F5972}" destId="{A38E3FB1-74C2-416C-962C-208A8CC26451}" srcOrd="3" destOrd="0" parTransId="{9E752F19-DAF8-4077-BC1B-196EAE64B4D1}" sibTransId="{BCA34D4F-D34A-4E7F-8060-EE5CDCEDEBC9}"/>
    <dgm:cxn modelId="{8C6FAC44-1A20-4525-8EB8-2F9740001F7B}" type="presOf" srcId="{4ED935BC-B6F4-4023-8157-90A00E4288D9}" destId="{69C0042D-507E-4F9E-94A8-E94955ADB76F}" srcOrd="0" destOrd="2" presId="urn:microsoft.com/office/officeart/2005/8/layout/process1"/>
    <dgm:cxn modelId="{D680D866-82DC-42E8-93B4-13F314842A5A}" type="presOf" srcId="{66FFFF39-03D1-479F-A004-0C1A91BCD012}" destId="{7807F26B-8DA3-4C05-AC81-9B09DFFBB862}" srcOrd="0" destOrd="1" presId="urn:microsoft.com/office/officeart/2005/8/layout/process1"/>
    <dgm:cxn modelId="{C99CE768-EC43-4487-A92D-7422C1A1183F}" type="presOf" srcId="{FF9F707B-CECE-4E78-99EB-914DC0A31ECF}" destId="{0941CEB6-4744-4A4C-B3F9-AE9B3291FC66}" srcOrd="0" destOrd="1" presId="urn:microsoft.com/office/officeart/2005/8/layout/process1"/>
    <dgm:cxn modelId="{9D26AD6A-9892-4AC4-A58F-4C551EC94151}" srcId="{43DA3B73-85CC-44C7-99AF-E8675AAB11F1}" destId="{A992AD57-2B29-405E-A673-4C8FE2DCB2F0}" srcOrd="0" destOrd="0" parTransId="{A107BC28-DE52-4594-8495-7F55B444C020}" sibTransId="{E8BD408A-94EB-4640-B731-4BB67C578ABF}"/>
    <dgm:cxn modelId="{BB46DB6A-79CE-4A48-9BD1-A2DD18A4D36D}" type="presOf" srcId="{E3F7B911-0DB8-46F7-A6CB-A937DE7F5972}" destId="{33C77B4B-AC4C-4101-BE80-BB3417553860}" srcOrd="0" destOrd="0" presId="urn:microsoft.com/office/officeart/2005/8/layout/process1"/>
    <dgm:cxn modelId="{2067A66C-5E78-49CD-BF13-380CF2200C11}" type="presOf" srcId="{BCA34D4F-D34A-4E7F-8060-EE5CDCEDEBC9}" destId="{54FB4166-E42F-4144-9064-5D0A6108B512}" srcOrd="1" destOrd="0" presId="urn:microsoft.com/office/officeart/2005/8/layout/process1"/>
    <dgm:cxn modelId="{131F2674-DD6F-469D-917E-E2EE098B29BC}" srcId="{E3F7B911-0DB8-46F7-A6CB-A937DE7F5972}" destId="{43DA3B73-85CC-44C7-99AF-E8675AAB11F1}" srcOrd="0" destOrd="0" parTransId="{9F019D3D-4D19-4593-B070-40268D2F2EB5}" sibTransId="{A3169168-C8F4-4A32-9005-27C2332994A7}"/>
    <dgm:cxn modelId="{541F8A77-0852-4130-A267-CB2C1482A6E8}" type="presOf" srcId="{E97D0C73-F383-4117-A7E5-7A3FF09471D3}" destId="{42963792-B266-4648-A606-495C07C981FB}" srcOrd="0" destOrd="0" presId="urn:microsoft.com/office/officeart/2005/8/layout/process1"/>
    <dgm:cxn modelId="{78861782-068A-488A-B1C5-09CC575B5D80}" srcId="{E3F7B911-0DB8-46F7-A6CB-A937DE7F5972}" destId="{360C9A48-81FE-4D65-9516-B232CA206B0B}" srcOrd="2" destOrd="0" parTransId="{0B625C4F-CCA9-4175-983E-88805D77AAC5}" sibTransId="{E97D0C73-F383-4117-A7E5-7A3FF09471D3}"/>
    <dgm:cxn modelId="{CCB86B93-3845-428F-8411-A023AC4BDDEB}" srcId="{2063F73A-6D48-4171-9BCC-3A5159FCFBE3}" destId="{66FFFF39-03D1-479F-A004-0C1A91BCD012}" srcOrd="0" destOrd="0" parTransId="{4A5EDA08-68C0-4719-B835-6AECC589A5D1}" sibTransId="{775A41F0-E2CD-483C-948E-4C4DCDBE23C6}"/>
    <dgm:cxn modelId="{17E4239A-DE32-4B78-BE06-CFE7B8B50D59}" srcId="{ADFB60DE-7B6B-42C9-98FD-F94B3F204B4D}" destId="{801389A1-08AD-4217-99F1-17D044229FA0}" srcOrd="0" destOrd="0" parTransId="{BC314620-F755-43B8-B2B8-D38FEAD5BE47}" sibTransId="{9C7BD2E7-B2D7-4F25-A967-AB9E699AD0E3}"/>
    <dgm:cxn modelId="{150939AA-2A95-4B47-BDB9-FCBABC3FCAF5}" srcId="{E3F7B911-0DB8-46F7-A6CB-A937DE7F5972}" destId="{ADFB60DE-7B6B-42C9-98FD-F94B3F204B4D}" srcOrd="1" destOrd="0" parTransId="{A671AC3F-4FF4-419F-B14B-178228C3B3F5}" sibTransId="{A97DF006-03C2-4032-A233-78BD76A63D3D}"/>
    <dgm:cxn modelId="{881D80AA-1DB5-4D05-B4BE-DEB9948C817E}" type="presOf" srcId="{A3169168-C8F4-4A32-9005-27C2332994A7}" destId="{8C1AB374-B3F6-4375-BF8E-0EF0B9A03D5F}" srcOrd="1" destOrd="0" presId="urn:microsoft.com/office/officeart/2005/8/layout/process1"/>
    <dgm:cxn modelId="{78A882AF-41EB-40C3-8636-7416EA57980A}" srcId="{A992AD57-2B29-405E-A673-4C8FE2DCB2F0}" destId="{C9BC02D3-DAF3-483D-B2B5-6A810A3E5D23}" srcOrd="1" destOrd="0" parTransId="{0D7DD7AB-4B3F-4B26-9699-8D069D27EBFE}" sibTransId="{14A04E87-4E78-4857-8660-A2A290C3C448}"/>
    <dgm:cxn modelId="{E38AD1BC-B1F2-48A3-9F4E-9F4B093FDAEC}" type="presOf" srcId="{43DA3B73-85CC-44C7-99AF-E8675AAB11F1}" destId="{69C0042D-507E-4F9E-94A8-E94955ADB76F}" srcOrd="0" destOrd="0" presId="urn:microsoft.com/office/officeart/2005/8/layout/process1"/>
    <dgm:cxn modelId="{B714FBC5-D059-4484-9BC2-66EECB500B12}" type="presOf" srcId="{A992AD57-2B29-405E-A673-4C8FE2DCB2F0}" destId="{69C0042D-507E-4F9E-94A8-E94955ADB76F}" srcOrd="0" destOrd="1" presId="urn:microsoft.com/office/officeart/2005/8/layout/process1"/>
    <dgm:cxn modelId="{E20D28C7-268F-4C82-A0F1-EBBD25300B26}" type="presOf" srcId="{E97D0C73-F383-4117-A7E5-7A3FF09471D3}" destId="{C7FE0866-5A38-4AB6-9BDD-3EA0723D1400}" srcOrd="1" destOrd="0" presId="urn:microsoft.com/office/officeart/2005/8/layout/process1"/>
    <dgm:cxn modelId="{0DC4C7C8-8BFE-40E5-83C2-29B21DE73171}" type="presOf" srcId="{ADFB60DE-7B6B-42C9-98FD-F94B3F204B4D}" destId="{94DB21CA-9344-453D-8C21-40F12F0D3889}" srcOrd="0" destOrd="0" presId="urn:microsoft.com/office/officeart/2005/8/layout/process1"/>
    <dgm:cxn modelId="{AAC299C9-BA83-43E5-94A0-81B18092AFEC}" type="presOf" srcId="{5B1735AB-8363-41EB-A9A6-B25D2636DC13}" destId="{69C0042D-507E-4F9E-94A8-E94955ADB76F}" srcOrd="0" destOrd="5" presId="urn:microsoft.com/office/officeart/2005/8/layout/process1"/>
    <dgm:cxn modelId="{FEEA18CF-B05D-4F84-9B2B-A59126D73B0B}" srcId="{A38E3FB1-74C2-416C-962C-208A8CC26451}" destId="{FF9F707B-CECE-4E78-99EB-914DC0A31ECF}" srcOrd="0" destOrd="0" parTransId="{FB17E8DF-B400-423B-9CB4-4C38E1A393D0}" sibTransId="{1B2FE90C-EAEA-4A43-A64F-69ABBDDABCEB}"/>
    <dgm:cxn modelId="{AB8346D2-7479-4A8A-9B9E-3E06B25A4101}" type="presOf" srcId="{801389A1-08AD-4217-99F1-17D044229FA0}" destId="{94DB21CA-9344-453D-8C21-40F12F0D3889}" srcOrd="0" destOrd="1" presId="urn:microsoft.com/office/officeart/2005/8/layout/process1"/>
    <dgm:cxn modelId="{7A7BB4F0-1C5C-48CB-8901-89C2F8777FD9}" srcId="{A992AD57-2B29-405E-A673-4C8FE2DCB2F0}" destId="{4ED935BC-B6F4-4023-8157-90A00E4288D9}" srcOrd="0" destOrd="0" parTransId="{770B9806-9CD8-4654-A8B8-3D70D0747D19}" sibTransId="{615EA72B-289C-47B9-87A6-D11B04775F76}"/>
    <dgm:cxn modelId="{66DE21FB-DA00-48E7-8841-EB738D68F62C}" srcId="{A992AD57-2B29-405E-A673-4C8FE2DCB2F0}" destId="{5B1735AB-8363-41EB-A9A6-B25D2636DC13}" srcOrd="3" destOrd="0" parTransId="{258247BB-E99C-4C40-A6F3-2BCFF7F3F021}" sibTransId="{A1728D92-C6B8-42BE-B7DA-7498106C25C1}"/>
    <dgm:cxn modelId="{CD2010FC-CBD9-4366-BBB7-A2370EB4C245}" srcId="{A992AD57-2B29-405E-A673-4C8FE2DCB2F0}" destId="{0F52510D-04B1-43CC-97FD-7BBD63C4D854}" srcOrd="2" destOrd="0" parTransId="{7A0826B7-80B0-4499-9F07-B0CEFEBCCB15}" sibTransId="{000FE71D-E956-498B-A2D5-3FE5EE89E851}"/>
    <dgm:cxn modelId="{44EB4AFF-CFAA-4C07-A2E3-FCFCFC4805D0}" type="presOf" srcId="{B27230E2-A17D-4220-80FE-46D64297B343}" destId="{BCD86AF2-2522-4648-B7B2-23EC01768288}" srcOrd="0" destOrd="1" presId="urn:microsoft.com/office/officeart/2005/8/layout/process1"/>
    <dgm:cxn modelId="{A3EEBC4C-D696-420C-9548-292C5BAFC381}" type="presParOf" srcId="{33C77B4B-AC4C-4101-BE80-BB3417553860}" destId="{69C0042D-507E-4F9E-94A8-E94955ADB76F}" srcOrd="0" destOrd="0" presId="urn:microsoft.com/office/officeart/2005/8/layout/process1"/>
    <dgm:cxn modelId="{74064A54-7EF8-41C7-AE1A-BB20A8BAC8C0}" type="presParOf" srcId="{33C77B4B-AC4C-4101-BE80-BB3417553860}" destId="{C995A894-0AFA-453F-8460-3BDDD034C9F0}" srcOrd="1" destOrd="0" presId="urn:microsoft.com/office/officeart/2005/8/layout/process1"/>
    <dgm:cxn modelId="{42219523-EF2A-4B71-AADE-F502E30D150F}" type="presParOf" srcId="{C995A894-0AFA-453F-8460-3BDDD034C9F0}" destId="{8C1AB374-B3F6-4375-BF8E-0EF0B9A03D5F}" srcOrd="0" destOrd="0" presId="urn:microsoft.com/office/officeart/2005/8/layout/process1"/>
    <dgm:cxn modelId="{2E862AAC-1707-4857-9DE2-CB1A6192A062}" type="presParOf" srcId="{33C77B4B-AC4C-4101-BE80-BB3417553860}" destId="{94DB21CA-9344-453D-8C21-40F12F0D3889}" srcOrd="2" destOrd="0" presId="urn:microsoft.com/office/officeart/2005/8/layout/process1"/>
    <dgm:cxn modelId="{E56D702D-0BD3-45F5-9E8A-6285E21BF72E}" type="presParOf" srcId="{33C77B4B-AC4C-4101-BE80-BB3417553860}" destId="{60985EB9-42F5-4968-91E1-F1C3464F83DB}" srcOrd="3" destOrd="0" presId="urn:microsoft.com/office/officeart/2005/8/layout/process1"/>
    <dgm:cxn modelId="{89C02620-D853-4447-8CB1-200CE276630A}" type="presParOf" srcId="{60985EB9-42F5-4968-91E1-F1C3464F83DB}" destId="{EAD196ED-2637-4521-AC20-12D40696FBB7}" srcOrd="0" destOrd="0" presId="urn:microsoft.com/office/officeart/2005/8/layout/process1"/>
    <dgm:cxn modelId="{41356EBF-EA7A-4518-B314-C85465DD60D5}" type="presParOf" srcId="{33C77B4B-AC4C-4101-BE80-BB3417553860}" destId="{BCD86AF2-2522-4648-B7B2-23EC01768288}" srcOrd="4" destOrd="0" presId="urn:microsoft.com/office/officeart/2005/8/layout/process1"/>
    <dgm:cxn modelId="{FBE42AA9-721C-4844-B0F1-CCA2BAD003BC}" type="presParOf" srcId="{33C77B4B-AC4C-4101-BE80-BB3417553860}" destId="{42963792-B266-4648-A606-495C07C981FB}" srcOrd="5" destOrd="0" presId="urn:microsoft.com/office/officeart/2005/8/layout/process1"/>
    <dgm:cxn modelId="{33FB0A03-6E92-4F9C-8F36-2CA9B558087D}" type="presParOf" srcId="{42963792-B266-4648-A606-495C07C981FB}" destId="{C7FE0866-5A38-4AB6-9BDD-3EA0723D1400}" srcOrd="0" destOrd="0" presId="urn:microsoft.com/office/officeart/2005/8/layout/process1"/>
    <dgm:cxn modelId="{95CA412C-C13C-4F33-B878-9724F580FF8B}" type="presParOf" srcId="{33C77B4B-AC4C-4101-BE80-BB3417553860}" destId="{0941CEB6-4744-4A4C-B3F9-AE9B3291FC66}" srcOrd="6" destOrd="0" presId="urn:microsoft.com/office/officeart/2005/8/layout/process1"/>
    <dgm:cxn modelId="{1D45963A-9C3B-4EE7-8BAA-42AA1C291C18}" type="presParOf" srcId="{33C77B4B-AC4C-4101-BE80-BB3417553860}" destId="{2297CA2F-E4E3-4CAA-9DAC-31EBDE18A66E}" srcOrd="7" destOrd="0" presId="urn:microsoft.com/office/officeart/2005/8/layout/process1"/>
    <dgm:cxn modelId="{B786256B-F892-41CF-BC10-7B27DA60562C}" type="presParOf" srcId="{2297CA2F-E4E3-4CAA-9DAC-31EBDE18A66E}" destId="{54FB4166-E42F-4144-9064-5D0A6108B512}" srcOrd="0" destOrd="0" presId="urn:microsoft.com/office/officeart/2005/8/layout/process1"/>
    <dgm:cxn modelId="{046152D9-7E35-49B9-B8FD-DC77E07E82E9}" type="presParOf" srcId="{33C77B4B-AC4C-4101-BE80-BB3417553860}" destId="{7807F26B-8DA3-4C05-AC81-9B09DFFBB862}" srcOrd="8"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E3F7B911-0DB8-46F7-A6CB-A937DE7F5972}" type="doc">
      <dgm:prSet loTypeId="urn:microsoft.com/office/officeart/2005/8/layout/process1" loCatId="process" qsTypeId="urn:microsoft.com/office/officeart/2005/8/quickstyle/simple5" qsCatId="simple" csTypeId="urn:microsoft.com/office/officeart/2005/8/colors/accent1_2" csCatId="accent1" phldr="1"/>
      <dgm:spPr/>
      <dgm:t>
        <a:bodyPr/>
        <a:lstStyle/>
        <a:p>
          <a:endParaRPr lang="en-US"/>
        </a:p>
      </dgm:t>
    </dgm:pt>
    <dgm:pt modelId="{43DA3B73-85CC-44C7-99AF-E8675AAB11F1}">
      <dgm:prSet phldrT="[Text]">
        <dgm:style>
          <a:lnRef idx="0">
            <a:schemeClr val="accent1"/>
          </a:lnRef>
          <a:fillRef idx="3">
            <a:schemeClr val="accent1"/>
          </a:fillRef>
          <a:effectRef idx="3">
            <a:schemeClr val="accent1"/>
          </a:effectRef>
          <a:fontRef idx="minor">
            <a:schemeClr val="lt1"/>
          </a:fontRef>
        </dgm:style>
      </dgm:prSet>
      <dgm:spPr/>
      <dgm:t>
        <a:bodyPr/>
        <a:lstStyle/>
        <a:p>
          <a:r>
            <a:rPr lang="en-US" b="1" dirty="0"/>
            <a:t>Requirement Gathering</a:t>
          </a:r>
        </a:p>
      </dgm:t>
    </dgm:pt>
    <dgm:pt modelId="{9F019D3D-4D19-4593-B070-40268D2F2EB5}" type="parTrans" cxnId="{131F2674-DD6F-469D-917E-E2EE098B29BC}">
      <dgm:prSet/>
      <dgm:spPr/>
      <dgm:t>
        <a:bodyPr/>
        <a:lstStyle/>
        <a:p>
          <a:endParaRPr lang="en-US"/>
        </a:p>
      </dgm:t>
    </dgm:pt>
    <dgm:pt modelId="{A3169168-C8F4-4A32-9005-27C2332994A7}" type="sibTrans" cxnId="{131F2674-DD6F-469D-917E-E2EE098B29BC}">
      <dgm:prSet/>
      <dgm:spPr/>
      <dgm:t>
        <a:bodyPr/>
        <a:lstStyle/>
        <a:p>
          <a:endParaRPr lang="en-US"/>
        </a:p>
      </dgm:t>
    </dgm:pt>
    <dgm:pt modelId="{360C9A48-81FE-4D65-9516-B232CA206B0B}">
      <dgm:prSet>
        <dgm:style>
          <a:lnRef idx="2">
            <a:schemeClr val="dk1"/>
          </a:lnRef>
          <a:fillRef idx="1">
            <a:schemeClr val="lt1"/>
          </a:fillRef>
          <a:effectRef idx="0">
            <a:schemeClr val="dk1"/>
          </a:effectRef>
          <a:fontRef idx="minor">
            <a:schemeClr val="dk1"/>
          </a:fontRef>
        </dgm:style>
      </dgm:prSet>
      <dgm:spPr/>
      <dgm:t>
        <a:bodyPr/>
        <a:lstStyle/>
        <a:p>
          <a:r>
            <a:rPr lang="en-US" b="1"/>
            <a:t>Logical Design</a:t>
          </a:r>
        </a:p>
      </dgm:t>
    </dgm:pt>
    <dgm:pt modelId="{0B625C4F-CCA9-4175-983E-88805D77AAC5}" type="parTrans" cxnId="{78861782-068A-488A-B1C5-09CC575B5D80}">
      <dgm:prSet/>
      <dgm:spPr/>
      <dgm:t>
        <a:bodyPr/>
        <a:lstStyle/>
        <a:p>
          <a:endParaRPr lang="en-US"/>
        </a:p>
      </dgm:t>
    </dgm:pt>
    <dgm:pt modelId="{E97D0C73-F383-4117-A7E5-7A3FF09471D3}" type="sibTrans" cxnId="{78861782-068A-488A-B1C5-09CC575B5D80}">
      <dgm:prSet/>
      <dgm:spPr/>
      <dgm:t>
        <a:bodyPr/>
        <a:lstStyle/>
        <a:p>
          <a:endParaRPr lang="en-US"/>
        </a:p>
      </dgm:t>
    </dgm:pt>
    <dgm:pt modelId="{A38E3FB1-74C2-416C-962C-208A8CC26451}">
      <dgm:prSet>
        <dgm:style>
          <a:lnRef idx="2">
            <a:schemeClr val="accent5"/>
          </a:lnRef>
          <a:fillRef idx="1">
            <a:schemeClr val="lt1"/>
          </a:fillRef>
          <a:effectRef idx="0">
            <a:schemeClr val="accent5"/>
          </a:effectRef>
          <a:fontRef idx="minor">
            <a:schemeClr val="dk1"/>
          </a:fontRef>
        </dgm:style>
      </dgm:prSet>
      <dgm:spPr/>
      <dgm:t>
        <a:bodyPr/>
        <a:lstStyle/>
        <a:p>
          <a:r>
            <a:rPr lang="en-US" b="1"/>
            <a:t>Physical Design</a:t>
          </a:r>
        </a:p>
      </dgm:t>
    </dgm:pt>
    <dgm:pt modelId="{9E752F19-DAF8-4077-BC1B-196EAE64B4D1}" type="parTrans" cxnId="{A3436A63-0B7B-4E1F-9868-5311457F2073}">
      <dgm:prSet/>
      <dgm:spPr/>
      <dgm:t>
        <a:bodyPr/>
        <a:lstStyle/>
        <a:p>
          <a:endParaRPr lang="en-US"/>
        </a:p>
      </dgm:t>
    </dgm:pt>
    <dgm:pt modelId="{BCA34D4F-D34A-4E7F-8060-EE5CDCEDEBC9}" type="sibTrans" cxnId="{A3436A63-0B7B-4E1F-9868-5311457F2073}">
      <dgm:prSet/>
      <dgm:spPr/>
      <dgm:t>
        <a:bodyPr/>
        <a:lstStyle/>
        <a:p>
          <a:endParaRPr lang="en-US"/>
        </a:p>
      </dgm:t>
    </dgm:pt>
    <dgm:pt modelId="{2063F73A-6D48-4171-9BCC-3A5159FCFBE3}">
      <dgm:prSet>
        <dgm:style>
          <a:lnRef idx="2">
            <a:schemeClr val="accent5"/>
          </a:lnRef>
          <a:fillRef idx="1">
            <a:schemeClr val="lt1"/>
          </a:fillRef>
          <a:effectRef idx="0">
            <a:schemeClr val="accent5"/>
          </a:effectRef>
          <a:fontRef idx="minor">
            <a:schemeClr val="dk1"/>
          </a:fontRef>
        </dgm:style>
      </dgm:prSet>
      <dgm:spPr/>
      <dgm:t>
        <a:bodyPr/>
        <a:lstStyle/>
        <a:p>
          <a:r>
            <a:rPr lang="en-US" b="1"/>
            <a:t>Installation and Maintenance</a:t>
          </a:r>
        </a:p>
      </dgm:t>
    </dgm:pt>
    <dgm:pt modelId="{25077567-7832-4BBF-8124-97EF66740E53}" type="parTrans" cxnId="{4AD42824-2F58-47D8-B6AC-498408ADB519}">
      <dgm:prSet/>
      <dgm:spPr/>
      <dgm:t>
        <a:bodyPr/>
        <a:lstStyle/>
        <a:p>
          <a:endParaRPr lang="en-US"/>
        </a:p>
      </dgm:t>
    </dgm:pt>
    <dgm:pt modelId="{DE743DFC-3175-4315-B0E1-7CE8009342DB}" type="sibTrans" cxnId="{4AD42824-2F58-47D8-B6AC-498408ADB519}">
      <dgm:prSet/>
      <dgm:spPr/>
      <dgm:t>
        <a:bodyPr/>
        <a:lstStyle/>
        <a:p>
          <a:endParaRPr lang="en-US"/>
        </a:p>
      </dgm:t>
    </dgm:pt>
    <dgm:pt modelId="{ADFB60DE-7B6B-42C9-98FD-F94B3F204B4D}">
      <dgm:prSet>
        <dgm:style>
          <a:lnRef idx="2">
            <a:schemeClr val="dk1"/>
          </a:lnRef>
          <a:fillRef idx="1">
            <a:schemeClr val="lt1"/>
          </a:fillRef>
          <a:effectRef idx="0">
            <a:schemeClr val="dk1"/>
          </a:effectRef>
          <a:fontRef idx="minor">
            <a:schemeClr val="dk1"/>
          </a:fontRef>
        </dgm:style>
      </dgm:prSet>
      <dgm:spPr/>
      <dgm:t>
        <a:bodyPr/>
        <a:lstStyle/>
        <a:p>
          <a:r>
            <a:rPr lang="en-US" b="1" dirty="0"/>
            <a:t>Analysis</a:t>
          </a:r>
        </a:p>
      </dgm:t>
    </dgm:pt>
    <dgm:pt modelId="{A97DF006-03C2-4032-A233-78BD76A63D3D}" type="sibTrans" cxnId="{150939AA-2A95-4B47-BDB9-FCBABC3FCAF5}">
      <dgm:prSet/>
      <dgm:spPr/>
      <dgm:t>
        <a:bodyPr/>
        <a:lstStyle/>
        <a:p>
          <a:endParaRPr lang="en-US"/>
        </a:p>
      </dgm:t>
    </dgm:pt>
    <dgm:pt modelId="{A671AC3F-4FF4-419F-B14B-178228C3B3F5}" type="parTrans" cxnId="{150939AA-2A95-4B47-BDB9-FCBABC3FCAF5}">
      <dgm:prSet/>
      <dgm:spPr/>
      <dgm:t>
        <a:bodyPr/>
        <a:lstStyle/>
        <a:p>
          <a:endParaRPr lang="en-US"/>
        </a:p>
      </dgm:t>
    </dgm:pt>
    <dgm:pt modelId="{A992AD57-2B29-405E-A673-4C8FE2DCB2F0}">
      <dgm:prSet>
        <dgm:style>
          <a:lnRef idx="0">
            <a:schemeClr val="accent1"/>
          </a:lnRef>
          <a:fillRef idx="3">
            <a:schemeClr val="accent1"/>
          </a:fillRef>
          <a:effectRef idx="3">
            <a:schemeClr val="accent1"/>
          </a:effectRef>
          <a:fontRef idx="minor">
            <a:schemeClr val="lt1"/>
          </a:fontRef>
        </dgm:style>
      </dgm:prSet>
      <dgm:spPr/>
      <dgm:t>
        <a:bodyPr/>
        <a:lstStyle/>
        <a:p>
          <a:r>
            <a:rPr lang="en-US"/>
            <a:t>Determine needs of: </a:t>
          </a:r>
        </a:p>
      </dgm:t>
    </dgm:pt>
    <dgm:pt modelId="{A107BC28-DE52-4594-8495-7F55B444C020}" type="parTrans" cxnId="{9D26AD6A-9892-4AC4-A58F-4C551EC94151}">
      <dgm:prSet/>
      <dgm:spPr/>
      <dgm:t>
        <a:bodyPr/>
        <a:lstStyle/>
        <a:p>
          <a:endParaRPr lang="en-US"/>
        </a:p>
      </dgm:t>
    </dgm:pt>
    <dgm:pt modelId="{E8BD408A-94EB-4640-B731-4BB67C578ABF}" type="sibTrans" cxnId="{9D26AD6A-9892-4AC4-A58F-4C551EC94151}">
      <dgm:prSet/>
      <dgm:spPr/>
      <dgm:t>
        <a:bodyPr/>
        <a:lstStyle/>
        <a:p>
          <a:endParaRPr lang="en-US"/>
        </a:p>
      </dgm:t>
    </dgm:pt>
    <dgm:pt modelId="{4ED935BC-B6F4-4023-8157-90A00E4288D9}">
      <dgm:prSet>
        <dgm:style>
          <a:lnRef idx="0">
            <a:schemeClr val="accent1"/>
          </a:lnRef>
          <a:fillRef idx="3">
            <a:schemeClr val="accent1"/>
          </a:fillRef>
          <a:effectRef idx="3">
            <a:schemeClr val="accent1"/>
          </a:effectRef>
          <a:fontRef idx="minor">
            <a:schemeClr val="lt1"/>
          </a:fontRef>
        </dgm:style>
      </dgm:prSet>
      <dgm:spPr/>
      <dgm:t>
        <a:bodyPr/>
        <a:lstStyle/>
        <a:p>
          <a:r>
            <a:rPr lang="en-US"/>
            <a:t>Business</a:t>
          </a:r>
        </a:p>
      </dgm:t>
    </dgm:pt>
    <dgm:pt modelId="{770B9806-9CD8-4654-A8B8-3D70D0747D19}" type="parTrans" cxnId="{7A7BB4F0-1C5C-48CB-8901-89C2F8777FD9}">
      <dgm:prSet/>
      <dgm:spPr/>
      <dgm:t>
        <a:bodyPr/>
        <a:lstStyle/>
        <a:p>
          <a:endParaRPr lang="en-US"/>
        </a:p>
      </dgm:t>
    </dgm:pt>
    <dgm:pt modelId="{615EA72B-289C-47B9-87A6-D11B04775F76}" type="sibTrans" cxnId="{7A7BB4F0-1C5C-48CB-8901-89C2F8777FD9}">
      <dgm:prSet/>
      <dgm:spPr/>
      <dgm:t>
        <a:bodyPr/>
        <a:lstStyle/>
        <a:p>
          <a:endParaRPr lang="en-US"/>
        </a:p>
      </dgm:t>
    </dgm:pt>
    <dgm:pt modelId="{C9BC02D3-DAF3-483D-B2B5-6A810A3E5D23}">
      <dgm:prSet>
        <dgm:style>
          <a:lnRef idx="0">
            <a:schemeClr val="accent1"/>
          </a:lnRef>
          <a:fillRef idx="3">
            <a:schemeClr val="accent1"/>
          </a:fillRef>
          <a:effectRef idx="3">
            <a:schemeClr val="accent1"/>
          </a:effectRef>
          <a:fontRef idx="minor">
            <a:schemeClr val="lt1"/>
          </a:fontRef>
        </dgm:style>
      </dgm:prSet>
      <dgm:spPr/>
      <dgm:t>
        <a:bodyPr/>
        <a:lstStyle/>
        <a:p>
          <a:r>
            <a:rPr lang="en-US"/>
            <a:t>Users</a:t>
          </a:r>
        </a:p>
      </dgm:t>
    </dgm:pt>
    <dgm:pt modelId="{0D7DD7AB-4B3F-4B26-9699-8D069D27EBFE}" type="parTrans" cxnId="{78A882AF-41EB-40C3-8636-7416EA57980A}">
      <dgm:prSet/>
      <dgm:spPr/>
      <dgm:t>
        <a:bodyPr/>
        <a:lstStyle/>
        <a:p>
          <a:endParaRPr lang="en-US"/>
        </a:p>
      </dgm:t>
    </dgm:pt>
    <dgm:pt modelId="{14A04E87-4E78-4857-8660-A2A290C3C448}" type="sibTrans" cxnId="{78A882AF-41EB-40C3-8636-7416EA57980A}">
      <dgm:prSet/>
      <dgm:spPr/>
      <dgm:t>
        <a:bodyPr/>
        <a:lstStyle/>
        <a:p>
          <a:endParaRPr lang="en-US"/>
        </a:p>
      </dgm:t>
    </dgm:pt>
    <dgm:pt modelId="{0F52510D-04B1-43CC-97FD-7BBD63C4D854}">
      <dgm:prSet>
        <dgm:style>
          <a:lnRef idx="0">
            <a:schemeClr val="accent1"/>
          </a:lnRef>
          <a:fillRef idx="3">
            <a:schemeClr val="accent1"/>
          </a:fillRef>
          <a:effectRef idx="3">
            <a:schemeClr val="accent1"/>
          </a:effectRef>
          <a:fontRef idx="minor">
            <a:schemeClr val="lt1"/>
          </a:fontRef>
        </dgm:style>
      </dgm:prSet>
      <dgm:spPr/>
      <dgm:t>
        <a:bodyPr/>
        <a:lstStyle/>
        <a:p>
          <a:r>
            <a:rPr lang="en-US"/>
            <a:t>Applications</a:t>
          </a:r>
        </a:p>
      </dgm:t>
    </dgm:pt>
    <dgm:pt modelId="{7A0826B7-80B0-4499-9F07-B0CEFEBCCB15}" type="parTrans" cxnId="{CD2010FC-CBD9-4366-BBB7-A2370EB4C245}">
      <dgm:prSet/>
      <dgm:spPr/>
      <dgm:t>
        <a:bodyPr/>
        <a:lstStyle/>
        <a:p>
          <a:endParaRPr lang="en-US"/>
        </a:p>
      </dgm:t>
    </dgm:pt>
    <dgm:pt modelId="{000FE71D-E956-498B-A2D5-3FE5EE89E851}" type="sibTrans" cxnId="{CD2010FC-CBD9-4366-BBB7-A2370EB4C245}">
      <dgm:prSet/>
      <dgm:spPr/>
      <dgm:t>
        <a:bodyPr/>
        <a:lstStyle/>
        <a:p>
          <a:endParaRPr lang="en-US"/>
        </a:p>
      </dgm:t>
    </dgm:pt>
    <dgm:pt modelId="{5B1735AB-8363-41EB-A9A6-B25D2636DC13}">
      <dgm:prSet>
        <dgm:style>
          <a:lnRef idx="0">
            <a:schemeClr val="accent1"/>
          </a:lnRef>
          <a:fillRef idx="3">
            <a:schemeClr val="accent1"/>
          </a:fillRef>
          <a:effectRef idx="3">
            <a:schemeClr val="accent1"/>
          </a:effectRef>
          <a:fontRef idx="minor">
            <a:schemeClr val="lt1"/>
          </a:fontRef>
        </dgm:style>
      </dgm:prSet>
      <dgm:spPr/>
      <dgm:t>
        <a:bodyPr/>
        <a:lstStyle/>
        <a:p>
          <a:r>
            <a:rPr lang="en-US"/>
            <a:t>Network</a:t>
          </a:r>
        </a:p>
      </dgm:t>
    </dgm:pt>
    <dgm:pt modelId="{258247BB-E99C-4C40-A6F3-2BCFF7F3F021}" type="parTrans" cxnId="{66DE21FB-DA00-48E7-8841-EB738D68F62C}">
      <dgm:prSet/>
      <dgm:spPr/>
      <dgm:t>
        <a:bodyPr/>
        <a:lstStyle/>
        <a:p>
          <a:endParaRPr lang="en-US"/>
        </a:p>
      </dgm:t>
    </dgm:pt>
    <dgm:pt modelId="{A1728D92-C6B8-42BE-B7DA-7498106C25C1}" type="sibTrans" cxnId="{66DE21FB-DA00-48E7-8841-EB738D68F62C}">
      <dgm:prSet/>
      <dgm:spPr/>
      <dgm:t>
        <a:bodyPr/>
        <a:lstStyle/>
        <a:p>
          <a:endParaRPr lang="en-US"/>
        </a:p>
      </dgm:t>
    </dgm:pt>
    <dgm:pt modelId="{801389A1-08AD-4217-99F1-17D044229FA0}">
      <dgm:prSet>
        <dgm:style>
          <a:lnRef idx="2">
            <a:schemeClr val="dk1"/>
          </a:lnRef>
          <a:fillRef idx="1">
            <a:schemeClr val="lt1"/>
          </a:fillRef>
          <a:effectRef idx="0">
            <a:schemeClr val="dk1"/>
          </a:effectRef>
          <a:fontRef idx="minor">
            <a:schemeClr val="dk1"/>
          </a:fontRef>
        </dgm:style>
      </dgm:prSet>
      <dgm:spPr/>
      <dgm:t>
        <a:bodyPr/>
        <a:lstStyle/>
        <a:p>
          <a:r>
            <a:rPr lang="en-US"/>
            <a:t>Estimate and measure traffic and device utilization</a:t>
          </a:r>
        </a:p>
      </dgm:t>
    </dgm:pt>
    <dgm:pt modelId="{BC314620-F755-43B8-B2B8-D38FEAD5BE47}" type="parTrans" cxnId="{17E4239A-DE32-4B78-BE06-CFE7B8B50D59}">
      <dgm:prSet/>
      <dgm:spPr/>
      <dgm:t>
        <a:bodyPr/>
        <a:lstStyle/>
        <a:p>
          <a:endParaRPr lang="en-US"/>
        </a:p>
      </dgm:t>
    </dgm:pt>
    <dgm:pt modelId="{9C7BD2E7-B2D7-4F25-A967-AB9E699AD0E3}" type="sibTrans" cxnId="{17E4239A-DE32-4B78-BE06-CFE7B8B50D59}">
      <dgm:prSet/>
      <dgm:spPr/>
      <dgm:t>
        <a:bodyPr/>
        <a:lstStyle/>
        <a:p>
          <a:endParaRPr lang="en-US"/>
        </a:p>
      </dgm:t>
    </dgm:pt>
    <dgm:pt modelId="{B27230E2-A17D-4220-80FE-46D64297B343}">
      <dgm:prSet>
        <dgm:style>
          <a:lnRef idx="2">
            <a:schemeClr val="dk1"/>
          </a:lnRef>
          <a:fillRef idx="1">
            <a:schemeClr val="lt1"/>
          </a:fillRef>
          <a:effectRef idx="0">
            <a:schemeClr val="dk1"/>
          </a:effectRef>
          <a:fontRef idx="minor">
            <a:schemeClr val="dk1"/>
          </a:fontRef>
        </dgm:style>
      </dgm:prSet>
      <dgm:spPr/>
      <dgm:t>
        <a:bodyPr/>
        <a:lstStyle/>
        <a:p>
          <a:r>
            <a:rPr lang="en-US"/>
            <a:t>Choose technologies that meet the requirements</a:t>
          </a:r>
        </a:p>
      </dgm:t>
    </dgm:pt>
    <dgm:pt modelId="{D985146F-41BC-41F7-BD5A-34637F24A6B1}" type="parTrans" cxnId="{E1DB8706-943A-41DE-857B-FD1004514511}">
      <dgm:prSet/>
      <dgm:spPr/>
      <dgm:t>
        <a:bodyPr/>
        <a:lstStyle/>
        <a:p>
          <a:endParaRPr lang="en-US"/>
        </a:p>
      </dgm:t>
    </dgm:pt>
    <dgm:pt modelId="{1D9A2E75-6B4A-4BA3-BDC6-C1C8E25DEF5F}" type="sibTrans" cxnId="{E1DB8706-943A-41DE-857B-FD1004514511}">
      <dgm:prSet/>
      <dgm:spPr/>
      <dgm:t>
        <a:bodyPr/>
        <a:lstStyle/>
        <a:p>
          <a:endParaRPr lang="en-US"/>
        </a:p>
      </dgm:t>
    </dgm:pt>
    <dgm:pt modelId="{FF9F707B-CECE-4E78-99EB-914DC0A31ECF}">
      <dgm:prSet>
        <dgm:style>
          <a:lnRef idx="2">
            <a:schemeClr val="accent5"/>
          </a:lnRef>
          <a:fillRef idx="1">
            <a:schemeClr val="lt1"/>
          </a:fillRef>
          <a:effectRef idx="0">
            <a:schemeClr val="accent5"/>
          </a:effectRef>
          <a:fontRef idx="minor">
            <a:schemeClr val="dk1"/>
          </a:fontRef>
        </dgm:style>
      </dgm:prSet>
      <dgm:spPr/>
      <dgm:t>
        <a:bodyPr/>
        <a:lstStyle/>
        <a:p>
          <a:r>
            <a:rPr lang="en-US"/>
            <a:t>Apply the Logical Design to the physical space</a:t>
          </a:r>
        </a:p>
      </dgm:t>
    </dgm:pt>
    <dgm:pt modelId="{FB17E8DF-B400-423B-9CB4-4C38E1A393D0}" type="parTrans" cxnId="{FEEA18CF-B05D-4F84-9B2B-A59126D73B0B}">
      <dgm:prSet/>
      <dgm:spPr/>
      <dgm:t>
        <a:bodyPr/>
        <a:lstStyle/>
        <a:p>
          <a:endParaRPr lang="en-US"/>
        </a:p>
      </dgm:t>
    </dgm:pt>
    <dgm:pt modelId="{1B2FE90C-EAEA-4A43-A64F-69ABBDDABCEB}" type="sibTrans" cxnId="{FEEA18CF-B05D-4F84-9B2B-A59126D73B0B}">
      <dgm:prSet/>
      <dgm:spPr/>
      <dgm:t>
        <a:bodyPr/>
        <a:lstStyle/>
        <a:p>
          <a:endParaRPr lang="en-US"/>
        </a:p>
      </dgm:t>
    </dgm:pt>
    <dgm:pt modelId="{66FFFF39-03D1-479F-A004-0C1A91BCD012}">
      <dgm:prSet>
        <dgm:style>
          <a:lnRef idx="2">
            <a:schemeClr val="accent5"/>
          </a:lnRef>
          <a:fillRef idx="1">
            <a:schemeClr val="lt1"/>
          </a:fillRef>
          <a:effectRef idx="0">
            <a:schemeClr val="accent5"/>
          </a:effectRef>
          <a:fontRef idx="minor">
            <a:schemeClr val="dk1"/>
          </a:fontRef>
        </dgm:style>
      </dgm:prSet>
      <dgm:spPr/>
      <dgm:t>
        <a:bodyPr/>
        <a:lstStyle/>
        <a:p>
          <a:r>
            <a:rPr lang="en-US"/>
            <a:t>Implement the Physical Design</a:t>
          </a:r>
        </a:p>
      </dgm:t>
    </dgm:pt>
    <dgm:pt modelId="{4A5EDA08-68C0-4719-B835-6AECC589A5D1}" type="parTrans" cxnId="{CCB86B93-3845-428F-8411-A023AC4BDDEB}">
      <dgm:prSet/>
      <dgm:spPr/>
      <dgm:t>
        <a:bodyPr/>
        <a:lstStyle/>
        <a:p>
          <a:endParaRPr lang="en-US"/>
        </a:p>
      </dgm:t>
    </dgm:pt>
    <dgm:pt modelId="{775A41F0-E2CD-483C-948E-4C4DCDBE23C6}" type="sibTrans" cxnId="{CCB86B93-3845-428F-8411-A023AC4BDDEB}">
      <dgm:prSet/>
      <dgm:spPr/>
      <dgm:t>
        <a:bodyPr/>
        <a:lstStyle/>
        <a:p>
          <a:endParaRPr lang="en-US"/>
        </a:p>
      </dgm:t>
    </dgm:pt>
    <dgm:pt modelId="{33C77B4B-AC4C-4101-BE80-BB3417553860}" type="pres">
      <dgm:prSet presAssocID="{E3F7B911-0DB8-46F7-A6CB-A937DE7F5972}" presName="Name0" presStyleCnt="0">
        <dgm:presLayoutVars>
          <dgm:dir/>
          <dgm:resizeHandles val="exact"/>
        </dgm:presLayoutVars>
      </dgm:prSet>
      <dgm:spPr/>
    </dgm:pt>
    <dgm:pt modelId="{69C0042D-507E-4F9E-94A8-E94955ADB76F}" type="pres">
      <dgm:prSet presAssocID="{43DA3B73-85CC-44C7-99AF-E8675AAB11F1}" presName="node" presStyleLbl="node1" presStyleIdx="0" presStyleCnt="5">
        <dgm:presLayoutVars>
          <dgm:bulletEnabled val="1"/>
        </dgm:presLayoutVars>
      </dgm:prSet>
      <dgm:spPr/>
    </dgm:pt>
    <dgm:pt modelId="{C995A894-0AFA-453F-8460-3BDDD034C9F0}" type="pres">
      <dgm:prSet presAssocID="{A3169168-C8F4-4A32-9005-27C2332994A7}" presName="sibTrans" presStyleLbl="sibTrans2D1" presStyleIdx="0" presStyleCnt="4"/>
      <dgm:spPr/>
    </dgm:pt>
    <dgm:pt modelId="{8C1AB374-B3F6-4375-BF8E-0EF0B9A03D5F}" type="pres">
      <dgm:prSet presAssocID="{A3169168-C8F4-4A32-9005-27C2332994A7}" presName="connectorText" presStyleLbl="sibTrans2D1" presStyleIdx="0" presStyleCnt="4"/>
      <dgm:spPr/>
    </dgm:pt>
    <dgm:pt modelId="{94DB21CA-9344-453D-8C21-40F12F0D3889}" type="pres">
      <dgm:prSet presAssocID="{ADFB60DE-7B6B-42C9-98FD-F94B3F204B4D}" presName="node" presStyleLbl="node1" presStyleIdx="1" presStyleCnt="5">
        <dgm:presLayoutVars>
          <dgm:bulletEnabled val="1"/>
        </dgm:presLayoutVars>
      </dgm:prSet>
      <dgm:spPr/>
    </dgm:pt>
    <dgm:pt modelId="{60985EB9-42F5-4968-91E1-F1C3464F83DB}" type="pres">
      <dgm:prSet presAssocID="{A97DF006-03C2-4032-A233-78BD76A63D3D}" presName="sibTrans" presStyleLbl="sibTrans2D1" presStyleIdx="1" presStyleCnt="4"/>
      <dgm:spPr/>
    </dgm:pt>
    <dgm:pt modelId="{EAD196ED-2637-4521-AC20-12D40696FBB7}" type="pres">
      <dgm:prSet presAssocID="{A97DF006-03C2-4032-A233-78BD76A63D3D}" presName="connectorText" presStyleLbl="sibTrans2D1" presStyleIdx="1" presStyleCnt="4"/>
      <dgm:spPr/>
    </dgm:pt>
    <dgm:pt modelId="{BCD86AF2-2522-4648-B7B2-23EC01768288}" type="pres">
      <dgm:prSet presAssocID="{360C9A48-81FE-4D65-9516-B232CA206B0B}" presName="node" presStyleLbl="node1" presStyleIdx="2" presStyleCnt="5">
        <dgm:presLayoutVars>
          <dgm:bulletEnabled val="1"/>
        </dgm:presLayoutVars>
      </dgm:prSet>
      <dgm:spPr/>
    </dgm:pt>
    <dgm:pt modelId="{42963792-B266-4648-A606-495C07C981FB}" type="pres">
      <dgm:prSet presAssocID="{E97D0C73-F383-4117-A7E5-7A3FF09471D3}" presName="sibTrans" presStyleLbl="sibTrans2D1" presStyleIdx="2" presStyleCnt="4"/>
      <dgm:spPr/>
    </dgm:pt>
    <dgm:pt modelId="{C7FE0866-5A38-4AB6-9BDD-3EA0723D1400}" type="pres">
      <dgm:prSet presAssocID="{E97D0C73-F383-4117-A7E5-7A3FF09471D3}" presName="connectorText" presStyleLbl="sibTrans2D1" presStyleIdx="2" presStyleCnt="4"/>
      <dgm:spPr/>
    </dgm:pt>
    <dgm:pt modelId="{0941CEB6-4744-4A4C-B3F9-AE9B3291FC66}" type="pres">
      <dgm:prSet presAssocID="{A38E3FB1-74C2-416C-962C-208A8CC26451}" presName="node" presStyleLbl="node1" presStyleIdx="3" presStyleCnt="5">
        <dgm:presLayoutVars>
          <dgm:bulletEnabled val="1"/>
        </dgm:presLayoutVars>
      </dgm:prSet>
      <dgm:spPr/>
    </dgm:pt>
    <dgm:pt modelId="{2297CA2F-E4E3-4CAA-9DAC-31EBDE18A66E}" type="pres">
      <dgm:prSet presAssocID="{BCA34D4F-D34A-4E7F-8060-EE5CDCEDEBC9}" presName="sibTrans" presStyleLbl="sibTrans2D1" presStyleIdx="3" presStyleCnt="4"/>
      <dgm:spPr/>
    </dgm:pt>
    <dgm:pt modelId="{54FB4166-E42F-4144-9064-5D0A6108B512}" type="pres">
      <dgm:prSet presAssocID="{BCA34D4F-D34A-4E7F-8060-EE5CDCEDEBC9}" presName="connectorText" presStyleLbl="sibTrans2D1" presStyleIdx="3" presStyleCnt="4"/>
      <dgm:spPr/>
    </dgm:pt>
    <dgm:pt modelId="{7807F26B-8DA3-4C05-AC81-9B09DFFBB862}" type="pres">
      <dgm:prSet presAssocID="{2063F73A-6D48-4171-9BCC-3A5159FCFBE3}" presName="node" presStyleLbl="node1" presStyleIdx="4" presStyleCnt="5">
        <dgm:presLayoutVars>
          <dgm:bulletEnabled val="1"/>
        </dgm:presLayoutVars>
      </dgm:prSet>
      <dgm:spPr/>
    </dgm:pt>
  </dgm:ptLst>
  <dgm:cxnLst>
    <dgm:cxn modelId="{373BB105-BD9B-482D-93E7-3D2A93F643C0}" type="presOf" srcId="{0F52510D-04B1-43CC-97FD-7BBD63C4D854}" destId="{69C0042D-507E-4F9E-94A8-E94955ADB76F}" srcOrd="0" destOrd="4" presId="urn:microsoft.com/office/officeart/2005/8/layout/process1"/>
    <dgm:cxn modelId="{E1DB8706-943A-41DE-857B-FD1004514511}" srcId="{360C9A48-81FE-4D65-9516-B232CA206B0B}" destId="{B27230E2-A17D-4220-80FE-46D64297B343}" srcOrd="0" destOrd="0" parTransId="{D985146F-41BC-41F7-BD5A-34637F24A6B1}" sibTransId="{1D9A2E75-6B4A-4BA3-BDC6-C1C8E25DEF5F}"/>
    <dgm:cxn modelId="{8B50E507-1CF5-4604-8206-39FABB967420}" type="presOf" srcId="{A97DF006-03C2-4032-A233-78BD76A63D3D}" destId="{60985EB9-42F5-4968-91E1-F1C3464F83DB}" srcOrd="0" destOrd="0" presId="urn:microsoft.com/office/officeart/2005/8/layout/process1"/>
    <dgm:cxn modelId="{E8787317-170A-4679-B5D4-515276EDD2E3}" type="presOf" srcId="{A3169168-C8F4-4A32-9005-27C2332994A7}" destId="{C995A894-0AFA-453F-8460-3BDDD034C9F0}" srcOrd="0" destOrd="0" presId="urn:microsoft.com/office/officeart/2005/8/layout/process1"/>
    <dgm:cxn modelId="{4AD42824-2F58-47D8-B6AC-498408ADB519}" srcId="{E3F7B911-0DB8-46F7-A6CB-A937DE7F5972}" destId="{2063F73A-6D48-4171-9BCC-3A5159FCFBE3}" srcOrd="4" destOrd="0" parTransId="{25077567-7832-4BBF-8124-97EF66740E53}" sibTransId="{DE743DFC-3175-4315-B0E1-7CE8009342DB}"/>
    <dgm:cxn modelId="{97B9692E-411D-4838-88AD-1C43A6F73083}" type="presOf" srcId="{360C9A48-81FE-4D65-9516-B232CA206B0B}" destId="{BCD86AF2-2522-4648-B7B2-23EC01768288}" srcOrd="0" destOrd="0" presId="urn:microsoft.com/office/officeart/2005/8/layout/process1"/>
    <dgm:cxn modelId="{13C49C2F-310A-4CF0-8235-FBDCD86AF66B}" type="presOf" srcId="{A38E3FB1-74C2-416C-962C-208A8CC26451}" destId="{0941CEB6-4744-4A4C-B3F9-AE9B3291FC66}" srcOrd="0" destOrd="0" presId="urn:microsoft.com/office/officeart/2005/8/layout/process1"/>
    <dgm:cxn modelId="{14F43930-AB62-4374-97B3-C3B06522240C}" type="presOf" srcId="{C9BC02D3-DAF3-483D-B2B5-6A810A3E5D23}" destId="{69C0042D-507E-4F9E-94A8-E94955ADB76F}" srcOrd="0" destOrd="3" presId="urn:microsoft.com/office/officeart/2005/8/layout/process1"/>
    <dgm:cxn modelId="{11B67C38-C0BB-4056-ABB9-B9C8C359F9CA}" type="presOf" srcId="{2063F73A-6D48-4171-9BCC-3A5159FCFBE3}" destId="{7807F26B-8DA3-4C05-AC81-9B09DFFBB862}" srcOrd="0" destOrd="0" presId="urn:microsoft.com/office/officeart/2005/8/layout/process1"/>
    <dgm:cxn modelId="{1079F93D-EFC9-4F63-A7D2-BA33A86E4DFC}" type="presOf" srcId="{BCA34D4F-D34A-4E7F-8060-EE5CDCEDEBC9}" destId="{2297CA2F-E4E3-4CAA-9DAC-31EBDE18A66E}" srcOrd="0" destOrd="0" presId="urn:microsoft.com/office/officeart/2005/8/layout/process1"/>
    <dgm:cxn modelId="{26FA8D5C-9E2D-43A2-86DB-EE2A3FA661CA}" type="presOf" srcId="{A97DF006-03C2-4032-A233-78BD76A63D3D}" destId="{EAD196ED-2637-4521-AC20-12D40696FBB7}" srcOrd="1" destOrd="0" presId="urn:microsoft.com/office/officeart/2005/8/layout/process1"/>
    <dgm:cxn modelId="{A3436A63-0B7B-4E1F-9868-5311457F2073}" srcId="{E3F7B911-0DB8-46F7-A6CB-A937DE7F5972}" destId="{A38E3FB1-74C2-416C-962C-208A8CC26451}" srcOrd="3" destOrd="0" parTransId="{9E752F19-DAF8-4077-BC1B-196EAE64B4D1}" sibTransId="{BCA34D4F-D34A-4E7F-8060-EE5CDCEDEBC9}"/>
    <dgm:cxn modelId="{8C6FAC44-1A20-4525-8EB8-2F9740001F7B}" type="presOf" srcId="{4ED935BC-B6F4-4023-8157-90A00E4288D9}" destId="{69C0042D-507E-4F9E-94A8-E94955ADB76F}" srcOrd="0" destOrd="2" presId="urn:microsoft.com/office/officeart/2005/8/layout/process1"/>
    <dgm:cxn modelId="{D680D866-82DC-42E8-93B4-13F314842A5A}" type="presOf" srcId="{66FFFF39-03D1-479F-A004-0C1A91BCD012}" destId="{7807F26B-8DA3-4C05-AC81-9B09DFFBB862}" srcOrd="0" destOrd="1" presId="urn:microsoft.com/office/officeart/2005/8/layout/process1"/>
    <dgm:cxn modelId="{C99CE768-EC43-4487-A92D-7422C1A1183F}" type="presOf" srcId="{FF9F707B-CECE-4E78-99EB-914DC0A31ECF}" destId="{0941CEB6-4744-4A4C-B3F9-AE9B3291FC66}" srcOrd="0" destOrd="1" presId="urn:microsoft.com/office/officeart/2005/8/layout/process1"/>
    <dgm:cxn modelId="{9D26AD6A-9892-4AC4-A58F-4C551EC94151}" srcId="{43DA3B73-85CC-44C7-99AF-E8675AAB11F1}" destId="{A992AD57-2B29-405E-A673-4C8FE2DCB2F0}" srcOrd="0" destOrd="0" parTransId="{A107BC28-DE52-4594-8495-7F55B444C020}" sibTransId="{E8BD408A-94EB-4640-B731-4BB67C578ABF}"/>
    <dgm:cxn modelId="{BB46DB6A-79CE-4A48-9BD1-A2DD18A4D36D}" type="presOf" srcId="{E3F7B911-0DB8-46F7-A6CB-A937DE7F5972}" destId="{33C77B4B-AC4C-4101-BE80-BB3417553860}" srcOrd="0" destOrd="0" presId="urn:microsoft.com/office/officeart/2005/8/layout/process1"/>
    <dgm:cxn modelId="{2067A66C-5E78-49CD-BF13-380CF2200C11}" type="presOf" srcId="{BCA34D4F-D34A-4E7F-8060-EE5CDCEDEBC9}" destId="{54FB4166-E42F-4144-9064-5D0A6108B512}" srcOrd="1" destOrd="0" presId="urn:microsoft.com/office/officeart/2005/8/layout/process1"/>
    <dgm:cxn modelId="{131F2674-DD6F-469D-917E-E2EE098B29BC}" srcId="{E3F7B911-0DB8-46F7-A6CB-A937DE7F5972}" destId="{43DA3B73-85CC-44C7-99AF-E8675AAB11F1}" srcOrd="0" destOrd="0" parTransId="{9F019D3D-4D19-4593-B070-40268D2F2EB5}" sibTransId="{A3169168-C8F4-4A32-9005-27C2332994A7}"/>
    <dgm:cxn modelId="{541F8A77-0852-4130-A267-CB2C1482A6E8}" type="presOf" srcId="{E97D0C73-F383-4117-A7E5-7A3FF09471D3}" destId="{42963792-B266-4648-A606-495C07C981FB}" srcOrd="0" destOrd="0" presId="urn:microsoft.com/office/officeart/2005/8/layout/process1"/>
    <dgm:cxn modelId="{78861782-068A-488A-B1C5-09CC575B5D80}" srcId="{E3F7B911-0DB8-46F7-A6CB-A937DE7F5972}" destId="{360C9A48-81FE-4D65-9516-B232CA206B0B}" srcOrd="2" destOrd="0" parTransId="{0B625C4F-CCA9-4175-983E-88805D77AAC5}" sibTransId="{E97D0C73-F383-4117-A7E5-7A3FF09471D3}"/>
    <dgm:cxn modelId="{CCB86B93-3845-428F-8411-A023AC4BDDEB}" srcId="{2063F73A-6D48-4171-9BCC-3A5159FCFBE3}" destId="{66FFFF39-03D1-479F-A004-0C1A91BCD012}" srcOrd="0" destOrd="0" parTransId="{4A5EDA08-68C0-4719-B835-6AECC589A5D1}" sibTransId="{775A41F0-E2CD-483C-948E-4C4DCDBE23C6}"/>
    <dgm:cxn modelId="{17E4239A-DE32-4B78-BE06-CFE7B8B50D59}" srcId="{ADFB60DE-7B6B-42C9-98FD-F94B3F204B4D}" destId="{801389A1-08AD-4217-99F1-17D044229FA0}" srcOrd="0" destOrd="0" parTransId="{BC314620-F755-43B8-B2B8-D38FEAD5BE47}" sibTransId="{9C7BD2E7-B2D7-4F25-A967-AB9E699AD0E3}"/>
    <dgm:cxn modelId="{150939AA-2A95-4B47-BDB9-FCBABC3FCAF5}" srcId="{E3F7B911-0DB8-46F7-A6CB-A937DE7F5972}" destId="{ADFB60DE-7B6B-42C9-98FD-F94B3F204B4D}" srcOrd="1" destOrd="0" parTransId="{A671AC3F-4FF4-419F-B14B-178228C3B3F5}" sibTransId="{A97DF006-03C2-4032-A233-78BD76A63D3D}"/>
    <dgm:cxn modelId="{881D80AA-1DB5-4D05-B4BE-DEB9948C817E}" type="presOf" srcId="{A3169168-C8F4-4A32-9005-27C2332994A7}" destId="{8C1AB374-B3F6-4375-BF8E-0EF0B9A03D5F}" srcOrd="1" destOrd="0" presId="urn:microsoft.com/office/officeart/2005/8/layout/process1"/>
    <dgm:cxn modelId="{78A882AF-41EB-40C3-8636-7416EA57980A}" srcId="{A992AD57-2B29-405E-A673-4C8FE2DCB2F0}" destId="{C9BC02D3-DAF3-483D-B2B5-6A810A3E5D23}" srcOrd="1" destOrd="0" parTransId="{0D7DD7AB-4B3F-4B26-9699-8D069D27EBFE}" sibTransId="{14A04E87-4E78-4857-8660-A2A290C3C448}"/>
    <dgm:cxn modelId="{E38AD1BC-B1F2-48A3-9F4E-9F4B093FDAEC}" type="presOf" srcId="{43DA3B73-85CC-44C7-99AF-E8675AAB11F1}" destId="{69C0042D-507E-4F9E-94A8-E94955ADB76F}" srcOrd="0" destOrd="0" presId="urn:microsoft.com/office/officeart/2005/8/layout/process1"/>
    <dgm:cxn modelId="{B714FBC5-D059-4484-9BC2-66EECB500B12}" type="presOf" srcId="{A992AD57-2B29-405E-A673-4C8FE2DCB2F0}" destId="{69C0042D-507E-4F9E-94A8-E94955ADB76F}" srcOrd="0" destOrd="1" presId="urn:microsoft.com/office/officeart/2005/8/layout/process1"/>
    <dgm:cxn modelId="{E20D28C7-268F-4C82-A0F1-EBBD25300B26}" type="presOf" srcId="{E97D0C73-F383-4117-A7E5-7A3FF09471D3}" destId="{C7FE0866-5A38-4AB6-9BDD-3EA0723D1400}" srcOrd="1" destOrd="0" presId="urn:microsoft.com/office/officeart/2005/8/layout/process1"/>
    <dgm:cxn modelId="{0DC4C7C8-8BFE-40E5-83C2-29B21DE73171}" type="presOf" srcId="{ADFB60DE-7B6B-42C9-98FD-F94B3F204B4D}" destId="{94DB21CA-9344-453D-8C21-40F12F0D3889}" srcOrd="0" destOrd="0" presId="urn:microsoft.com/office/officeart/2005/8/layout/process1"/>
    <dgm:cxn modelId="{AAC299C9-BA83-43E5-94A0-81B18092AFEC}" type="presOf" srcId="{5B1735AB-8363-41EB-A9A6-B25D2636DC13}" destId="{69C0042D-507E-4F9E-94A8-E94955ADB76F}" srcOrd="0" destOrd="5" presId="urn:microsoft.com/office/officeart/2005/8/layout/process1"/>
    <dgm:cxn modelId="{FEEA18CF-B05D-4F84-9B2B-A59126D73B0B}" srcId="{A38E3FB1-74C2-416C-962C-208A8CC26451}" destId="{FF9F707B-CECE-4E78-99EB-914DC0A31ECF}" srcOrd="0" destOrd="0" parTransId="{FB17E8DF-B400-423B-9CB4-4C38E1A393D0}" sibTransId="{1B2FE90C-EAEA-4A43-A64F-69ABBDDABCEB}"/>
    <dgm:cxn modelId="{AB8346D2-7479-4A8A-9B9E-3E06B25A4101}" type="presOf" srcId="{801389A1-08AD-4217-99F1-17D044229FA0}" destId="{94DB21CA-9344-453D-8C21-40F12F0D3889}" srcOrd="0" destOrd="1" presId="urn:microsoft.com/office/officeart/2005/8/layout/process1"/>
    <dgm:cxn modelId="{7A7BB4F0-1C5C-48CB-8901-89C2F8777FD9}" srcId="{A992AD57-2B29-405E-A673-4C8FE2DCB2F0}" destId="{4ED935BC-B6F4-4023-8157-90A00E4288D9}" srcOrd="0" destOrd="0" parTransId="{770B9806-9CD8-4654-A8B8-3D70D0747D19}" sibTransId="{615EA72B-289C-47B9-87A6-D11B04775F76}"/>
    <dgm:cxn modelId="{66DE21FB-DA00-48E7-8841-EB738D68F62C}" srcId="{A992AD57-2B29-405E-A673-4C8FE2DCB2F0}" destId="{5B1735AB-8363-41EB-A9A6-B25D2636DC13}" srcOrd="3" destOrd="0" parTransId="{258247BB-E99C-4C40-A6F3-2BCFF7F3F021}" sibTransId="{A1728D92-C6B8-42BE-B7DA-7498106C25C1}"/>
    <dgm:cxn modelId="{CD2010FC-CBD9-4366-BBB7-A2370EB4C245}" srcId="{A992AD57-2B29-405E-A673-4C8FE2DCB2F0}" destId="{0F52510D-04B1-43CC-97FD-7BBD63C4D854}" srcOrd="2" destOrd="0" parTransId="{7A0826B7-80B0-4499-9F07-B0CEFEBCCB15}" sibTransId="{000FE71D-E956-498B-A2D5-3FE5EE89E851}"/>
    <dgm:cxn modelId="{44EB4AFF-CFAA-4C07-A2E3-FCFCFC4805D0}" type="presOf" srcId="{B27230E2-A17D-4220-80FE-46D64297B343}" destId="{BCD86AF2-2522-4648-B7B2-23EC01768288}" srcOrd="0" destOrd="1" presId="urn:microsoft.com/office/officeart/2005/8/layout/process1"/>
    <dgm:cxn modelId="{A3EEBC4C-D696-420C-9548-292C5BAFC381}" type="presParOf" srcId="{33C77B4B-AC4C-4101-BE80-BB3417553860}" destId="{69C0042D-507E-4F9E-94A8-E94955ADB76F}" srcOrd="0" destOrd="0" presId="urn:microsoft.com/office/officeart/2005/8/layout/process1"/>
    <dgm:cxn modelId="{74064A54-7EF8-41C7-AE1A-BB20A8BAC8C0}" type="presParOf" srcId="{33C77B4B-AC4C-4101-BE80-BB3417553860}" destId="{C995A894-0AFA-453F-8460-3BDDD034C9F0}" srcOrd="1" destOrd="0" presId="urn:microsoft.com/office/officeart/2005/8/layout/process1"/>
    <dgm:cxn modelId="{42219523-EF2A-4B71-AADE-F502E30D150F}" type="presParOf" srcId="{C995A894-0AFA-453F-8460-3BDDD034C9F0}" destId="{8C1AB374-B3F6-4375-BF8E-0EF0B9A03D5F}" srcOrd="0" destOrd="0" presId="urn:microsoft.com/office/officeart/2005/8/layout/process1"/>
    <dgm:cxn modelId="{2E862AAC-1707-4857-9DE2-CB1A6192A062}" type="presParOf" srcId="{33C77B4B-AC4C-4101-BE80-BB3417553860}" destId="{94DB21CA-9344-453D-8C21-40F12F0D3889}" srcOrd="2" destOrd="0" presId="urn:microsoft.com/office/officeart/2005/8/layout/process1"/>
    <dgm:cxn modelId="{E56D702D-0BD3-45F5-9E8A-6285E21BF72E}" type="presParOf" srcId="{33C77B4B-AC4C-4101-BE80-BB3417553860}" destId="{60985EB9-42F5-4968-91E1-F1C3464F83DB}" srcOrd="3" destOrd="0" presId="urn:microsoft.com/office/officeart/2005/8/layout/process1"/>
    <dgm:cxn modelId="{89C02620-D853-4447-8CB1-200CE276630A}" type="presParOf" srcId="{60985EB9-42F5-4968-91E1-F1C3464F83DB}" destId="{EAD196ED-2637-4521-AC20-12D40696FBB7}" srcOrd="0" destOrd="0" presId="urn:microsoft.com/office/officeart/2005/8/layout/process1"/>
    <dgm:cxn modelId="{41356EBF-EA7A-4518-B314-C85465DD60D5}" type="presParOf" srcId="{33C77B4B-AC4C-4101-BE80-BB3417553860}" destId="{BCD86AF2-2522-4648-B7B2-23EC01768288}" srcOrd="4" destOrd="0" presId="urn:microsoft.com/office/officeart/2005/8/layout/process1"/>
    <dgm:cxn modelId="{FBE42AA9-721C-4844-B0F1-CCA2BAD003BC}" type="presParOf" srcId="{33C77B4B-AC4C-4101-BE80-BB3417553860}" destId="{42963792-B266-4648-A606-495C07C981FB}" srcOrd="5" destOrd="0" presId="urn:microsoft.com/office/officeart/2005/8/layout/process1"/>
    <dgm:cxn modelId="{33FB0A03-6E92-4F9C-8F36-2CA9B558087D}" type="presParOf" srcId="{42963792-B266-4648-A606-495C07C981FB}" destId="{C7FE0866-5A38-4AB6-9BDD-3EA0723D1400}" srcOrd="0" destOrd="0" presId="urn:microsoft.com/office/officeart/2005/8/layout/process1"/>
    <dgm:cxn modelId="{95CA412C-C13C-4F33-B878-9724F580FF8B}" type="presParOf" srcId="{33C77B4B-AC4C-4101-BE80-BB3417553860}" destId="{0941CEB6-4744-4A4C-B3F9-AE9B3291FC66}" srcOrd="6" destOrd="0" presId="urn:microsoft.com/office/officeart/2005/8/layout/process1"/>
    <dgm:cxn modelId="{1D45963A-9C3B-4EE7-8BAA-42AA1C291C18}" type="presParOf" srcId="{33C77B4B-AC4C-4101-BE80-BB3417553860}" destId="{2297CA2F-E4E3-4CAA-9DAC-31EBDE18A66E}" srcOrd="7" destOrd="0" presId="urn:microsoft.com/office/officeart/2005/8/layout/process1"/>
    <dgm:cxn modelId="{B786256B-F892-41CF-BC10-7B27DA60562C}" type="presParOf" srcId="{2297CA2F-E4E3-4CAA-9DAC-31EBDE18A66E}" destId="{54FB4166-E42F-4144-9064-5D0A6108B512}" srcOrd="0" destOrd="0" presId="urn:microsoft.com/office/officeart/2005/8/layout/process1"/>
    <dgm:cxn modelId="{046152D9-7E35-49B9-B8FD-DC77E07E82E9}" type="presParOf" srcId="{33C77B4B-AC4C-4101-BE80-BB3417553860}" destId="{7807F26B-8DA3-4C05-AC81-9B09DFFBB862}" srcOrd="8"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3F7B911-0DB8-46F7-A6CB-A937DE7F5972}" type="doc">
      <dgm:prSet loTypeId="urn:microsoft.com/office/officeart/2005/8/layout/process1" loCatId="process" qsTypeId="urn:microsoft.com/office/officeart/2005/8/quickstyle/simple5" qsCatId="simple" csTypeId="urn:microsoft.com/office/officeart/2005/8/colors/accent1_2" csCatId="accent1" phldr="1"/>
      <dgm:spPr/>
      <dgm:t>
        <a:bodyPr/>
        <a:lstStyle/>
        <a:p>
          <a:endParaRPr lang="en-US"/>
        </a:p>
      </dgm:t>
    </dgm:pt>
    <dgm:pt modelId="{43DA3B73-85CC-44C7-99AF-E8675AAB11F1}">
      <dgm:prSet phldrT="[Text]">
        <dgm:style>
          <a:lnRef idx="0">
            <a:schemeClr val="accent1"/>
          </a:lnRef>
          <a:fillRef idx="3">
            <a:schemeClr val="accent1"/>
          </a:fillRef>
          <a:effectRef idx="3">
            <a:schemeClr val="accent1"/>
          </a:effectRef>
          <a:fontRef idx="minor">
            <a:schemeClr val="lt1"/>
          </a:fontRef>
        </dgm:style>
      </dgm:prSet>
      <dgm:spPr/>
      <dgm:t>
        <a:bodyPr/>
        <a:lstStyle/>
        <a:p>
          <a:r>
            <a:rPr lang="en-US" b="1" dirty="0"/>
            <a:t>Requirement Gathering</a:t>
          </a:r>
        </a:p>
      </dgm:t>
    </dgm:pt>
    <dgm:pt modelId="{9F019D3D-4D19-4593-B070-40268D2F2EB5}" type="parTrans" cxnId="{131F2674-DD6F-469D-917E-E2EE098B29BC}">
      <dgm:prSet/>
      <dgm:spPr/>
      <dgm:t>
        <a:bodyPr/>
        <a:lstStyle/>
        <a:p>
          <a:endParaRPr lang="en-US"/>
        </a:p>
      </dgm:t>
    </dgm:pt>
    <dgm:pt modelId="{A3169168-C8F4-4A32-9005-27C2332994A7}" type="sibTrans" cxnId="{131F2674-DD6F-469D-917E-E2EE098B29BC}">
      <dgm:prSet/>
      <dgm:spPr/>
      <dgm:t>
        <a:bodyPr/>
        <a:lstStyle/>
        <a:p>
          <a:endParaRPr lang="en-US"/>
        </a:p>
      </dgm:t>
    </dgm:pt>
    <dgm:pt modelId="{360C9A48-81FE-4D65-9516-B232CA206B0B}">
      <dgm:prSet>
        <dgm:style>
          <a:lnRef idx="2">
            <a:schemeClr val="dk1"/>
          </a:lnRef>
          <a:fillRef idx="1">
            <a:schemeClr val="lt1"/>
          </a:fillRef>
          <a:effectRef idx="0">
            <a:schemeClr val="dk1"/>
          </a:effectRef>
          <a:fontRef idx="minor">
            <a:schemeClr val="dk1"/>
          </a:fontRef>
        </dgm:style>
      </dgm:prSet>
      <dgm:spPr/>
      <dgm:t>
        <a:bodyPr/>
        <a:lstStyle/>
        <a:p>
          <a:r>
            <a:rPr lang="en-US" b="1"/>
            <a:t>Logical Design</a:t>
          </a:r>
        </a:p>
      </dgm:t>
    </dgm:pt>
    <dgm:pt modelId="{0B625C4F-CCA9-4175-983E-88805D77AAC5}" type="parTrans" cxnId="{78861782-068A-488A-B1C5-09CC575B5D80}">
      <dgm:prSet/>
      <dgm:spPr/>
      <dgm:t>
        <a:bodyPr/>
        <a:lstStyle/>
        <a:p>
          <a:endParaRPr lang="en-US"/>
        </a:p>
      </dgm:t>
    </dgm:pt>
    <dgm:pt modelId="{E97D0C73-F383-4117-A7E5-7A3FF09471D3}" type="sibTrans" cxnId="{78861782-068A-488A-B1C5-09CC575B5D80}">
      <dgm:prSet/>
      <dgm:spPr/>
      <dgm:t>
        <a:bodyPr/>
        <a:lstStyle/>
        <a:p>
          <a:endParaRPr lang="en-US"/>
        </a:p>
      </dgm:t>
    </dgm:pt>
    <dgm:pt modelId="{A38E3FB1-74C2-416C-962C-208A8CC26451}">
      <dgm:prSet>
        <dgm:style>
          <a:lnRef idx="2">
            <a:schemeClr val="accent5"/>
          </a:lnRef>
          <a:fillRef idx="1">
            <a:schemeClr val="lt1"/>
          </a:fillRef>
          <a:effectRef idx="0">
            <a:schemeClr val="accent5"/>
          </a:effectRef>
          <a:fontRef idx="minor">
            <a:schemeClr val="dk1"/>
          </a:fontRef>
        </dgm:style>
      </dgm:prSet>
      <dgm:spPr/>
      <dgm:t>
        <a:bodyPr/>
        <a:lstStyle/>
        <a:p>
          <a:r>
            <a:rPr lang="en-US" b="1"/>
            <a:t>Physical Design</a:t>
          </a:r>
        </a:p>
      </dgm:t>
    </dgm:pt>
    <dgm:pt modelId="{9E752F19-DAF8-4077-BC1B-196EAE64B4D1}" type="parTrans" cxnId="{A3436A63-0B7B-4E1F-9868-5311457F2073}">
      <dgm:prSet/>
      <dgm:spPr/>
      <dgm:t>
        <a:bodyPr/>
        <a:lstStyle/>
        <a:p>
          <a:endParaRPr lang="en-US"/>
        </a:p>
      </dgm:t>
    </dgm:pt>
    <dgm:pt modelId="{BCA34D4F-D34A-4E7F-8060-EE5CDCEDEBC9}" type="sibTrans" cxnId="{A3436A63-0B7B-4E1F-9868-5311457F2073}">
      <dgm:prSet/>
      <dgm:spPr/>
      <dgm:t>
        <a:bodyPr/>
        <a:lstStyle/>
        <a:p>
          <a:endParaRPr lang="en-US"/>
        </a:p>
      </dgm:t>
    </dgm:pt>
    <dgm:pt modelId="{2063F73A-6D48-4171-9BCC-3A5159FCFBE3}">
      <dgm:prSet>
        <dgm:style>
          <a:lnRef idx="2">
            <a:schemeClr val="accent5"/>
          </a:lnRef>
          <a:fillRef idx="1">
            <a:schemeClr val="lt1"/>
          </a:fillRef>
          <a:effectRef idx="0">
            <a:schemeClr val="accent5"/>
          </a:effectRef>
          <a:fontRef idx="minor">
            <a:schemeClr val="dk1"/>
          </a:fontRef>
        </dgm:style>
      </dgm:prSet>
      <dgm:spPr/>
      <dgm:t>
        <a:bodyPr/>
        <a:lstStyle/>
        <a:p>
          <a:r>
            <a:rPr lang="en-US" b="1"/>
            <a:t>Installation and Maintenance</a:t>
          </a:r>
        </a:p>
      </dgm:t>
    </dgm:pt>
    <dgm:pt modelId="{25077567-7832-4BBF-8124-97EF66740E53}" type="parTrans" cxnId="{4AD42824-2F58-47D8-B6AC-498408ADB519}">
      <dgm:prSet/>
      <dgm:spPr/>
      <dgm:t>
        <a:bodyPr/>
        <a:lstStyle/>
        <a:p>
          <a:endParaRPr lang="en-US"/>
        </a:p>
      </dgm:t>
    </dgm:pt>
    <dgm:pt modelId="{DE743DFC-3175-4315-B0E1-7CE8009342DB}" type="sibTrans" cxnId="{4AD42824-2F58-47D8-B6AC-498408ADB519}">
      <dgm:prSet/>
      <dgm:spPr/>
      <dgm:t>
        <a:bodyPr/>
        <a:lstStyle/>
        <a:p>
          <a:endParaRPr lang="en-US"/>
        </a:p>
      </dgm:t>
    </dgm:pt>
    <dgm:pt modelId="{ADFB60DE-7B6B-42C9-98FD-F94B3F204B4D}">
      <dgm:prSet>
        <dgm:style>
          <a:lnRef idx="2">
            <a:schemeClr val="dk1"/>
          </a:lnRef>
          <a:fillRef idx="1">
            <a:schemeClr val="lt1"/>
          </a:fillRef>
          <a:effectRef idx="0">
            <a:schemeClr val="dk1"/>
          </a:effectRef>
          <a:fontRef idx="minor">
            <a:schemeClr val="dk1"/>
          </a:fontRef>
        </dgm:style>
      </dgm:prSet>
      <dgm:spPr/>
      <dgm:t>
        <a:bodyPr/>
        <a:lstStyle/>
        <a:p>
          <a:r>
            <a:rPr lang="en-US" b="1" dirty="0"/>
            <a:t>Analysis</a:t>
          </a:r>
        </a:p>
      </dgm:t>
    </dgm:pt>
    <dgm:pt modelId="{A97DF006-03C2-4032-A233-78BD76A63D3D}" type="sibTrans" cxnId="{150939AA-2A95-4B47-BDB9-FCBABC3FCAF5}">
      <dgm:prSet/>
      <dgm:spPr/>
      <dgm:t>
        <a:bodyPr/>
        <a:lstStyle/>
        <a:p>
          <a:endParaRPr lang="en-US"/>
        </a:p>
      </dgm:t>
    </dgm:pt>
    <dgm:pt modelId="{A671AC3F-4FF4-419F-B14B-178228C3B3F5}" type="parTrans" cxnId="{150939AA-2A95-4B47-BDB9-FCBABC3FCAF5}">
      <dgm:prSet/>
      <dgm:spPr/>
      <dgm:t>
        <a:bodyPr/>
        <a:lstStyle/>
        <a:p>
          <a:endParaRPr lang="en-US"/>
        </a:p>
      </dgm:t>
    </dgm:pt>
    <dgm:pt modelId="{A992AD57-2B29-405E-A673-4C8FE2DCB2F0}">
      <dgm:prSet>
        <dgm:style>
          <a:lnRef idx="0">
            <a:schemeClr val="accent1"/>
          </a:lnRef>
          <a:fillRef idx="3">
            <a:schemeClr val="accent1"/>
          </a:fillRef>
          <a:effectRef idx="3">
            <a:schemeClr val="accent1"/>
          </a:effectRef>
          <a:fontRef idx="minor">
            <a:schemeClr val="lt1"/>
          </a:fontRef>
        </dgm:style>
      </dgm:prSet>
      <dgm:spPr/>
      <dgm:t>
        <a:bodyPr/>
        <a:lstStyle/>
        <a:p>
          <a:r>
            <a:rPr lang="en-US"/>
            <a:t>Determine needs of: </a:t>
          </a:r>
        </a:p>
      </dgm:t>
    </dgm:pt>
    <dgm:pt modelId="{A107BC28-DE52-4594-8495-7F55B444C020}" type="parTrans" cxnId="{9D26AD6A-9892-4AC4-A58F-4C551EC94151}">
      <dgm:prSet/>
      <dgm:spPr/>
      <dgm:t>
        <a:bodyPr/>
        <a:lstStyle/>
        <a:p>
          <a:endParaRPr lang="en-US"/>
        </a:p>
      </dgm:t>
    </dgm:pt>
    <dgm:pt modelId="{E8BD408A-94EB-4640-B731-4BB67C578ABF}" type="sibTrans" cxnId="{9D26AD6A-9892-4AC4-A58F-4C551EC94151}">
      <dgm:prSet/>
      <dgm:spPr/>
      <dgm:t>
        <a:bodyPr/>
        <a:lstStyle/>
        <a:p>
          <a:endParaRPr lang="en-US"/>
        </a:p>
      </dgm:t>
    </dgm:pt>
    <dgm:pt modelId="{4ED935BC-B6F4-4023-8157-90A00E4288D9}">
      <dgm:prSet>
        <dgm:style>
          <a:lnRef idx="0">
            <a:schemeClr val="accent1"/>
          </a:lnRef>
          <a:fillRef idx="3">
            <a:schemeClr val="accent1"/>
          </a:fillRef>
          <a:effectRef idx="3">
            <a:schemeClr val="accent1"/>
          </a:effectRef>
          <a:fontRef idx="minor">
            <a:schemeClr val="lt1"/>
          </a:fontRef>
        </dgm:style>
      </dgm:prSet>
      <dgm:spPr/>
      <dgm:t>
        <a:bodyPr/>
        <a:lstStyle/>
        <a:p>
          <a:r>
            <a:rPr lang="en-US"/>
            <a:t>Business</a:t>
          </a:r>
        </a:p>
      </dgm:t>
    </dgm:pt>
    <dgm:pt modelId="{770B9806-9CD8-4654-A8B8-3D70D0747D19}" type="parTrans" cxnId="{7A7BB4F0-1C5C-48CB-8901-89C2F8777FD9}">
      <dgm:prSet/>
      <dgm:spPr/>
      <dgm:t>
        <a:bodyPr/>
        <a:lstStyle/>
        <a:p>
          <a:endParaRPr lang="en-US"/>
        </a:p>
      </dgm:t>
    </dgm:pt>
    <dgm:pt modelId="{615EA72B-289C-47B9-87A6-D11B04775F76}" type="sibTrans" cxnId="{7A7BB4F0-1C5C-48CB-8901-89C2F8777FD9}">
      <dgm:prSet/>
      <dgm:spPr/>
      <dgm:t>
        <a:bodyPr/>
        <a:lstStyle/>
        <a:p>
          <a:endParaRPr lang="en-US"/>
        </a:p>
      </dgm:t>
    </dgm:pt>
    <dgm:pt modelId="{C9BC02D3-DAF3-483D-B2B5-6A810A3E5D23}">
      <dgm:prSet>
        <dgm:style>
          <a:lnRef idx="0">
            <a:schemeClr val="accent1"/>
          </a:lnRef>
          <a:fillRef idx="3">
            <a:schemeClr val="accent1"/>
          </a:fillRef>
          <a:effectRef idx="3">
            <a:schemeClr val="accent1"/>
          </a:effectRef>
          <a:fontRef idx="minor">
            <a:schemeClr val="lt1"/>
          </a:fontRef>
        </dgm:style>
      </dgm:prSet>
      <dgm:spPr/>
      <dgm:t>
        <a:bodyPr/>
        <a:lstStyle/>
        <a:p>
          <a:r>
            <a:rPr lang="en-US"/>
            <a:t>Users</a:t>
          </a:r>
        </a:p>
      </dgm:t>
    </dgm:pt>
    <dgm:pt modelId="{0D7DD7AB-4B3F-4B26-9699-8D069D27EBFE}" type="parTrans" cxnId="{78A882AF-41EB-40C3-8636-7416EA57980A}">
      <dgm:prSet/>
      <dgm:spPr/>
      <dgm:t>
        <a:bodyPr/>
        <a:lstStyle/>
        <a:p>
          <a:endParaRPr lang="en-US"/>
        </a:p>
      </dgm:t>
    </dgm:pt>
    <dgm:pt modelId="{14A04E87-4E78-4857-8660-A2A290C3C448}" type="sibTrans" cxnId="{78A882AF-41EB-40C3-8636-7416EA57980A}">
      <dgm:prSet/>
      <dgm:spPr/>
      <dgm:t>
        <a:bodyPr/>
        <a:lstStyle/>
        <a:p>
          <a:endParaRPr lang="en-US"/>
        </a:p>
      </dgm:t>
    </dgm:pt>
    <dgm:pt modelId="{0F52510D-04B1-43CC-97FD-7BBD63C4D854}">
      <dgm:prSet>
        <dgm:style>
          <a:lnRef idx="0">
            <a:schemeClr val="accent1"/>
          </a:lnRef>
          <a:fillRef idx="3">
            <a:schemeClr val="accent1"/>
          </a:fillRef>
          <a:effectRef idx="3">
            <a:schemeClr val="accent1"/>
          </a:effectRef>
          <a:fontRef idx="minor">
            <a:schemeClr val="lt1"/>
          </a:fontRef>
        </dgm:style>
      </dgm:prSet>
      <dgm:spPr/>
      <dgm:t>
        <a:bodyPr/>
        <a:lstStyle/>
        <a:p>
          <a:r>
            <a:rPr lang="en-US"/>
            <a:t>Applications</a:t>
          </a:r>
        </a:p>
      </dgm:t>
    </dgm:pt>
    <dgm:pt modelId="{7A0826B7-80B0-4499-9F07-B0CEFEBCCB15}" type="parTrans" cxnId="{CD2010FC-CBD9-4366-BBB7-A2370EB4C245}">
      <dgm:prSet/>
      <dgm:spPr/>
      <dgm:t>
        <a:bodyPr/>
        <a:lstStyle/>
        <a:p>
          <a:endParaRPr lang="en-US"/>
        </a:p>
      </dgm:t>
    </dgm:pt>
    <dgm:pt modelId="{000FE71D-E956-498B-A2D5-3FE5EE89E851}" type="sibTrans" cxnId="{CD2010FC-CBD9-4366-BBB7-A2370EB4C245}">
      <dgm:prSet/>
      <dgm:spPr/>
      <dgm:t>
        <a:bodyPr/>
        <a:lstStyle/>
        <a:p>
          <a:endParaRPr lang="en-US"/>
        </a:p>
      </dgm:t>
    </dgm:pt>
    <dgm:pt modelId="{5B1735AB-8363-41EB-A9A6-B25D2636DC13}">
      <dgm:prSet>
        <dgm:style>
          <a:lnRef idx="0">
            <a:schemeClr val="accent1"/>
          </a:lnRef>
          <a:fillRef idx="3">
            <a:schemeClr val="accent1"/>
          </a:fillRef>
          <a:effectRef idx="3">
            <a:schemeClr val="accent1"/>
          </a:effectRef>
          <a:fontRef idx="minor">
            <a:schemeClr val="lt1"/>
          </a:fontRef>
        </dgm:style>
      </dgm:prSet>
      <dgm:spPr/>
      <dgm:t>
        <a:bodyPr/>
        <a:lstStyle/>
        <a:p>
          <a:r>
            <a:rPr lang="en-US"/>
            <a:t>Network</a:t>
          </a:r>
        </a:p>
      </dgm:t>
    </dgm:pt>
    <dgm:pt modelId="{258247BB-E99C-4C40-A6F3-2BCFF7F3F021}" type="parTrans" cxnId="{66DE21FB-DA00-48E7-8841-EB738D68F62C}">
      <dgm:prSet/>
      <dgm:spPr/>
      <dgm:t>
        <a:bodyPr/>
        <a:lstStyle/>
        <a:p>
          <a:endParaRPr lang="en-US"/>
        </a:p>
      </dgm:t>
    </dgm:pt>
    <dgm:pt modelId="{A1728D92-C6B8-42BE-B7DA-7498106C25C1}" type="sibTrans" cxnId="{66DE21FB-DA00-48E7-8841-EB738D68F62C}">
      <dgm:prSet/>
      <dgm:spPr/>
      <dgm:t>
        <a:bodyPr/>
        <a:lstStyle/>
        <a:p>
          <a:endParaRPr lang="en-US"/>
        </a:p>
      </dgm:t>
    </dgm:pt>
    <dgm:pt modelId="{801389A1-08AD-4217-99F1-17D044229FA0}">
      <dgm:prSet>
        <dgm:style>
          <a:lnRef idx="2">
            <a:schemeClr val="dk1"/>
          </a:lnRef>
          <a:fillRef idx="1">
            <a:schemeClr val="lt1"/>
          </a:fillRef>
          <a:effectRef idx="0">
            <a:schemeClr val="dk1"/>
          </a:effectRef>
          <a:fontRef idx="minor">
            <a:schemeClr val="dk1"/>
          </a:fontRef>
        </dgm:style>
      </dgm:prSet>
      <dgm:spPr/>
      <dgm:t>
        <a:bodyPr/>
        <a:lstStyle/>
        <a:p>
          <a:r>
            <a:rPr lang="en-US"/>
            <a:t>Estimate and measure traffic and device utilization</a:t>
          </a:r>
        </a:p>
      </dgm:t>
    </dgm:pt>
    <dgm:pt modelId="{BC314620-F755-43B8-B2B8-D38FEAD5BE47}" type="parTrans" cxnId="{17E4239A-DE32-4B78-BE06-CFE7B8B50D59}">
      <dgm:prSet/>
      <dgm:spPr/>
      <dgm:t>
        <a:bodyPr/>
        <a:lstStyle/>
        <a:p>
          <a:endParaRPr lang="en-US"/>
        </a:p>
      </dgm:t>
    </dgm:pt>
    <dgm:pt modelId="{9C7BD2E7-B2D7-4F25-A967-AB9E699AD0E3}" type="sibTrans" cxnId="{17E4239A-DE32-4B78-BE06-CFE7B8B50D59}">
      <dgm:prSet/>
      <dgm:spPr/>
      <dgm:t>
        <a:bodyPr/>
        <a:lstStyle/>
        <a:p>
          <a:endParaRPr lang="en-US"/>
        </a:p>
      </dgm:t>
    </dgm:pt>
    <dgm:pt modelId="{B27230E2-A17D-4220-80FE-46D64297B343}">
      <dgm:prSet>
        <dgm:style>
          <a:lnRef idx="2">
            <a:schemeClr val="dk1"/>
          </a:lnRef>
          <a:fillRef idx="1">
            <a:schemeClr val="lt1"/>
          </a:fillRef>
          <a:effectRef idx="0">
            <a:schemeClr val="dk1"/>
          </a:effectRef>
          <a:fontRef idx="minor">
            <a:schemeClr val="dk1"/>
          </a:fontRef>
        </dgm:style>
      </dgm:prSet>
      <dgm:spPr/>
      <dgm:t>
        <a:bodyPr/>
        <a:lstStyle/>
        <a:p>
          <a:r>
            <a:rPr lang="en-US"/>
            <a:t>Choose technologies that meet the requirements</a:t>
          </a:r>
        </a:p>
      </dgm:t>
    </dgm:pt>
    <dgm:pt modelId="{D985146F-41BC-41F7-BD5A-34637F24A6B1}" type="parTrans" cxnId="{E1DB8706-943A-41DE-857B-FD1004514511}">
      <dgm:prSet/>
      <dgm:spPr/>
      <dgm:t>
        <a:bodyPr/>
        <a:lstStyle/>
        <a:p>
          <a:endParaRPr lang="en-US"/>
        </a:p>
      </dgm:t>
    </dgm:pt>
    <dgm:pt modelId="{1D9A2E75-6B4A-4BA3-BDC6-C1C8E25DEF5F}" type="sibTrans" cxnId="{E1DB8706-943A-41DE-857B-FD1004514511}">
      <dgm:prSet/>
      <dgm:spPr/>
      <dgm:t>
        <a:bodyPr/>
        <a:lstStyle/>
        <a:p>
          <a:endParaRPr lang="en-US"/>
        </a:p>
      </dgm:t>
    </dgm:pt>
    <dgm:pt modelId="{FF9F707B-CECE-4E78-99EB-914DC0A31ECF}">
      <dgm:prSet>
        <dgm:style>
          <a:lnRef idx="2">
            <a:schemeClr val="accent5"/>
          </a:lnRef>
          <a:fillRef idx="1">
            <a:schemeClr val="lt1"/>
          </a:fillRef>
          <a:effectRef idx="0">
            <a:schemeClr val="accent5"/>
          </a:effectRef>
          <a:fontRef idx="minor">
            <a:schemeClr val="dk1"/>
          </a:fontRef>
        </dgm:style>
      </dgm:prSet>
      <dgm:spPr/>
      <dgm:t>
        <a:bodyPr/>
        <a:lstStyle/>
        <a:p>
          <a:r>
            <a:rPr lang="en-US"/>
            <a:t>Apply the Logical Design to the physical space</a:t>
          </a:r>
        </a:p>
      </dgm:t>
    </dgm:pt>
    <dgm:pt modelId="{FB17E8DF-B400-423B-9CB4-4C38E1A393D0}" type="parTrans" cxnId="{FEEA18CF-B05D-4F84-9B2B-A59126D73B0B}">
      <dgm:prSet/>
      <dgm:spPr/>
      <dgm:t>
        <a:bodyPr/>
        <a:lstStyle/>
        <a:p>
          <a:endParaRPr lang="en-US"/>
        </a:p>
      </dgm:t>
    </dgm:pt>
    <dgm:pt modelId="{1B2FE90C-EAEA-4A43-A64F-69ABBDDABCEB}" type="sibTrans" cxnId="{FEEA18CF-B05D-4F84-9B2B-A59126D73B0B}">
      <dgm:prSet/>
      <dgm:spPr/>
      <dgm:t>
        <a:bodyPr/>
        <a:lstStyle/>
        <a:p>
          <a:endParaRPr lang="en-US"/>
        </a:p>
      </dgm:t>
    </dgm:pt>
    <dgm:pt modelId="{66FFFF39-03D1-479F-A004-0C1A91BCD012}">
      <dgm:prSet>
        <dgm:style>
          <a:lnRef idx="2">
            <a:schemeClr val="accent5"/>
          </a:lnRef>
          <a:fillRef idx="1">
            <a:schemeClr val="lt1"/>
          </a:fillRef>
          <a:effectRef idx="0">
            <a:schemeClr val="accent5"/>
          </a:effectRef>
          <a:fontRef idx="minor">
            <a:schemeClr val="dk1"/>
          </a:fontRef>
        </dgm:style>
      </dgm:prSet>
      <dgm:spPr/>
      <dgm:t>
        <a:bodyPr/>
        <a:lstStyle/>
        <a:p>
          <a:r>
            <a:rPr lang="en-US"/>
            <a:t>Implement the Physical Design</a:t>
          </a:r>
        </a:p>
      </dgm:t>
    </dgm:pt>
    <dgm:pt modelId="{4A5EDA08-68C0-4719-B835-6AECC589A5D1}" type="parTrans" cxnId="{CCB86B93-3845-428F-8411-A023AC4BDDEB}">
      <dgm:prSet/>
      <dgm:spPr/>
      <dgm:t>
        <a:bodyPr/>
        <a:lstStyle/>
        <a:p>
          <a:endParaRPr lang="en-US"/>
        </a:p>
      </dgm:t>
    </dgm:pt>
    <dgm:pt modelId="{775A41F0-E2CD-483C-948E-4C4DCDBE23C6}" type="sibTrans" cxnId="{CCB86B93-3845-428F-8411-A023AC4BDDEB}">
      <dgm:prSet/>
      <dgm:spPr/>
      <dgm:t>
        <a:bodyPr/>
        <a:lstStyle/>
        <a:p>
          <a:endParaRPr lang="en-US"/>
        </a:p>
      </dgm:t>
    </dgm:pt>
    <dgm:pt modelId="{33C77B4B-AC4C-4101-BE80-BB3417553860}" type="pres">
      <dgm:prSet presAssocID="{E3F7B911-0DB8-46F7-A6CB-A937DE7F5972}" presName="Name0" presStyleCnt="0">
        <dgm:presLayoutVars>
          <dgm:dir/>
          <dgm:resizeHandles val="exact"/>
        </dgm:presLayoutVars>
      </dgm:prSet>
      <dgm:spPr/>
    </dgm:pt>
    <dgm:pt modelId="{69C0042D-507E-4F9E-94A8-E94955ADB76F}" type="pres">
      <dgm:prSet presAssocID="{43DA3B73-85CC-44C7-99AF-E8675AAB11F1}" presName="node" presStyleLbl="node1" presStyleIdx="0" presStyleCnt="5">
        <dgm:presLayoutVars>
          <dgm:bulletEnabled val="1"/>
        </dgm:presLayoutVars>
      </dgm:prSet>
      <dgm:spPr/>
    </dgm:pt>
    <dgm:pt modelId="{C995A894-0AFA-453F-8460-3BDDD034C9F0}" type="pres">
      <dgm:prSet presAssocID="{A3169168-C8F4-4A32-9005-27C2332994A7}" presName="sibTrans" presStyleLbl="sibTrans2D1" presStyleIdx="0" presStyleCnt="4"/>
      <dgm:spPr/>
    </dgm:pt>
    <dgm:pt modelId="{8C1AB374-B3F6-4375-BF8E-0EF0B9A03D5F}" type="pres">
      <dgm:prSet presAssocID="{A3169168-C8F4-4A32-9005-27C2332994A7}" presName="connectorText" presStyleLbl="sibTrans2D1" presStyleIdx="0" presStyleCnt="4"/>
      <dgm:spPr/>
    </dgm:pt>
    <dgm:pt modelId="{94DB21CA-9344-453D-8C21-40F12F0D3889}" type="pres">
      <dgm:prSet presAssocID="{ADFB60DE-7B6B-42C9-98FD-F94B3F204B4D}" presName="node" presStyleLbl="node1" presStyleIdx="1" presStyleCnt="5">
        <dgm:presLayoutVars>
          <dgm:bulletEnabled val="1"/>
        </dgm:presLayoutVars>
      </dgm:prSet>
      <dgm:spPr/>
    </dgm:pt>
    <dgm:pt modelId="{60985EB9-42F5-4968-91E1-F1C3464F83DB}" type="pres">
      <dgm:prSet presAssocID="{A97DF006-03C2-4032-A233-78BD76A63D3D}" presName="sibTrans" presStyleLbl="sibTrans2D1" presStyleIdx="1" presStyleCnt="4"/>
      <dgm:spPr/>
    </dgm:pt>
    <dgm:pt modelId="{EAD196ED-2637-4521-AC20-12D40696FBB7}" type="pres">
      <dgm:prSet presAssocID="{A97DF006-03C2-4032-A233-78BD76A63D3D}" presName="connectorText" presStyleLbl="sibTrans2D1" presStyleIdx="1" presStyleCnt="4"/>
      <dgm:spPr/>
    </dgm:pt>
    <dgm:pt modelId="{BCD86AF2-2522-4648-B7B2-23EC01768288}" type="pres">
      <dgm:prSet presAssocID="{360C9A48-81FE-4D65-9516-B232CA206B0B}" presName="node" presStyleLbl="node1" presStyleIdx="2" presStyleCnt="5">
        <dgm:presLayoutVars>
          <dgm:bulletEnabled val="1"/>
        </dgm:presLayoutVars>
      </dgm:prSet>
      <dgm:spPr/>
    </dgm:pt>
    <dgm:pt modelId="{42963792-B266-4648-A606-495C07C981FB}" type="pres">
      <dgm:prSet presAssocID="{E97D0C73-F383-4117-A7E5-7A3FF09471D3}" presName="sibTrans" presStyleLbl="sibTrans2D1" presStyleIdx="2" presStyleCnt="4"/>
      <dgm:spPr/>
    </dgm:pt>
    <dgm:pt modelId="{C7FE0866-5A38-4AB6-9BDD-3EA0723D1400}" type="pres">
      <dgm:prSet presAssocID="{E97D0C73-F383-4117-A7E5-7A3FF09471D3}" presName="connectorText" presStyleLbl="sibTrans2D1" presStyleIdx="2" presStyleCnt="4"/>
      <dgm:spPr/>
    </dgm:pt>
    <dgm:pt modelId="{0941CEB6-4744-4A4C-B3F9-AE9B3291FC66}" type="pres">
      <dgm:prSet presAssocID="{A38E3FB1-74C2-416C-962C-208A8CC26451}" presName="node" presStyleLbl="node1" presStyleIdx="3" presStyleCnt="5">
        <dgm:presLayoutVars>
          <dgm:bulletEnabled val="1"/>
        </dgm:presLayoutVars>
      </dgm:prSet>
      <dgm:spPr/>
    </dgm:pt>
    <dgm:pt modelId="{2297CA2F-E4E3-4CAA-9DAC-31EBDE18A66E}" type="pres">
      <dgm:prSet presAssocID="{BCA34D4F-D34A-4E7F-8060-EE5CDCEDEBC9}" presName="sibTrans" presStyleLbl="sibTrans2D1" presStyleIdx="3" presStyleCnt="4"/>
      <dgm:spPr/>
    </dgm:pt>
    <dgm:pt modelId="{54FB4166-E42F-4144-9064-5D0A6108B512}" type="pres">
      <dgm:prSet presAssocID="{BCA34D4F-D34A-4E7F-8060-EE5CDCEDEBC9}" presName="connectorText" presStyleLbl="sibTrans2D1" presStyleIdx="3" presStyleCnt="4"/>
      <dgm:spPr/>
    </dgm:pt>
    <dgm:pt modelId="{7807F26B-8DA3-4C05-AC81-9B09DFFBB862}" type="pres">
      <dgm:prSet presAssocID="{2063F73A-6D48-4171-9BCC-3A5159FCFBE3}" presName="node" presStyleLbl="node1" presStyleIdx="4" presStyleCnt="5">
        <dgm:presLayoutVars>
          <dgm:bulletEnabled val="1"/>
        </dgm:presLayoutVars>
      </dgm:prSet>
      <dgm:spPr/>
    </dgm:pt>
  </dgm:ptLst>
  <dgm:cxnLst>
    <dgm:cxn modelId="{373BB105-BD9B-482D-93E7-3D2A93F643C0}" type="presOf" srcId="{0F52510D-04B1-43CC-97FD-7BBD63C4D854}" destId="{69C0042D-507E-4F9E-94A8-E94955ADB76F}" srcOrd="0" destOrd="4" presId="urn:microsoft.com/office/officeart/2005/8/layout/process1"/>
    <dgm:cxn modelId="{E1DB8706-943A-41DE-857B-FD1004514511}" srcId="{360C9A48-81FE-4D65-9516-B232CA206B0B}" destId="{B27230E2-A17D-4220-80FE-46D64297B343}" srcOrd="0" destOrd="0" parTransId="{D985146F-41BC-41F7-BD5A-34637F24A6B1}" sibTransId="{1D9A2E75-6B4A-4BA3-BDC6-C1C8E25DEF5F}"/>
    <dgm:cxn modelId="{8B50E507-1CF5-4604-8206-39FABB967420}" type="presOf" srcId="{A97DF006-03C2-4032-A233-78BD76A63D3D}" destId="{60985EB9-42F5-4968-91E1-F1C3464F83DB}" srcOrd="0" destOrd="0" presId="urn:microsoft.com/office/officeart/2005/8/layout/process1"/>
    <dgm:cxn modelId="{E8787317-170A-4679-B5D4-515276EDD2E3}" type="presOf" srcId="{A3169168-C8F4-4A32-9005-27C2332994A7}" destId="{C995A894-0AFA-453F-8460-3BDDD034C9F0}" srcOrd="0" destOrd="0" presId="urn:microsoft.com/office/officeart/2005/8/layout/process1"/>
    <dgm:cxn modelId="{4AD42824-2F58-47D8-B6AC-498408ADB519}" srcId="{E3F7B911-0DB8-46F7-A6CB-A937DE7F5972}" destId="{2063F73A-6D48-4171-9BCC-3A5159FCFBE3}" srcOrd="4" destOrd="0" parTransId="{25077567-7832-4BBF-8124-97EF66740E53}" sibTransId="{DE743DFC-3175-4315-B0E1-7CE8009342DB}"/>
    <dgm:cxn modelId="{97B9692E-411D-4838-88AD-1C43A6F73083}" type="presOf" srcId="{360C9A48-81FE-4D65-9516-B232CA206B0B}" destId="{BCD86AF2-2522-4648-B7B2-23EC01768288}" srcOrd="0" destOrd="0" presId="urn:microsoft.com/office/officeart/2005/8/layout/process1"/>
    <dgm:cxn modelId="{13C49C2F-310A-4CF0-8235-FBDCD86AF66B}" type="presOf" srcId="{A38E3FB1-74C2-416C-962C-208A8CC26451}" destId="{0941CEB6-4744-4A4C-B3F9-AE9B3291FC66}" srcOrd="0" destOrd="0" presId="urn:microsoft.com/office/officeart/2005/8/layout/process1"/>
    <dgm:cxn modelId="{14F43930-AB62-4374-97B3-C3B06522240C}" type="presOf" srcId="{C9BC02D3-DAF3-483D-B2B5-6A810A3E5D23}" destId="{69C0042D-507E-4F9E-94A8-E94955ADB76F}" srcOrd="0" destOrd="3" presId="urn:microsoft.com/office/officeart/2005/8/layout/process1"/>
    <dgm:cxn modelId="{11B67C38-C0BB-4056-ABB9-B9C8C359F9CA}" type="presOf" srcId="{2063F73A-6D48-4171-9BCC-3A5159FCFBE3}" destId="{7807F26B-8DA3-4C05-AC81-9B09DFFBB862}" srcOrd="0" destOrd="0" presId="urn:microsoft.com/office/officeart/2005/8/layout/process1"/>
    <dgm:cxn modelId="{1079F93D-EFC9-4F63-A7D2-BA33A86E4DFC}" type="presOf" srcId="{BCA34D4F-D34A-4E7F-8060-EE5CDCEDEBC9}" destId="{2297CA2F-E4E3-4CAA-9DAC-31EBDE18A66E}" srcOrd="0" destOrd="0" presId="urn:microsoft.com/office/officeart/2005/8/layout/process1"/>
    <dgm:cxn modelId="{26FA8D5C-9E2D-43A2-86DB-EE2A3FA661CA}" type="presOf" srcId="{A97DF006-03C2-4032-A233-78BD76A63D3D}" destId="{EAD196ED-2637-4521-AC20-12D40696FBB7}" srcOrd="1" destOrd="0" presId="urn:microsoft.com/office/officeart/2005/8/layout/process1"/>
    <dgm:cxn modelId="{A3436A63-0B7B-4E1F-9868-5311457F2073}" srcId="{E3F7B911-0DB8-46F7-A6CB-A937DE7F5972}" destId="{A38E3FB1-74C2-416C-962C-208A8CC26451}" srcOrd="3" destOrd="0" parTransId="{9E752F19-DAF8-4077-BC1B-196EAE64B4D1}" sibTransId="{BCA34D4F-D34A-4E7F-8060-EE5CDCEDEBC9}"/>
    <dgm:cxn modelId="{8C6FAC44-1A20-4525-8EB8-2F9740001F7B}" type="presOf" srcId="{4ED935BC-B6F4-4023-8157-90A00E4288D9}" destId="{69C0042D-507E-4F9E-94A8-E94955ADB76F}" srcOrd="0" destOrd="2" presId="urn:microsoft.com/office/officeart/2005/8/layout/process1"/>
    <dgm:cxn modelId="{D680D866-82DC-42E8-93B4-13F314842A5A}" type="presOf" srcId="{66FFFF39-03D1-479F-A004-0C1A91BCD012}" destId="{7807F26B-8DA3-4C05-AC81-9B09DFFBB862}" srcOrd="0" destOrd="1" presId="urn:microsoft.com/office/officeart/2005/8/layout/process1"/>
    <dgm:cxn modelId="{C99CE768-EC43-4487-A92D-7422C1A1183F}" type="presOf" srcId="{FF9F707B-CECE-4E78-99EB-914DC0A31ECF}" destId="{0941CEB6-4744-4A4C-B3F9-AE9B3291FC66}" srcOrd="0" destOrd="1" presId="urn:microsoft.com/office/officeart/2005/8/layout/process1"/>
    <dgm:cxn modelId="{9D26AD6A-9892-4AC4-A58F-4C551EC94151}" srcId="{43DA3B73-85CC-44C7-99AF-E8675AAB11F1}" destId="{A992AD57-2B29-405E-A673-4C8FE2DCB2F0}" srcOrd="0" destOrd="0" parTransId="{A107BC28-DE52-4594-8495-7F55B444C020}" sibTransId="{E8BD408A-94EB-4640-B731-4BB67C578ABF}"/>
    <dgm:cxn modelId="{BB46DB6A-79CE-4A48-9BD1-A2DD18A4D36D}" type="presOf" srcId="{E3F7B911-0DB8-46F7-A6CB-A937DE7F5972}" destId="{33C77B4B-AC4C-4101-BE80-BB3417553860}" srcOrd="0" destOrd="0" presId="urn:microsoft.com/office/officeart/2005/8/layout/process1"/>
    <dgm:cxn modelId="{2067A66C-5E78-49CD-BF13-380CF2200C11}" type="presOf" srcId="{BCA34D4F-D34A-4E7F-8060-EE5CDCEDEBC9}" destId="{54FB4166-E42F-4144-9064-5D0A6108B512}" srcOrd="1" destOrd="0" presId="urn:microsoft.com/office/officeart/2005/8/layout/process1"/>
    <dgm:cxn modelId="{131F2674-DD6F-469D-917E-E2EE098B29BC}" srcId="{E3F7B911-0DB8-46F7-A6CB-A937DE7F5972}" destId="{43DA3B73-85CC-44C7-99AF-E8675AAB11F1}" srcOrd="0" destOrd="0" parTransId="{9F019D3D-4D19-4593-B070-40268D2F2EB5}" sibTransId="{A3169168-C8F4-4A32-9005-27C2332994A7}"/>
    <dgm:cxn modelId="{541F8A77-0852-4130-A267-CB2C1482A6E8}" type="presOf" srcId="{E97D0C73-F383-4117-A7E5-7A3FF09471D3}" destId="{42963792-B266-4648-A606-495C07C981FB}" srcOrd="0" destOrd="0" presId="urn:microsoft.com/office/officeart/2005/8/layout/process1"/>
    <dgm:cxn modelId="{78861782-068A-488A-B1C5-09CC575B5D80}" srcId="{E3F7B911-0DB8-46F7-A6CB-A937DE7F5972}" destId="{360C9A48-81FE-4D65-9516-B232CA206B0B}" srcOrd="2" destOrd="0" parTransId="{0B625C4F-CCA9-4175-983E-88805D77AAC5}" sibTransId="{E97D0C73-F383-4117-A7E5-7A3FF09471D3}"/>
    <dgm:cxn modelId="{CCB86B93-3845-428F-8411-A023AC4BDDEB}" srcId="{2063F73A-6D48-4171-9BCC-3A5159FCFBE3}" destId="{66FFFF39-03D1-479F-A004-0C1A91BCD012}" srcOrd="0" destOrd="0" parTransId="{4A5EDA08-68C0-4719-B835-6AECC589A5D1}" sibTransId="{775A41F0-E2CD-483C-948E-4C4DCDBE23C6}"/>
    <dgm:cxn modelId="{17E4239A-DE32-4B78-BE06-CFE7B8B50D59}" srcId="{ADFB60DE-7B6B-42C9-98FD-F94B3F204B4D}" destId="{801389A1-08AD-4217-99F1-17D044229FA0}" srcOrd="0" destOrd="0" parTransId="{BC314620-F755-43B8-B2B8-D38FEAD5BE47}" sibTransId="{9C7BD2E7-B2D7-4F25-A967-AB9E699AD0E3}"/>
    <dgm:cxn modelId="{150939AA-2A95-4B47-BDB9-FCBABC3FCAF5}" srcId="{E3F7B911-0DB8-46F7-A6CB-A937DE7F5972}" destId="{ADFB60DE-7B6B-42C9-98FD-F94B3F204B4D}" srcOrd="1" destOrd="0" parTransId="{A671AC3F-4FF4-419F-B14B-178228C3B3F5}" sibTransId="{A97DF006-03C2-4032-A233-78BD76A63D3D}"/>
    <dgm:cxn modelId="{881D80AA-1DB5-4D05-B4BE-DEB9948C817E}" type="presOf" srcId="{A3169168-C8F4-4A32-9005-27C2332994A7}" destId="{8C1AB374-B3F6-4375-BF8E-0EF0B9A03D5F}" srcOrd="1" destOrd="0" presId="urn:microsoft.com/office/officeart/2005/8/layout/process1"/>
    <dgm:cxn modelId="{78A882AF-41EB-40C3-8636-7416EA57980A}" srcId="{A992AD57-2B29-405E-A673-4C8FE2DCB2F0}" destId="{C9BC02D3-DAF3-483D-B2B5-6A810A3E5D23}" srcOrd="1" destOrd="0" parTransId="{0D7DD7AB-4B3F-4B26-9699-8D069D27EBFE}" sibTransId="{14A04E87-4E78-4857-8660-A2A290C3C448}"/>
    <dgm:cxn modelId="{E38AD1BC-B1F2-48A3-9F4E-9F4B093FDAEC}" type="presOf" srcId="{43DA3B73-85CC-44C7-99AF-E8675AAB11F1}" destId="{69C0042D-507E-4F9E-94A8-E94955ADB76F}" srcOrd="0" destOrd="0" presId="urn:microsoft.com/office/officeart/2005/8/layout/process1"/>
    <dgm:cxn modelId="{B714FBC5-D059-4484-9BC2-66EECB500B12}" type="presOf" srcId="{A992AD57-2B29-405E-A673-4C8FE2DCB2F0}" destId="{69C0042D-507E-4F9E-94A8-E94955ADB76F}" srcOrd="0" destOrd="1" presId="urn:microsoft.com/office/officeart/2005/8/layout/process1"/>
    <dgm:cxn modelId="{E20D28C7-268F-4C82-A0F1-EBBD25300B26}" type="presOf" srcId="{E97D0C73-F383-4117-A7E5-7A3FF09471D3}" destId="{C7FE0866-5A38-4AB6-9BDD-3EA0723D1400}" srcOrd="1" destOrd="0" presId="urn:microsoft.com/office/officeart/2005/8/layout/process1"/>
    <dgm:cxn modelId="{0DC4C7C8-8BFE-40E5-83C2-29B21DE73171}" type="presOf" srcId="{ADFB60DE-7B6B-42C9-98FD-F94B3F204B4D}" destId="{94DB21CA-9344-453D-8C21-40F12F0D3889}" srcOrd="0" destOrd="0" presId="urn:microsoft.com/office/officeart/2005/8/layout/process1"/>
    <dgm:cxn modelId="{AAC299C9-BA83-43E5-94A0-81B18092AFEC}" type="presOf" srcId="{5B1735AB-8363-41EB-A9A6-B25D2636DC13}" destId="{69C0042D-507E-4F9E-94A8-E94955ADB76F}" srcOrd="0" destOrd="5" presId="urn:microsoft.com/office/officeart/2005/8/layout/process1"/>
    <dgm:cxn modelId="{FEEA18CF-B05D-4F84-9B2B-A59126D73B0B}" srcId="{A38E3FB1-74C2-416C-962C-208A8CC26451}" destId="{FF9F707B-CECE-4E78-99EB-914DC0A31ECF}" srcOrd="0" destOrd="0" parTransId="{FB17E8DF-B400-423B-9CB4-4C38E1A393D0}" sibTransId="{1B2FE90C-EAEA-4A43-A64F-69ABBDDABCEB}"/>
    <dgm:cxn modelId="{AB8346D2-7479-4A8A-9B9E-3E06B25A4101}" type="presOf" srcId="{801389A1-08AD-4217-99F1-17D044229FA0}" destId="{94DB21CA-9344-453D-8C21-40F12F0D3889}" srcOrd="0" destOrd="1" presId="urn:microsoft.com/office/officeart/2005/8/layout/process1"/>
    <dgm:cxn modelId="{7A7BB4F0-1C5C-48CB-8901-89C2F8777FD9}" srcId="{A992AD57-2B29-405E-A673-4C8FE2DCB2F0}" destId="{4ED935BC-B6F4-4023-8157-90A00E4288D9}" srcOrd="0" destOrd="0" parTransId="{770B9806-9CD8-4654-A8B8-3D70D0747D19}" sibTransId="{615EA72B-289C-47B9-87A6-D11B04775F76}"/>
    <dgm:cxn modelId="{66DE21FB-DA00-48E7-8841-EB738D68F62C}" srcId="{A992AD57-2B29-405E-A673-4C8FE2DCB2F0}" destId="{5B1735AB-8363-41EB-A9A6-B25D2636DC13}" srcOrd="3" destOrd="0" parTransId="{258247BB-E99C-4C40-A6F3-2BCFF7F3F021}" sibTransId="{A1728D92-C6B8-42BE-B7DA-7498106C25C1}"/>
    <dgm:cxn modelId="{CD2010FC-CBD9-4366-BBB7-A2370EB4C245}" srcId="{A992AD57-2B29-405E-A673-4C8FE2DCB2F0}" destId="{0F52510D-04B1-43CC-97FD-7BBD63C4D854}" srcOrd="2" destOrd="0" parTransId="{7A0826B7-80B0-4499-9F07-B0CEFEBCCB15}" sibTransId="{000FE71D-E956-498B-A2D5-3FE5EE89E851}"/>
    <dgm:cxn modelId="{44EB4AFF-CFAA-4C07-A2E3-FCFCFC4805D0}" type="presOf" srcId="{B27230E2-A17D-4220-80FE-46D64297B343}" destId="{BCD86AF2-2522-4648-B7B2-23EC01768288}" srcOrd="0" destOrd="1" presId="urn:microsoft.com/office/officeart/2005/8/layout/process1"/>
    <dgm:cxn modelId="{A3EEBC4C-D696-420C-9548-292C5BAFC381}" type="presParOf" srcId="{33C77B4B-AC4C-4101-BE80-BB3417553860}" destId="{69C0042D-507E-4F9E-94A8-E94955ADB76F}" srcOrd="0" destOrd="0" presId="urn:microsoft.com/office/officeart/2005/8/layout/process1"/>
    <dgm:cxn modelId="{74064A54-7EF8-41C7-AE1A-BB20A8BAC8C0}" type="presParOf" srcId="{33C77B4B-AC4C-4101-BE80-BB3417553860}" destId="{C995A894-0AFA-453F-8460-3BDDD034C9F0}" srcOrd="1" destOrd="0" presId="urn:microsoft.com/office/officeart/2005/8/layout/process1"/>
    <dgm:cxn modelId="{42219523-EF2A-4B71-AADE-F502E30D150F}" type="presParOf" srcId="{C995A894-0AFA-453F-8460-3BDDD034C9F0}" destId="{8C1AB374-B3F6-4375-BF8E-0EF0B9A03D5F}" srcOrd="0" destOrd="0" presId="urn:microsoft.com/office/officeart/2005/8/layout/process1"/>
    <dgm:cxn modelId="{2E862AAC-1707-4857-9DE2-CB1A6192A062}" type="presParOf" srcId="{33C77B4B-AC4C-4101-BE80-BB3417553860}" destId="{94DB21CA-9344-453D-8C21-40F12F0D3889}" srcOrd="2" destOrd="0" presId="urn:microsoft.com/office/officeart/2005/8/layout/process1"/>
    <dgm:cxn modelId="{E56D702D-0BD3-45F5-9E8A-6285E21BF72E}" type="presParOf" srcId="{33C77B4B-AC4C-4101-BE80-BB3417553860}" destId="{60985EB9-42F5-4968-91E1-F1C3464F83DB}" srcOrd="3" destOrd="0" presId="urn:microsoft.com/office/officeart/2005/8/layout/process1"/>
    <dgm:cxn modelId="{89C02620-D853-4447-8CB1-200CE276630A}" type="presParOf" srcId="{60985EB9-42F5-4968-91E1-F1C3464F83DB}" destId="{EAD196ED-2637-4521-AC20-12D40696FBB7}" srcOrd="0" destOrd="0" presId="urn:microsoft.com/office/officeart/2005/8/layout/process1"/>
    <dgm:cxn modelId="{41356EBF-EA7A-4518-B314-C85465DD60D5}" type="presParOf" srcId="{33C77B4B-AC4C-4101-BE80-BB3417553860}" destId="{BCD86AF2-2522-4648-B7B2-23EC01768288}" srcOrd="4" destOrd="0" presId="urn:microsoft.com/office/officeart/2005/8/layout/process1"/>
    <dgm:cxn modelId="{FBE42AA9-721C-4844-B0F1-CCA2BAD003BC}" type="presParOf" srcId="{33C77B4B-AC4C-4101-BE80-BB3417553860}" destId="{42963792-B266-4648-A606-495C07C981FB}" srcOrd="5" destOrd="0" presId="urn:microsoft.com/office/officeart/2005/8/layout/process1"/>
    <dgm:cxn modelId="{33FB0A03-6E92-4F9C-8F36-2CA9B558087D}" type="presParOf" srcId="{42963792-B266-4648-A606-495C07C981FB}" destId="{C7FE0866-5A38-4AB6-9BDD-3EA0723D1400}" srcOrd="0" destOrd="0" presId="urn:microsoft.com/office/officeart/2005/8/layout/process1"/>
    <dgm:cxn modelId="{95CA412C-C13C-4F33-B878-9724F580FF8B}" type="presParOf" srcId="{33C77B4B-AC4C-4101-BE80-BB3417553860}" destId="{0941CEB6-4744-4A4C-B3F9-AE9B3291FC66}" srcOrd="6" destOrd="0" presId="urn:microsoft.com/office/officeart/2005/8/layout/process1"/>
    <dgm:cxn modelId="{1D45963A-9C3B-4EE7-8BAA-42AA1C291C18}" type="presParOf" srcId="{33C77B4B-AC4C-4101-BE80-BB3417553860}" destId="{2297CA2F-E4E3-4CAA-9DAC-31EBDE18A66E}" srcOrd="7" destOrd="0" presId="urn:microsoft.com/office/officeart/2005/8/layout/process1"/>
    <dgm:cxn modelId="{B786256B-F892-41CF-BC10-7B27DA60562C}" type="presParOf" srcId="{2297CA2F-E4E3-4CAA-9DAC-31EBDE18A66E}" destId="{54FB4166-E42F-4144-9064-5D0A6108B512}" srcOrd="0" destOrd="0" presId="urn:microsoft.com/office/officeart/2005/8/layout/process1"/>
    <dgm:cxn modelId="{046152D9-7E35-49B9-B8FD-DC77E07E82E9}" type="presParOf" srcId="{33C77B4B-AC4C-4101-BE80-BB3417553860}" destId="{7807F26B-8DA3-4C05-AC81-9B09DFFBB862}" srcOrd="8"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E3F7B911-0DB8-46F7-A6CB-A937DE7F5972}" type="doc">
      <dgm:prSet loTypeId="urn:microsoft.com/office/officeart/2005/8/layout/process1" loCatId="process" qsTypeId="urn:microsoft.com/office/officeart/2005/8/quickstyle/simple5" qsCatId="simple" csTypeId="urn:microsoft.com/office/officeart/2005/8/colors/accent1_2" csCatId="accent1" phldr="1"/>
      <dgm:spPr/>
      <dgm:t>
        <a:bodyPr/>
        <a:lstStyle/>
        <a:p>
          <a:endParaRPr lang="en-US"/>
        </a:p>
      </dgm:t>
    </dgm:pt>
    <dgm:pt modelId="{43DA3B73-85CC-44C7-99AF-E8675AAB11F1}">
      <dgm:prSet phldrT="[Text]">
        <dgm:style>
          <a:lnRef idx="0">
            <a:schemeClr val="accent1"/>
          </a:lnRef>
          <a:fillRef idx="3">
            <a:schemeClr val="accent1"/>
          </a:fillRef>
          <a:effectRef idx="3">
            <a:schemeClr val="accent1"/>
          </a:effectRef>
          <a:fontRef idx="minor">
            <a:schemeClr val="lt1"/>
          </a:fontRef>
        </dgm:style>
      </dgm:prSet>
      <dgm:spPr/>
      <dgm:t>
        <a:bodyPr/>
        <a:lstStyle/>
        <a:p>
          <a:r>
            <a:rPr lang="en-US" b="1" dirty="0"/>
            <a:t>Requirement Gathering</a:t>
          </a:r>
        </a:p>
      </dgm:t>
    </dgm:pt>
    <dgm:pt modelId="{9F019D3D-4D19-4593-B070-40268D2F2EB5}" type="parTrans" cxnId="{131F2674-DD6F-469D-917E-E2EE098B29BC}">
      <dgm:prSet/>
      <dgm:spPr/>
      <dgm:t>
        <a:bodyPr/>
        <a:lstStyle/>
        <a:p>
          <a:endParaRPr lang="en-US"/>
        </a:p>
      </dgm:t>
    </dgm:pt>
    <dgm:pt modelId="{A3169168-C8F4-4A32-9005-27C2332994A7}" type="sibTrans" cxnId="{131F2674-DD6F-469D-917E-E2EE098B29BC}">
      <dgm:prSet/>
      <dgm:spPr/>
      <dgm:t>
        <a:bodyPr/>
        <a:lstStyle/>
        <a:p>
          <a:endParaRPr lang="en-US"/>
        </a:p>
      </dgm:t>
    </dgm:pt>
    <dgm:pt modelId="{360C9A48-81FE-4D65-9516-B232CA206B0B}">
      <dgm:prSet>
        <dgm:style>
          <a:lnRef idx="2">
            <a:schemeClr val="dk1"/>
          </a:lnRef>
          <a:fillRef idx="1">
            <a:schemeClr val="lt1"/>
          </a:fillRef>
          <a:effectRef idx="0">
            <a:schemeClr val="dk1"/>
          </a:effectRef>
          <a:fontRef idx="minor">
            <a:schemeClr val="dk1"/>
          </a:fontRef>
        </dgm:style>
      </dgm:prSet>
      <dgm:spPr/>
      <dgm:t>
        <a:bodyPr/>
        <a:lstStyle/>
        <a:p>
          <a:r>
            <a:rPr lang="en-US" b="1"/>
            <a:t>Logical Design</a:t>
          </a:r>
        </a:p>
      </dgm:t>
    </dgm:pt>
    <dgm:pt modelId="{0B625C4F-CCA9-4175-983E-88805D77AAC5}" type="parTrans" cxnId="{78861782-068A-488A-B1C5-09CC575B5D80}">
      <dgm:prSet/>
      <dgm:spPr/>
      <dgm:t>
        <a:bodyPr/>
        <a:lstStyle/>
        <a:p>
          <a:endParaRPr lang="en-US"/>
        </a:p>
      </dgm:t>
    </dgm:pt>
    <dgm:pt modelId="{E97D0C73-F383-4117-A7E5-7A3FF09471D3}" type="sibTrans" cxnId="{78861782-068A-488A-B1C5-09CC575B5D80}">
      <dgm:prSet/>
      <dgm:spPr/>
      <dgm:t>
        <a:bodyPr/>
        <a:lstStyle/>
        <a:p>
          <a:endParaRPr lang="en-US"/>
        </a:p>
      </dgm:t>
    </dgm:pt>
    <dgm:pt modelId="{A38E3FB1-74C2-416C-962C-208A8CC26451}">
      <dgm:prSet>
        <dgm:style>
          <a:lnRef idx="2">
            <a:schemeClr val="accent5"/>
          </a:lnRef>
          <a:fillRef idx="1">
            <a:schemeClr val="lt1"/>
          </a:fillRef>
          <a:effectRef idx="0">
            <a:schemeClr val="accent5"/>
          </a:effectRef>
          <a:fontRef idx="minor">
            <a:schemeClr val="dk1"/>
          </a:fontRef>
        </dgm:style>
      </dgm:prSet>
      <dgm:spPr/>
      <dgm:t>
        <a:bodyPr/>
        <a:lstStyle/>
        <a:p>
          <a:r>
            <a:rPr lang="en-US" b="1"/>
            <a:t>Physical Design</a:t>
          </a:r>
        </a:p>
      </dgm:t>
    </dgm:pt>
    <dgm:pt modelId="{9E752F19-DAF8-4077-BC1B-196EAE64B4D1}" type="parTrans" cxnId="{A3436A63-0B7B-4E1F-9868-5311457F2073}">
      <dgm:prSet/>
      <dgm:spPr/>
      <dgm:t>
        <a:bodyPr/>
        <a:lstStyle/>
        <a:p>
          <a:endParaRPr lang="en-US"/>
        </a:p>
      </dgm:t>
    </dgm:pt>
    <dgm:pt modelId="{BCA34D4F-D34A-4E7F-8060-EE5CDCEDEBC9}" type="sibTrans" cxnId="{A3436A63-0B7B-4E1F-9868-5311457F2073}">
      <dgm:prSet/>
      <dgm:spPr/>
      <dgm:t>
        <a:bodyPr/>
        <a:lstStyle/>
        <a:p>
          <a:endParaRPr lang="en-US"/>
        </a:p>
      </dgm:t>
    </dgm:pt>
    <dgm:pt modelId="{2063F73A-6D48-4171-9BCC-3A5159FCFBE3}">
      <dgm:prSet>
        <dgm:style>
          <a:lnRef idx="2">
            <a:schemeClr val="accent5"/>
          </a:lnRef>
          <a:fillRef idx="1">
            <a:schemeClr val="lt1"/>
          </a:fillRef>
          <a:effectRef idx="0">
            <a:schemeClr val="accent5"/>
          </a:effectRef>
          <a:fontRef idx="minor">
            <a:schemeClr val="dk1"/>
          </a:fontRef>
        </dgm:style>
      </dgm:prSet>
      <dgm:spPr/>
      <dgm:t>
        <a:bodyPr/>
        <a:lstStyle/>
        <a:p>
          <a:r>
            <a:rPr lang="en-US" b="1"/>
            <a:t>Installation and Maintenance</a:t>
          </a:r>
        </a:p>
      </dgm:t>
    </dgm:pt>
    <dgm:pt modelId="{25077567-7832-4BBF-8124-97EF66740E53}" type="parTrans" cxnId="{4AD42824-2F58-47D8-B6AC-498408ADB519}">
      <dgm:prSet/>
      <dgm:spPr/>
      <dgm:t>
        <a:bodyPr/>
        <a:lstStyle/>
        <a:p>
          <a:endParaRPr lang="en-US"/>
        </a:p>
      </dgm:t>
    </dgm:pt>
    <dgm:pt modelId="{DE743DFC-3175-4315-B0E1-7CE8009342DB}" type="sibTrans" cxnId="{4AD42824-2F58-47D8-B6AC-498408ADB519}">
      <dgm:prSet/>
      <dgm:spPr/>
      <dgm:t>
        <a:bodyPr/>
        <a:lstStyle/>
        <a:p>
          <a:endParaRPr lang="en-US"/>
        </a:p>
      </dgm:t>
    </dgm:pt>
    <dgm:pt modelId="{ADFB60DE-7B6B-42C9-98FD-F94B3F204B4D}">
      <dgm:prSet>
        <dgm:style>
          <a:lnRef idx="2">
            <a:schemeClr val="dk1"/>
          </a:lnRef>
          <a:fillRef idx="1">
            <a:schemeClr val="lt1"/>
          </a:fillRef>
          <a:effectRef idx="0">
            <a:schemeClr val="dk1"/>
          </a:effectRef>
          <a:fontRef idx="minor">
            <a:schemeClr val="dk1"/>
          </a:fontRef>
        </dgm:style>
      </dgm:prSet>
      <dgm:spPr/>
      <dgm:t>
        <a:bodyPr/>
        <a:lstStyle/>
        <a:p>
          <a:r>
            <a:rPr lang="en-US" b="1" dirty="0"/>
            <a:t>Analysis</a:t>
          </a:r>
        </a:p>
      </dgm:t>
    </dgm:pt>
    <dgm:pt modelId="{A97DF006-03C2-4032-A233-78BD76A63D3D}" type="sibTrans" cxnId="{150939AA-2A95-4B47-BDB9-FCBABC3FCAF5}">
      <dgm:prSet/>
      <dgm:spPr/>
      <dgm:t>
        <a:bodyPr/>
        <a:lstStyle/>
        <a:p>
          <a:endParaRPr lang="en-US"/>
        </a:p>
      </dgm:t>
    </dgm:pt>
    <dgm:pt modelId="{A671AC3F-4FF4-419F-B14B-178228C3B3F5}" type="parTrans" cxnId="{150939AA-2A95-4B47-BDB9-FCBABC3FCAF5}">
      <dgm:prSet/>
      <dgm:spPr/>
      <dgm:t>
        <a:bodyPr/>
        <a:lstStyle/>
        <a:p>
          <a:endParaRPr lang="en-US"/>
        </a:p>
      </dgm:t>
    </dgm:pt>
    <dgm:pt modelId="{A992AD57-2B29-405E-A673-4C8FE2DCB2F0}">
      <dgm:prSet>
        <dgm:style>
          <a:lnRef idx="0">
            <a:schemeClr val="accent1"/>
          </a:lnRef>
          <a:fillRef idx="3">
            <a:schemeClr val="accent1"/>
          </a:fillRef>
          <a:effectRef idx="3">
            <a:schemeClr val="accent1"/>
          </a:effectRef>
          <a:fontRef idx="minor">
            <a:schemeClr val="lt1"/>
          </a:fontRef>
        </dgm:style>
      </dgm:prSet>
      <dgm:spPr/>
      <dgm:t>
        <a:bodyPr/>
        <a:lstStyle/>
        <a:p>
          <a:r>
            <a:rPr lang="en-US"/>
            <a:t>Determine needs of: </a:t>
          </a:r>
        </a:p>
      </dgm:t>
    </dgm:pt>
    <dgm:pt modelId="{A107BC28-DE52-4594-8495-7F55B444C020}" type="parTrans" cxnId="{9D26AD6A-9892-4AC4-A58F-4C551EC94151}">
      <dgm:prSet/>
      <dgm:spPr/>
      <dgm:t>
        <a:bodyPr/>
        <a:lstStyle/>
        <a:p>
          <a:endParaRPr lang="en-US"/>
        </a:p>
      </dgm:t>
    </dgm:pt>
    <dgm:pt modelId="{E8BD408A-94EB-4640-B731-4BB67C578ABF}" type="sibTrans" cxnId="{9D26AD6A-9892-4AC4-A58F-4C551EC94151}">
      <dgm:prSet/>
      <dgm:spPr/>
      <dgm:t>
        <a:bodyPr/>
        <a:lstStyle/>
        <a:p>
          <a:endParaRPr lang="en-US"/>
        </a:p>
      </dgm:t>
    </dgm:pt>
    <dgm:pt modelId="{4ED935BC-B6F4-4023-8157-90A00E4288D9}">
      <dgm:prSet>
        <dgm:style>
          <a:lnRef idx="0">
            <a:schemeClr val="accent1"/>
          </a:lnRef>
          <a:fillRef idx="3">
            <a:schemeClr val="accent1"/>
          </a:fillRef>
          <a:effectRef idx="3">
            <a:schemeClr val="accent1"/>
          </a:effectRef>
          <a:fontRef idx="minor">
            <a:schemeClr val="lt1"/>
          </a:fontRef>
        </dgm:style>
      </dgm:prSet>
      <dgm:spPr/>
      <dgm:t>
        <a:bodyPr/>
        <a:lstStyle/>
        <a:p>
          <a:r>
            <a:rPr lang="en-US"/>
            <a:t>Business</a:t>
          </a:r>
        </a:p>
      </dgm:t>
    </dgm:pt>
    <dgm:pt modelId="{770B9806-9CD8-4654-A8B8-3D70D0747D19}" type="parTrans" cxnId="{7A7BB4F0-1C5C-48CB-8901-89C2F8777FD9}">
      <dgm:prSet/>
      <dgm:spPr/>
      <dgm:t>
        <a:bodyPr/>
        <a:lstStyle/>
        <a:p>
          <a:endParaRPr lang="en-US"/>
        </a:p>
      </dgm:t>
    </dgm:pt>
    <dgm:pt modelId="{615EA72B-289C-47B9-87A6-D11B04775F76}" type="sibTrans" cxnId="{7A7BB4F0-1C5C-48CB-8901-89C2F8777FD9}">
      <dgm:prSet/>
      <dgm:spPr/>
      <dgm:t>
        <a:bodyPr/>
        <a:lstStyle/>
        <a:p>
          <a:endParaRPr lang="en-US"/>
        </a:p>
      </dgm:t>
    </dgm:pt>
    <dgm:pt modelId="{C9BC02D3-DAF3-483D-B2B5-6A810A3E5D23}">
      <dgm:prSet>
        <dgm:style>
          <a:lnRef idx="0">
            <a:schemeClr val="accent1"/>
          </a:lnRef>
          <a:fillRef idx="3">
            <a:schemeClr val="accent1"/>
          </a:fillRef>
          <a:effectRef idx="3">
            <a:schemeClr val="accent1"/>
          </a:effectRef>
          <a:fontRef idx="minor">
            <a:schemeClr val="lt1"/>
          </a:fontRef>
        </dgm:style>
      </dgm:prSet>
      <dgm:spPr/>
      <dgm:t>
        <a:bodyPr/>
        <a:lstStyle/>
        <a:p>
          <a:r>
            <a:rPr lang="en-US"/>
            <a:t>Users</a:t>
          </a:r>
        </a:p>
      </dgm:t>
    </dgm:pt>
    <dgm:pt modelId="{0D7DD7AB-4B3F-4B26-9699-8D069D27EBFE}" type="parTrans" cxnId="{78A882AF-41EB-40C3-8636-7416EA57980A}">
      <dgm:prSet/>
      <dgm:spPr/>
      <dgm:t>
        <a:bodyPr/>
        <a:lstStyle/>
        <a:p>
          <a:endParaRPr lang="en-US"/>
        </a:p>
      </dgm:t>
    </dgm:pt>
    <dgm:pt modelId="{14A04E87-4E78-4857-8660-A2A290C3C448}" type="sibTrans" cxnId="{78A882AF-41EB-40C3-8636-7416EA57980A}">
      <dgm:prSet/>
      <dgm:spPr/>
      <dgm:t>
        <a:bodyPr/>
        <a:lstStyle/>
        <a:p>
          <a:endParaRPr lang="en-US"/>
        </a:p>
      </dgm:t>
    </dgm:pt>
    <dgm:pt modelId="{0F52510D-04B1-43CC-97FD-7BBD63C4D854}">
      <dgm:prSet>
        <dgm:style>
          <a:lnRef idx="0">
            <a:schemeClr val="accent1"/>
          </a:lnRef>
          <a:fillRef idx="3">
            <a:schemeClr val="accent1"/>
          </a:fillRef>
          <a:effectRef idx="3">
            <a:schemeClr val="accent1"/>
          </a:effectRef>
          <a:fontRef idx="minor">
            <a:schemeClr val="lt1"/>
          </a:fontRef>
        </dgm:style>
      </dgm:prSet>
      <dgm:spPr/>
      <dgm:t>
        <a:bodyPr/>
        <a:lstStyle/>
        <a:p>
          <a:r>
            <a:rPr lang="en-US"/>
            <a:t>Applications</a:t>
          </a:r>
        </a:p>
      </dgm:t>
    </dgm:pt>
    <dgm:pt modelId="{7A0826B7-80B0-4499-9F07-B0CEFEBCCB15}" type="parTrans" cxnId="{CD2010FC-CBD9-4366-BBB7-A2370EB4C245}">
      <dgm:prSet/>
      <dgm:spPr/>
      <dgm:t>
        <a:bodyPr/>
        <a:lstStyle/>
        <a:p>
          <a:endParaRPr lang="en-US"/>
        </a:p>
      </dgm:t>
    </dgm:pt>
    <dgm:pt modelId="{000FE71D-E956-498B-A2D5-3FE5EE89E851}" type="sibTrans" cxnId="{CD2010FC-CBD9-4366-BBB7-A2370EB4C245}">
      <dgm:prSet/>
      <dgm:spPr/>
      <dgm:t>
        <a:bodyPr/>
        <a:lstStyle/>
        <a:p>
          <a:endParaRPr lang="en-US"/>
        </a:p>
      </dgm:t>
    </dgm:pt>
    <dgm:pt modelId="{5B1735AB-8363-41EB-A9A6-B25D2636DC13}">
      <dgm:prSet>
        <dgm:style>
          <a:lnRef idx="0">
            <a:schemeClr val="accent1"/>
          </a:lnRef>
          <a:fillRef idx="3">
            <a:schemeClr val="accent1"/>
          </a:fillRef>
          <a:effectRef idx="3">
            <a:schemeClr val="accent1"/>
          </a:effectRef>
          <a:fontRef idx="minor">
            <a:schemeClr val="lt1"/>
          </a:fontRef>
        </dgm:style>
      </dgm:prSet>
      <dgm:spPr/>
      <dgm:t>
        <a:bodyPr/>
        <a:lstStyle/>
        <a:p>
          <a:r>
            <a:rPr lang="en-US"/>
            <a:t>Network</a:t>
          </a:r>
        </a:p>
      </dgm:t>
    </dgm:pt>
    <dgm:pt modelId="{258247BB-E99C-4C40-A6F3-2BCFF7F3F021}" type="parTrans" cxnId="{66DE21FB-DA00-48E7-8841-EB738D68F62C}">
      <dgm:prSet/>
      <dgm:spPr/>
      <dgm:t>
        <a:bodyPr/>
        <a:lstStyle/>
        <a:p>
          <a:endParaRPr lang="en-US"/>
        </a:p>
      </dgm:t>
    </dgm:pt>
    <dgm:pt modelId="{A1728D92-C6B8-42BE-B7DA-7498106C25C1}" type="sibTrans" cxnId="{66DE21FB-DA00-48E7-8841-EB738D68F62C}">
      <dgm:prSet/>
      <dgm:spPr/>
      <dgm:t>
        <a:bodyPr/>
        <a:lstStyle/>
        <a:p>
          <a:endParaRPr lang="en-US"/>
        </a:p>
      </dgm:t>
    </dgm:pt>
    <dgm:pt modelId="{801389A1-08AD-4217-99F1-17D044229FA0}">
      <dgm:prSet>
        <dgm:style>
          <a:lnRef idx="2">
            <a:schemeClr val="dk1"/>
          </a:lnRef>
          <a:fillRef idx="1">
            <a:schemeClr val="lt1"/>
          </a:fillRef>
          <a:effectRef idx="0">
            <a:schemeClr val="dk1"/>
          </a:effectRef>
          <a:fontRef idx="minor">
            <a:schemeClr val="dk1"/>
          </a:fontRef>
        </dgm:style>
      </dgm:prSet>
      <dgm:spPr/>
      <dgm:t>
        <a:bodyPr/>
        <a:lstStyle/>
        <a:p>
          <a:r>
            <a:rPr lang="en-US"/>
            <a:t>Estimate and measure traffic and device utilization</a:t>
          </a:r>
        </a:p>
      </dgm:t>
    </dgm:pt>
    <dgm:pt modelId="{BC314620-F755-43B8-B2B8-D38FEAD5BE47}" type="parTrans" cxnId="{17E4239A-DE32-4B78-BE06-CFE7B8B50D59}">
      <dgm:prSet/>
      <dgm:spPr/>
      <dgm:t>
        <a:bodyPr/>
        <a:lstStyle/>
        <a:p>
          <a:endParaRPr lang="en-US"/>
        </a:p>
      </dgm:t>
    </dgm:pt>
    <dgm:pt modelId="{9C7BD2E7-B2D7-4F25-A967-AB9E699AD0E3}" type="sibTrans" cxnId="{17E4239A-DE32-4B78-BE06-CFE7B8B50D59}">
      <dgm:prSet/>
      <dgm:spPr/>
      <dgm:t>
        <a:bodyPr/>
        <a:lstStyle/>
        <a:p>
          <a:endParaRPr lang="en-US"/>
        </a:p>
      </dgm:t>
    </dgm:pt>
    <dgm:pt modelId="{B27230E2-A17D-4220-80FE-46D64297B343}">
      <dgm:prSet>
        <dgm:style>
          <a:lnRef idx="2">
            <a:schemeClr val="dk1"/>
          </a:lnRef>
          <a:fillRef idx="1">
            <a:schemeClr val="lt1"/>
          </a:fillRef>
          <a:effectRef idx="0">
            <a:schemeClr val="dk1"/>
          </a:effectRef>
          <a:fontRef idx="minor">
            <a:schemeClr val="dk1"/>
          </a:fontRef>
        </dgm:style>
      </dgm:prSet>
      <dgm:spPr/>
      <dgm:t>
        <a:bodyPr/>
        <a:lstStyle/>
        <a:p>
          <a:r>
            <a:rPr lang="en-US"/>
            <a:t>Choose technologies that meet the requirements</a:t>
          </a:r>
        </a:p>
      </dgm:t>
    </dgm:pt>
    <dgm:pt modelId="{D985146F-41BC-41F7-BD5A-34637F24A6B1}" type="parTrans" cxnId="{E1DB8706-943A-41DE-857B-FD1004514511}">
      <dgm:prSet/>
      <dgm:spPr/>
      <dgm:t>
        <a:bodyPr/>
        <a:lstStyle/>
        <a:p>
          <a:endParaRPr lang="en-US"/>
        </a:p>
      </dgm:t>
    </dgm:pt>
    <dgm:pt modelId="{1D9A2E75-6B4A-4BA3-BDC6-C1C8E25DEF5F}" type="sibTrans" cxnId="{E1DB8706-943A-41DE-857B-FD1004514511}">
      <dgm:prSet/>
      <dgm:spPr/>
      <dgm:t>
        <a:bodyPr/>
        <a:lstStyle/>
        <a:p>
          <a:endParaRPr lang="en-US"/>
        </a:p>
      </dgm:t>
    </dgm:pt>
    <dgm:pt modelId="{FF9F707B-CECE-4E78-99EB-914DC0A31ECF}">
      <dgm:prSet>
        <dgm:style>
          <a:lnRef idx="2">
            <a:schemeClr val="accent5"/>
          </a:lnRef>
          <a:fillRef idx="1">
            <a:schemeClr val="lt1"/>
          </a:fillRef>
          <a:effectRef idx="0">
            <a:schemeClr val="accent5"/>
          </a:effectRef>
          <a:fontRef idx="minor">
            <a:schemeClr val="dk1"/>
          </a:fontRef>
        </dgm:style>
      </dgm:prSet>
      <dgm:spPr/>
      <dgm:t>
        <a:bodyPr/>
        <a:lstStyle/>
        <a:p>
          <a:r>
            <a:rPr lang="en-US"/>
            <a:t>Apply the Logical Design to the physical space</a:t>
          </a:r>
        </a:p>
      </dgm:t>
    </dgm:pt>
    <dgm:pt modelId="{FB17E8DF-B400-423B-9CB4-4C38E1A393D0}" type="parTrans" cxnId="{FEEA18CF-B05D-4F84-9B2B-A59126D73B0B}">
      <dgm:prSet/>
      <dgm:spPr/>
      <dgm:t>
        <a:bodyPr/>
        <a:lstStyle/>
        <a:p>
          <a:endParaRPr lang="en-US"/>
        </a:p>
      </dgm:t>
    </dgm:pt>
    <dgm:pt modelId="{1B2FE90C-EAEA-4A43-A64F-69ABBDDABCEB}" type="sibTrans" cxnId="{FEEA18CF-B05D-4F84-9B2B-A59126D73B0B}">
      <dgm:prSet/>
      <dgm:spPr/>
      <dgm:t>
        <a:bodyPr/>
        <a:lstStyle/>
        <a:p>
          <a:endParaRPr lang="en-US"/>
        </a:p>
      </dgm:t>
    </dgm:pt>
    <dgm:pt modelId="{66FFFF39-03D1-479F-A004-0C1A91BCD012}">
      <dgm:prSet>
        <dgm:style>
          <a:lnRef idx="2">
            <a:schemeClr val="accent5"/>
          </a:lnRef>
          <a:fillRef idx="1">
            <a:schemeClr val="lt1"/>
          </a:fillRef>
          <a:effectRef idx="0">
            <a:schemeClr val="accent5"/>
          </a:effectRef>
          <a:fontRef idx="minor">
            <a:schemeClr val="dk1"/>
          </a:fontRef>
        </dgm:style>
      </dgm:prSet>
      <dgm:spPr/>
      <dgm:t>
        <a:bodyPr/>
        <a:lstStyle/>
        <a:p>
          <a:r>
            <a:rPr lang="en-US"/>
            <a:t>Implement the Physical Design</a:t>
          </a:r>
        </a:p>
      </dgm:t>
    </dgm:pt>
    <dgm:pt modelId="{4A5EDA08-68C0-4719-B835-6AECC589A5D1}" type="parTrans" cxnId="{CCB86B93-3845-428F-8411-A023AC4BDDEB}">
      <dgm:prSet/>
      <dgm:spPr/>
      <dgm:t>
        <a:bodyPr/>
        <a:lstStyle/>
        <a:p>
          <a:endParaRPr lang="en-US"/>
        </a:p>
      </dgm:t>
    </dgm:pt>
    <dgm:pt modelId="{775A41F0-E2CD-483C-948E-4C4DCDBE23C6}" type="sibTrans" cxnId="{CCB86B93-3845-428F-8411-A023AC4BDDEB}">
      <dgm:prSet/>
      <dgm:spPr/>
      <dgm:t>
        <a:bodyPr/>
        <a:lstStyle/>
        <a:p>
          <a:endParaRPr lang="en-US"/>
        </a:p>
      </dgm:t>
    </dgm:pt>
    <dgm:pt modelId="{33C77B4B-AC4C-4101-BE80-BB3417553860}" type="pres">
      <dgm:prSet presAssocID="{E3F7B911-0DB8-46F7-A6CB-A937DE7F5972}" presName="Name0" presStyleCnt="0">
        <dgm:presLayoutVars>
          <dgm:dir/>
          <dgm:resizeHandles val="exact"/>
        </dgm:presLayoutVars>
      </dgm:prSet>
      <dgm:spPr/>
    </dgm:pt>
    <dgm:pt modelId="{69C0042D-507E-4F9E-94A8-E94955ADB76F}" type="pres">
      <dgm:prSet presAssocID="{43DA3B73-85CC-44C7-99AF-E8675AAB11F1}" presName="node" presStyleLbl="node1" presStyleIdx="0" presStyleCnt="5">
        <dgm:presLayoutVars>
          <dgm:bulletEnabled val="1"/>
        </dgm:presLayoutVars>
      </dgm:prSet>
      <dgm:spPr/>
    </dgm:pt>
    <dgm:pt modelId="{C995A894-0AFA-453F-8460-3BDDD034C9F0}" type="pres">
      <dgm:prSet presAssocID="{A3169168-C8F4-4A32-9005-27C2332994A7}" presName="sibTrans" presStyleLbl="sibTrans2D1" presStyleIdx="0" presStyleCnt="4"/>
      <dgm:spPr/>
    </dgm:pt>
    <dgm:pt modelId="{8C1AB374-B3F6-4375-BF8E-0EF0B9A03D5F}" type="pres">
      <dgm:prSet presAssocID="{A3169168-C8F4-4A32-9005-27C2332994A7}" presName="connectorText" presStyleLbl="sibTrans2D1" presStyleIdx="0" presStyleCnt="4"/>
      <dgm:spPr/>
    </dgm:pt>
    <dgm:pt modelId="{94DB21CA-9344-453D-8C21-40F12F0D3889}" type="pres">
      <dgm:prSet presAssocID="{ADFB60DE-7B6B-42C9-98FD-F94B3F204B4D}" presName="node" presStyleLbl="node1" presStyleIdx="1" presStyleCnt="5">
        <dgm:presLayoutVars>
          <dgm:bulletEnabled val="1"/>
        </dgm:presLayoutVars>
      </dgm:prSet>
      <dgm:spPr/>
    </dgm:pt>
    <dgm:pt modelId="{60985EB9-42F5-4968-91E1-F1C3464F83DB}" type="pres">
      <dgm:prSet presAssocID="{A97DF006-03C2-4032-A233-78BD76A63D3D}" presName="sibTrans" presStyleLbl="sibTrans2D1" presStyleIdx="1" presStyleCnt="4"/>
      <dgm:spPr/>
    </dgm:pt>
    <dgm:pt modelId="{EAD196ED-2637-4521-AC20-12D40696FBB7}" type="pres">
      <dgm:prSet presAssocID="{A97DF006-03C2-4032-A233-78BD76A63D3D}" presName="connectorText" presStyleLbl="sibTrans2D1" presStyleIdx="1" presStyleCnt="4"/>
      <dgm:spPr/>
    </dgm:pt>
    <dgm:pt modelId="{BCD86AF2-2522-4648-B7B2-23EC01768288}" type="pres">
      <dgm:prSet presAssocID="{360C9A48-81FE-4D65-9516-B232CA206B0B}" presName="node" presStyleLbl="node1" presStyleIdx="2" presStyleCnt="5">
        <dgm:presLayoutVars>
          <dgm:bulletEnabled val="1"/>
        </dgm:presLayoutVars>
      </dgm:prSet>
      <dgm:spPr/>
    </dgm:pt>
    <dgm:pt modelId="{42963792-B266-4648-A606-495C07C981FB}" type="pres">
      <dgm:prSet presAssocID="{E97D0C73-F383-4117-A7E5-7A3FF09471D3}" presName="sibTrans" presStyleLbl="sibTrans2D1" presStyleIdx="2" presStyleCnt="4"/>
      <dgm:spPr/>
    </dgm:pt>
    <dgm:pt modelId="{C7FE0866-5A38-4AB6-9BDD-3EA0723D1400}" type="pres">
      <dgm:prSet presAssocID="{E97D0C73-F383-4117-A7E5-7A3FF09471D3}" presName="connectorText" presStyleLbl="sibTrans2D1" presStyleIdx="2" presStyleCnt="4"/>
      <dgm:spPr/>
    </dgm:pt>
    <dgm:pt modelId="{0941CEB6-4744-4A4C-B3F9-AE9B3291FC66}" type="pres">
      <dgm:prSet presAssocID="{A38E3FB1-74C2-416C-962C-208A8CC26451}" presName="node" presStyleLbl="node1" presStyleIdx="3" presStyleCnt="5">
        <dgm:presLayoutVars>
          <dgm:bulletEnabled val="1"/>
        </dgm:presLayoutVars>
      </dgm:prSet>
      <dgm:spPr/>
    </dgm:pt>
    <dgm:pt modelId="{2297CA2F-E4E3-4CAA-9DAC-31EBDE18A66E}" type="pres">
      <dgm:prSet presAssocID="{BCA34D4F-D34A-4E7F-8060-EE5CDCEDEBC9}" presName="sibTrans" presStyleLbl="sibTrans2D1" presStyleIdx="3" presStyleCnt="4"/>
      <dgm:spPr/>
    </dgm:pt>
    <dgm:pt modelId="{54FB4166-E42F-4144-9064-5D0A6108B512}" type="pres">
      <dgm:prSet presAssocID="{BCA34D4F-D34A-4E7F-8060-EE5CDCEDEBC9}" presName="connectorText" presStyleLbl="sibTrans2D1" presStyleIdx="3" presStyleCnt="4"/>
      <dgm:spPr/>
    </dgm:pt>
    <dgm:pt modelId="{7807F26B-8DA3-4C05-AC81-9B09DFFBB862}" type="pres">
      <dgm:prSet presAssocID="{2063F73A-6D48-4171-9BCC-3A5159FCFBE3}" presName="node" presStyleLbl="node1" presStyleIdx="4" presStyleCnt="5">
        <dgm:presLayoutVars>
          <dgm:bulletEnabled val="1"/>
        </dgm:presLayoutVars>
      </dgm:prSet>
      <dgm:spPr/>
    </dgm:pt>
  </dgm:ptLst>
  <dgm:cxnLst>
    <dgm:cxn modelId="{373BB105-BD9B-482D-93E7-3D2A93F643C0}" type="presOf" srcId="{0F52510D-04B1-43CC-97FD-7BBD63C4D854}" destId="{69C0042D-507E-4F9E-94A8-E94955ADB76F}" srcOrd="0" destOrd="4" presId="urn:microsoft.com/office/officeart/2005/8/layout/process1"/>
    <dgm:cxn modelId="{E1DB8706-943A-41DE-857B-FD1004514511}" srcId="{360C9A48-81FE-4D65-9516-B232CA206B0B}" destId="{B27230E2-A17D-4220-80FE-46D64297B343}" srcOrd="0" destOrd="0" parTransId="{D985146F-41BC-41F7-BD5A-34637F24A6B1}" sibTransId="{1D9A2E75-6B4A-4BA3-BDC6-C1C8E25DEF5F}"/>
    <dgm:cxn modelId="{8B50E507-1CF5-4604-8206-39FABB967420}" type="presOf" srcId="{A97DF006-03C2-4032-A233-78BD76A63D3D}" destId="{60985EB9-42F5-4968-91E1-F1C3464F83DB}" srcOrd="0" destOrd="0" presId="urn:microsoft.com/office/officeart/2005/8/layout/process1"/>
    <dgm:cxn modelId="{E8787317-170A-4679-B5D4-515276EDD2E3}" type="presOf" srcId="{A3169168-C8F4-4A32-9005-27C2332994A7}" destId="{C995A894-0AFA-453F-8460-3BDDD034C9F0}" srcOrd="0" destOrd="0" presId="urn:microsoft.com/office/officeart/2005/8/layout/process1"/>
    <dgm:cxn modelId="{4AD42824-2F58-47D8-B6AC-498408ADB519}" srcId="{E3F7B911-0DB8-46F7-A6CB-A937DE7F5972}" destId="{2063F73A-6D48-4171-9BCC-3A5159FCFBE3}" srcOrd="4" destOrd="0" parTransId="{25077567-7832-4BBF-8124-97EF66740E53}" sibTransId="{DE743DFC-3175-4315-B0E1-7CE8009342DB}"/>
    <dgm:cxn modelId="{97B9692E-411D-4838-88AD-1C43A6F73083}" type="presOf" srcId="{360C9A48-81FE-4D65-9516-B232CA206B0B}" destId="{BCD86AF2-2522-4648-B7B2-23EC01768288}" srcOrd="0" destOrd="0" presId="urn:microsoft.com/office/officeart/2005/8/layout/process1"/>
    <dgm:cxn modelId="{13C49C2F-310A-4CF0-8235-FBDCD86AF66B}" type="presOf" srcId="{A38E3FB1-74C2-416C-962C-208A8CC26451}" destId="{0941CEB6-4744-4A4C-B3F9-AE9B3291FC66}" srcOrd="0" destOrd="0" presId="urn:microsoft.com/office/officeart/2005/8/layout/process1"/>
    <dgm:cxn modelId="{14F43930-AB62-4374-97B3-C3B06522240C}" type="presOf" srcId="{C9BC02D3-DAF3-483D-B2B5-6A810A3E5D23}" destId="{69C0042D-507E-4F9E-94A8-E94955ADB76F}" srcOrd="0" destOrd="3" presId="urn:microsoft.com/office/officeart/2005/8/layout/process1"/>
    <dgm:cxn modelId="{11B67C38-C0BB-4056-ABB9-B9C8C359F9CA}" type="presOf" srcId="{2063F73A-6D48-4171-9BCC-3A5159FCFBE3}" destId="{7807F26B-8DA3-4C05-AC81-9B09DFFBB862}" srcOrd="0" destOrd="0" presId="urn:microsoft.com/office/officeart/2005/8/layout/process1"/>
    <dgm:cxn modelId="{1079F93D-EFC9-4F63-A7D2-BA33A86E4DFC}" type="presOf" srcId="{BCA34D4F-D34A-4E7F-8060-EE5CDCEDEBC9}" destId="{2297CA2F-E4E3-4CAA-9DAC-31EBDE18A66E}" srcOrd="0" destOrd="0" presId="urn:microsoft.com/office/officeart/2005/8/layout/process1"/>
    <dgm:cxn modelId="{26FA8D5C-9E2D-43A2-86DB-EE2A3FA661CA}" type="presOf" srcId="{A97DF006-03C2-4032-A233-78BD76A63D3D}" destId="{EAD196ED-2637-4521-AC20-12D40696FBB7}" srcOrd="1" destOrd="0" presId="urn:microsoft.com/office/officeart/2005/8/layout/process1"/>
    <dgm:cxn modelId="{A3436A63-0B7B-4E1F-9868-5311457F2073}" srcId="{E3F7B911-0DB8-46F7-A6CB-A937DE7F5972}" destId="{A38E3FB1-74C2-416C-962C-208A8CC26451}" srcOrd="3" destOrd="0" parTransId="{9E752F19-DAF8-4077-BC1B-196EAE64B4D1}" sibTransId="{BCA34D4F-D34A-4E7F-8060-EE5CDCEDEBC9}"/>
    <dgm:cxn modelId="{8C6FAC44-1A20-4525-8EB8-2F9740001F7B}" type="presOf" srcId="{4ED935BC-B6F4-4023-8157-90A00E4288D9}" destId="{69C0042D-507E-4F9E-94A8-E94955ADB76F}" srcOrd="0" destOrd="2" presId="urn:microsoft.com/office/officeart/2005/8/layout/process1"/>
    <dgm:cxn modelId="{D680D866-82DC-42E8-93B4-13F314842A5A}" type="presOf" srcId="{66FFFF39-03D1-479F-A004-0C1A91BCD012}" destId="{7807F26B-8DA3-4C05-AC81-9B09DFFBB862}" srcOrd="0" destOrd="1" presId="urn:microsoft.com/office/officeart/2005/8/layout/process1"/>
    <dgm:cxn modelId="{C99CE768-EC43-4487-A92D-7422C1A1183F}" type="presOf" srcId="{FF9F707B-CECE-4E78-99EB-914DC0A31ECF}" destId="{0941CEB6-4744-4A4C-B3F9-AE9B3291FC66}" srcOrd="0" destOrd="1" presId="urn:microsoft.com/office/officeart/2005/8/layout/process1"/>
    <dgm:cxn modelId="{9D26AD6A-9892-4AC4-A58F-4C551EC94151}" srcId="{43DA3B73-85CC-44C7-99AF-E8675AAB11F1}" destId="{A992AD57-2B29-405E-A673-4C8FE2DCB2F0}" srcOrd="0" destOrd="0" parTransId="{A107BC28-DE52-4594-8495-7F55B444C020}" sibTransId="{E8BD408A-94EB-4640-B731-4BB67C578ABF}"/>
    <dgm:cxn modelId="{BB46DB6A-79CE-4A48-9BD1-A2DD18A4D36D}" type="presOf" srcId="{E3F7B911-0DB8-46F7-A6CB-A937DE7F5972}" destId="{33C77B4B-AC4C-4101-BE80-BB3417553860}" srcOrd="0" destOrd="0" presId="urn:microsoft.com/office/officeart/2005/8/layout/process1"/>
    <dgm:cxn modelId="{2067A66C-5E78-49CD-BF13-380CF2200C11}" type="presOf" srcId="{BCA34D4F-D34A-4E7F-8060-EE5CDCEDEBC9}" destId="{54FB4166-E42F-4144-9064-5D0A6108B512}" srcOrd="1" destOrd="0" presId="urn:microsoft.com/office/officeart/2005/8/layout/process1"/>
    <dgm:cxn modelId="{131F2674-DD6F-469D-917E-E2EE098B29BC}" srcId="{E3F7B911-0DB8-46F7-A6CB-A937DE7F5972}" destId="{43DA3B73-85CC-44C7-99AF-E8675AAB11F1}" srcOrd="0" destOrd="0" parTransId="{9F019D3D-4D19-4593-B070-40268D2F2EB5}" sibTransId="{A3169168-C8F4-4A32-9005-27C2332994A7}"/>
    <dgm:cxn modelId="{541F8A77-0852-4130-A267-CB2C1482A6E8}" type="presOf" srcId="{E97D0C73-F383-4117-A7E5-7A3FF09471D3}" destId="{42963792-B266-4648-A606-495C07C981FB}" srcOrd="0" destOrd="0" presId="urn:microsoft.com/office/officeart/2005/8/layout/process1"/>
    <dgm:cxn modelId="{78861782-068A-488A-B1C5-09CC575B5D80}" srcId="{E3F7B911-0DB8-46F7-A6CB-A937DE7F5972}" destId="{360C9A48-81FE-4D65-9516-B232CA206B0B}" srcOrd="2" destOrd="0" parTransId="{0B625C4F-CCA9-4175-983E-88805D77AAC5}" sibTransId="{E97D0C73-F383-4117-A7E5-7A3FF09471D3}"/>
    <dgm:cxn modelId="{CCB86B93-3845-428F-8411-A023AC4BDDEB}" srcId="{2063F73A-6D48-4171-9BCC-3A5159FCFBE3}" destId="{66FFFF39-03D1-479F-A004-0C1A91BCD012}" srcOrd="0" destOrd="0" parTransId="{4A5EDA08-68C0-4719-B835-6AECC589A5D1}" sibTransId="{775A41F0-E2CD-483C-948E-4C4DCDBE23C6}"/>
    <dgm:cxn modelId="{17E4239A-DE32-4B78-BE06-CFE7B8B50D59}" srcId="{ADFB60DE-7B6B-42C9-98FD-F94B3F204B4D}" destId="{801389A1-08AD-4217-99F1-17D044229FA0}" srcOrd="0" destOrd="0" parTransId="{BC314620-F755-43B8-B2B8-D38FEAD5BE47}" sibTransId="{9C7BD2E7-B2D7-4F25-A967-AB9E699AD0E3}"/>
    <dgm:cxn modelId="{150939AA-2A95-4B47-BDB9-FCBABC3FCAF5}" srcId="{E3F7B911-0DB8-46F7-A6CB-A937DE7F5972}" destId="{ADFB60DE-7B6B-42C9-98FD-F94B3F204B4D}" srcOrd="1" destOrd="0" parTransId="{A671AC3F-4FF4-419F-B14B-178228C3B3F5}" sibTransId="{A97DF006-03C2-4032-A233-78BD76A63D3D}"/>
    <dgm:cxn modelId="{881D80AA-1DB5-4D05-B4BE-DEB9948C817E}" type="presOf" srcId="{A3169168-C8F4-4A32-9005-27C2332994A7}" destId="{8C1AB374-B3F6-4375-BF8E-0EF0B9A03D5F}" srcOrd="1" destOrd="0" presId="urn:microsoft.com/office/officeart/2005/8/layout/process1"/>
    <dgm:cxn modelId="{78A882AF-41EB-40C3-8636-7416EA57980A}" srcId="{A992AD57-2B29-405E-A673-4C8FE2DCB2F0}" destId="{C9BC02D3-DAF3-483D-B2B5-6A810A3E5D23}" srcOrd="1" destOrd="0" parTransId="{0D7DD7AB-4B3F-4B26-9699-8D069D27EBFE}" sibTransId="{14A04E87-4E78-4857-8660-A2A290C3C448}"/>
    <dgm:cxn modelId="{E38AD1BC-B1F2-48A3-9F4E-9F4B093FDAEC}" type="presOf" srcId="{43DA3B73-85CC-44C7-99AF-E8675AAB11F1}" destId="{69C0042D-507E-4F9E-94A8-E94955ADB76F}" srcOrd="0" destOrd="0" presId="urn:microsoft.com/office/officeart/2005/8/layout/process1"/>
    <dgm:cxn modelId="{B714FBC5-D059-4484-9BC2-66EECB500B12}" type="presOf" srcId="{A992AD57-2B29-405E-A673-4C8FE2DCB2F0}" destId="{69C0042D-507E-4F9E-94A8-E94955ADB76F}" srcOrd="0" destOrd="1" presId="urn:microsoft.com/office/officeart/2005/8/layout/process1"/>
    <dgm:cxn modelId="{E20D28C7-268F-4C82-A0F1-EBBD25300B26}" type="presOf" srcId="{E97D0C73-F383-4117-A7E5-7A3FF09471D3}" destId="{C7FE0866-5A38-4AB6-9BDD-3EA0723D1400}" srcOrd="1" destOrd="0" presId="urn:microsoft.com/office/officeart/2005/8/layout/process1"/>
    <dgm:cxn modelId="{0DC4C7C8-8BFE-40E5-83C2-29B21DE73171}" type="presOf" srcId="{ADFB60DE-7B6B-42C9-98FD-F94B3F204B4D}" destId="{94DB21CA-9344-453D-8C21-40F12F0D3889}" srcOrd="0" destOrd="0" presId="urn:microsoft.com/office/officeart/2005/8/layout/process1"/>
    <dgm:cxn modelId="{AAC299C9-BA83-43E5-94A0-81B18092AFEC}" type="presOf" srcId="{5B1735AB-8363-41EB-A9A6-B25D2636DC13}" destId="{69C0042D-507E-4F9E-94A8-E94955ADB76F}" srcOrd="0" destOrd="5" presId="urn:microsoft.com/office/officeart/2005/8/layout/process1"/>
    <dgm:cxn modelId="{FEEA18CF-B05D-4F84-9B2B-A59126D73B0B}" srcId="{A38E3FB1-74C2-416C-962C-208A8CC26451}" destId="{FF9F707B-CECE-4E78-99EB-914DC0A31ECF}" srcOrd="0" destOrd="0" parTransId="{FB17E8DF-B400-423B-9CB4-4C38E1A393D0}" sibTransId="{1B2FE90C-EAEA-4A43-A64F-69ABBDDABCEB}"/>
    <dgm:cxn modelId="{AB8346D2-7479-4A8A-9B9E-3E06B25A4101}" type="presOf" srcId="{801389A1-08AD-4217-99F1-17D044229FA0}" destId="{94DB21CA-9344-453D-8C21-40F12F0D3889}" srcOrd="0" destOrd="1" presId="urn:microsoft.com/office/officeart/2005/8/layout/process1"/>
    <dgm:cxn modelId="{7A7BB4F0-1C5C-48CB-8901-89C2F8777FD9}" srcId="{A992AD57-2B29-405E-A673-4C8FE2DCB2F0}" destId="{4ED935BC-B6F4-4023-8157-90A00E4288D9}" srcOrd="0" destOrd="0" parTransId="{770B9806-9CD8-4654-A8B8-3D70D0747D19}" sibTransId="{615EA72B-289C-47B9-87A6-D11B04775F76}"/>
    <dgm:cxn modelId="{66DE21FB-DA00-48E7-8841-EB738D68F62C}" srcId="{A992AD57-2B29-405E-A673-4C8FE2DCB2F0}" destId="{5B1735AB-8363-41EB-A9A6-B25D2636DC13}" srcOrd="3" destOrd="0" parTransId="{258247BB-E99C-4C40-A6F3-2BCFF7F3F021}" sibTransId="{A1728D92-C6B8-42BE-B7DA-7498106C25C1}"/>
    <dgm:cxn modelId="{CD2010FC-CBD9-4366-BBB7-A2370EB4C245}" srcId="{A992AD57-2B29-405E-A673-4C8FE2DCB2F0}" destId="{0F52510D-04B1-43CC-97FD-7BBD63C4D854}" srcOrd="2" destOrd="0" parTransId="{7A0826B7-80B0-4499-9F07-B0CEFEBCCB15}" sibTransId="{000FE71D-E956-498B-A2D5-3FE5EE89E851}"/>
    <dgm:cxn modelId="{44EB4AFF-CFAA-4C07-A2E3-FCFCFC4805D0}" type="presOf" srcId="{B27230E2-A17D-4220-80FE-46D64297B343}" destId="{BCD86AF2-2522-4648-B7B2-23EC01768288}" srcOrd="0" destOrd="1" presId="urn:microsoft.com/office/officeart/2005/8/layout/process1"/>
    <dgm:cxn modelId="{A3EEBC4C-D696-420C-9548-292C5BAFC381}" type="presParOf" srcId="{33C77B4B-AC4C-4101-BE80-BB3417553860}" destId="{69C0042D-507E-4F9E-94A8-E94955ADB76F}" srcOrd="0" destOrd="0" presId="urn:microsoft.com/office/officeart/2005/8/layout/process1"/>
    <dgm:cxn modelId="{74064A54-7EF8-41C7-AE1A-BB20A8BAC8C0}" type="presParOf" srcId="{33C77B4B-AC4C-4101-BE80-BB3417553860}" destId="{C995A894-0AFA-453F-8460-3BDDD034C9F0}" srcOrd="1" destOrd="0" presId="urn:microsoft.com/office/officeart/2005/8/layout/process1"/>
    <dgm:cxn modelId="{42219523-EF2A-4B71-AADE-F502E30D150F}" type="presParOf" srcId="{C995A894-0AFA-453F-8460-3BDDD034C9F0}" destId="{8C1AB374-B3F6-4375-BF8E-0EF0B9A03D5F}" srcOrd="0" destOrd="0" presId="urn:microsoft.com/office/officeart/2005/8/layout/process1"/>
    <dgm:cxn modelId="{2E862AAC-1707-4857-9DE2-CB1A6192A062}" type="presParOf" srcId="{33C77B4B-AC4C-4101-BE80-BB3417553860}" destId="{94DB21CA-9344-453D-8C21-40F12F0D3889}" srcOrd="2" destOrd="0" presId="urn:microsoft.com/office/officeart/2005/8/layout/process1"/>
    <dgm:cxn modelId="{E56D702D-0BD3-45F5-9E8A-6285E21BF72E}" type="presParOf" srcId="{33C77B4B-AC4C-4101-BE80-BB3417553860}" destId="{60985EB9-42F5-4968-91E1-F1C3464F83DB}" srcOrd="3" destOrd="0" presId="urn:microsoft.com/office/officeart/2005/8/layout/process1"/>
    <dgm:cxn modelId="{89C02620-D853-4447-8CB1-200CE276630A}" type="presParOf" srcId="{60985EB9-42F5-4968-91E1-F1C3464F83DB}" destId="{EAD196ED-2637-4521-AC20-12D40696FBB7}" srcOrd="0" destOrd="0" presId="urn:microsoft.com/office/officeart/2005/8/layout/process1"/>
    <dgm:cxn modelId="{41356EBF-EA7A-4518-B314-C85465DD60D5}" type="presParOf" srcId="{33C77B4B-AC4C-4101-BE80-BB3417553860}" destId="{BCD86AF2-2522-4648-B7B2-23EC01768288}" srcOrd="4" destOrd="0" presId="urn:microsoft.com/office/officeart/2005/8/layout/process1"/>
    <dgm:cxn modelId="{FBE42AA9-721C-4844-B0F1-CCA2BAD003BC}" type="presParOf" srcId="{33C77B4B-AC4C-4101-BE80-BB3417553860}" destId="{42963792-B266-4648-A606-495C07C981FB}" srcOrd="5" destOrd="0" presId="urn:microsoft.com/office/officeart/2005/8/layout/process1"/>
    <dgm:cxn modelId="{33FB0A03-6E92-4F9C-8F36-2CA9B558087D}" type="presParOf" srcId="{42963792-B266-4648-A606-495C07C981FB}" destId="{C7FE0866-5A38-4AB6-9BDD-3EA0723D1400}" srcOrd="0" destOrd="0" presId="urn:microsoft.com/office/officeart/2005/8/layout/process1"/>
    <dgm:cxn modelId="{95CA412C-C13C-4F33-B878-9724F580FF8B}" type="presParOf" srcId="{33C77B4B-AC4C-4101-BE80-BB3417553860}" destId="{0941CEB6-4744-4A4C-B3F9-AE9B3291FC66}" srcOrd="6" destOrd="0" presId="urn:microsoft.com/office/officeart/2005/8/layout/process1"/>
    <dgm:cxn modelId="{1D45963A-9C3B-4EE7-8BAA-42AA1C291C18}" type="presParOf" srcId="{33C77B4B-AC4C-4101-BE80-BB3417553860}" destId="{2297CA2F-E4E3-4CAA-9DAC-31EBDE18A66E}" srcOrd="7" destOrd="0" presId="urn:microsoft.com/office/officeart/2005/8/layout/process1"/>
    <dgm:cxn modelId="{B786256B-F892-41CF-BC10-7B27DA60562C}" type="presParOf" srcId="{2297CA2F-E4E3-4CAA-9DAC-31EBDE18A66E}" destId="{54FB4166-E42F-4144-9064-5D0A6108B512}" srcOrd="0" destOrd="0" presId="urn:microsoft.com/office/officeart/2005/8/layout/process1"/>
    <dgm:cxn modelId="{046152D9-7E35-49B9-B8FD-DC77E07E82E9}" type="presParOf" srcId="{33C77B4B-AC4C-4101-BE80-BB3417553860}" destId="{7807F26B-8DA3-4C05-AC81-9B09DFFBB862}" srcOrd="8"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E3F7B911-0DB8-46F7-A6CB-A937DE7F5972}" type="doc">
      <dgm:prSet loTypeId="urn:microsoft.com/office/officeart/2005/8/layout/process1" loCatId="process" qsTypeId="urn:microsoft.com/office/officeart/2005/8/quickstyle/simple5" qsCatId="simple" csTypeId="urn:microsoft.com/office/officeart/2005/8/colors/accent1_2" csCatId="accent1" phldr="1"/>
      <dgm:spPr/>
      <dgm:t>
        <a:bodyPr/>
        <a:lstStyle/>
        <a:p>
          <a:endParaRPr lang="en-US"/>
        </a:p>
      </dgm:t>
    </dgm:pt>
    <dgm:pt modelId="{43DA3B73-85CC-44C7-99AF-E8675AAB11F1}">
      <dgm:prSet phldrT="[Text]">
        <dgm:style>
          <a:lnRef idx="0">
            <a:schemeClr val="accent1"/>
          </a:lnRef>
          <a:fillRef idx="3">
            <a:schemeClr val="accent1"/>
          </a:fillRef>
          <a:effectRef idx="3">
            <a:schemeClr val="accent1"/>
          </a:effectRef>
          <a:fontRef idx="minor">
            <a:schemeClr val="lt1"/>
          </a:fontRef>
        </dgm:style>
      </dgm:prSet>
      <dgm:spPr/>
      <dgm:t>
        <a:bodyPr/>
        <a:lstStyle/>
        <a:p>
          <a:r>
            <a:rPr lang="en-US" b="1" dirty="0"/>
            <a:t>Requirement Gathering</a:t>
          </a:r>
        </a:p>
      </dgm:t>
    </dgm:pt>
    <dgm:pt modelId="{9F019D3D-4D19-4593-B070-40268D2F2EB5}" type="parTrans" cxnId="{131F2674-DD6F-469D-917E-E2EE098B29BC}">
      <dgm:prSet/>
      <dgm:spPr/>
      <dgm:t>
        <a:bodyPr/>
        <a:lstStyle/>
        <a:p>
          <a:endParaRPr lang="en-US"/>
        </a:p>
      </dgm:t>
    </dgm:pt>
    <dgm:pt modelId="{A3169168-C8F4-4A32-9005-27C2332994A7}" type="sibTrans" cxnId="{131F2674-DD6F-469D-917E-E2EE098B29BC}">
      <dgm:prSet/>
      <dgm:spPr/>
      <dgm:t>
        <a:bodyPr/>
        <a:lstStyle/>
        <a:p>
          <a:endParaRPr lang="en-US"/>
        </a:p>
      </dgm:t>
    </dgm:pt>
    <dgm:pt modelId="{360C9A48-81FE-4D65-9516-B232CA206B0B}">
      <dgm:prSet>
        <dgm:style>
          <a:lnRef idx="2">
            <a:schemeClr val="dk1"/>
          </a:lnRef>
          <a:fillRef idx="1">
            <a:schemeClr val="lt1"/>
          </a:fillRef>
          <a:effectRef idx="0">
            <a:schemeClr val="dk1"/>
          </a:effectRef>
          <a:fontRef idx="minor">
            <a:schemeClr val="dk1"/>
          </a:fontRef>
        </dgm:style>
      </dgm:prSet>
      <dgm:spPr/>
      <dgm:t>
        <a:bodyPr/>
        <a:lstStyle/>
        <a:p>
          <a:r>
            <a:rPr lang="en-US" b="1"/>
            <a:t>Logical Design</a:t>
          </a:r>
        </a:p>
      </dgm:t>
    </dgm:pt>
    <dgm:pt modelId="{0B625C4F-CCA9-4175-983E-88805D77AAC5}" type="parTrans" cxnId="{78861782-068A-488A-B1C5-09CC575B5D80}">
      <dgm:prSet/>
      <dgm:spPr/>
      <dgm:t>
        <a:bodyPr/>
        <a:lstStyle/>
        <a:p>
          <a:endParaRPr lang="en-US"/>
        </a:p>
      </dgm:t>
    </dgm:pt>
    <dgm:pt modelId="{E97D0C73-F383-4117-A7E5-7A3FF09471D3}" type="sibTrans" cxnId="{78861782-068A-488A-B1C5-09CC575B5D80}">
      <dgm:prSet/>
      <dgm:spPr/>
      <dgm:t>
        <a:bodyPr/>
        <a:lstStyle/>
        <a:p>
          <a:endParaRPr lang="en-US"/>
        </a:p>
      </dgm:t>
    </dgm:pt>
    <dgm:pt modelId="{A38E3FB1-74C2-416C-962C-208A8CC26451}">
      <dgm:prSet>
        <dgm:style>
          <a:lnRef idx="2">
            <a:schemeClr val="accent5"/>
          </a:lnRef>
          <a:fillRef idx="1">
            <a:schemeClr val="lt1"/>
          </a:fillRef>
          <a:effectRef idx="0">
            <a:schemeClr val="accent5"/>
          </a:effectRef>
          <a:fontRef idx="minor">
            <a:schemeClr val="dk1"/>
          </a:fontRef>
        </dgm:style>
      </dgm:prSet>
      <dgm:spPr/>
      <dgm:t>
        <a:bodyPr/>
        <a:lstStyle/>
        <a:p>
          <a:r>
            <a:rPr lang="en-US" b="1"/>
            <a:t>Physical Design</a:t>
          </a:r>
        </a:p>
      </dgm:t>
    </dgm:pt>
    <dgm:pt modelId="{9E752F19-DAF8-4077-BC1B-196EAE64B4D1}" type="parTrans" cxnId="{A3436A63-0B7B-4E1F-9868-5311457F2073}">
      <dgm:prSet/>
      <dgm:spPr/>
      <dgm:t>
        <a:bodyPr/>
        <a:lstStyle/>
        <a:p>
          <a:endParaRPr lang="en-US"/>
        </a:p>
      </dgm:t>
    </dgm:pt>
    <dgm:pt modelId="{BCA34D4F-D34A-4E7F-8060-EE5CDCEDEBC9}" type="sibTrans" cxnId="{A3436A63-0B7B-4E1F-9868-5311457F2073}">
      <dgm:prSet/>
      <dgm:spPr/>
      <dgm:t>
        <a:bodyPr/>
        <a:lstStyle/>
        <a:p>
          <a:endParaRPr lang="en-US"/>
        </a:p>
      </dgm:t>
    </dgm:pt>
    <dgm:pt modelId="{2063F73A-6D48-4171-9BCC-3A5159FCFBE3}">
      <dgm:prSet>
        <dgm:style>
          <a:lnRef idx="2">
            <a:schemeClr val="accent5"/>
          </a:lnRef>
          <a:fillRef idx="1">
            <a:schemeClr val="lt1"/>
          </a:fillRef>
          <a:effectRef idx="0">
            <a:schemeClr val="accent5"/>
          </a:effectRef>
          <a:fontRef idx="minor">
            <a:schemeClr val="dk1"/>
          </a:fontRef>
        </dgm:style>
      </dgm:prSet>
      <dgm:spPr/>
      <dgm:t>
        <a:bodyPr/>
        <a:lstStyle/>
        <a:p>
          <a:r>
            <a:rPr lang="en-US" b="1"/>
            <a:t>Installation and Maintenance</a:t>
          </a:r>
        </a:p>
      </dgm:t>
    </dgm:pt>
    <dgm:pt modelId="{25077567-7832-4BBF-8124-97EF66740E53}" type="parTrans" cxnId="{4AD42824-2F58-47D8-B6AC-498408ADB519}">
      <dgm:prSet/>
      <dgm:spPr/>
      <dgm:t>
        <a:bodyPr/>
        <a:lstStyle/>
        <a:p>
          <a:endParaRPr lang="en-US"/>
        </a:p>
      </dgm:t>
    </dgm:pt>
    <dgm:pt modelId="{DE743DFC-3175-4315-B0E1-7CE8009342DB}" type="sibTrans" cxnId="{4AD42824-2F58-47D8-B6AC-498408ADB519}">
      <dgm:prSet/>
      <dgm:spPr/>
      <dgm:t>
        <a:bodyPr/>
        <a:lstStyle/>
        <a:p>
          <a:endParaRPr lang="en-US"/>
        </a:p>
      </dgm:t>
    </dgm:pt>
    <dgm:pt modelId="{ADFB60DE-7B6B-42C9-98FD-F94B3F204B4D}">
      <dgm:prSet>
        <dgm:style>
          <a:lnRef idx="2">
            <a:schemeClr val="dk1"/>
          </a:lnRef>
          <a:fillRef idx="1">
            <a:schemeClr val="lt1"/>
          </a:fillRef>
          <a:effectRef idx="0">
            <a:schemeClr val="dk1"/>
          </a:effectRef>
          <a:fontRef idx="minor">
            <a:schemeClr val="dk1"/>
          </a:fontRef>
        </dgm:style>
      </dgm:prSet>
      <dgm:spPr/>
      <dgm:t>
        <a:bodyPr/>
        <a:lstStyle/>
        <a:p>
          <a:r>
            <a:rPr lang="en-US" b="1" dirty="0"/>
            <a:t>Analysis</a:t>
          </a:r>
        </a:p>
      </dgm:t>
    </dgm:pt>
    <dgm:pt modelId="{A97DF006-03C2-4032-A233-78BD76A63D3D}" type="sibTrans" cxnId="{150939AA-2A95-4B47-BDB9-FCBABC3FCAF5}">
      <dgm:prSet/>
      <dgm:spPr/>
      <dgm:t>
        <a:bodyPr/>
        <a:lstStyle/>
        <a:p>
          <a:endParaRPr lang="en-US"/>
        </a:p>
      </dgm:t>
    </dgm:pt>
    <dgm:pt modelId="{A671AC3F-4FF4-419F-B14B-178228C3B3F5}" type="parTrans" cxnId="{150939AA-2A95-4B47-BDB9-FCBABC3FCAF5}">
      <dgm:prSet/>
      <dgm:spPr/>
      <dgm:t>
        <a:bodyPr/>
        <a:lstStyle/>
        <a:p>
          <a:endParaRPr lang="en-US"/>
        </a:p>
      </dgm:t>
    </dgm:pt>
    <dgm:pt modelId="{A992AD57-2B29-405E-A673-4C8FE2DCB2F0}">
      <dgm:prSet>
        <dgm:style>
          <a:lnRef idx="0">
            <a:schemeClr val="accent1"/>
          </a:lnRef>
          <a:fillRef idx="3">
            <a:schemeClr val="accent1"/>
          </a:fillRef>
          <a:effectRef idx="3">
            <a:schemeClr val="accent1"/>
          </a:effectRef>
          <a:fontRef idx="minor">
            <a:schemeClr val="lt1"/>
          </a:fontRef>
        </dgm:style>
      </dgm:prSet>
      <dgm:spPr/>
      <dgm:t>
        <a:bodyPr/>
        <a:lstStyle/>
        <a:p>
          <a:r>
            <a:rPr lang="en-US"/>
            <a:t>Determine needs of: </a:t>
          </a:r>
        </a:p>
      </dgm:t>
    </dgm:pt>
    <dgm:pt modelId="{A107BC28-DE52-4594-8495-7F55B444C020}" type="parTrans" cxnId="{9D26AD6A-9892-4AC4-A58F-4C551EC94151}">
      <dgm:prSet/>
      <dgm:spPr/>
      <dgm:t>
        <a:bodyPr/>
        <a:lstStyle/>
        <a:p>
          <a:endParaRPr lang="en-US"/>
        </a:p>
      </dgm:t>
    </dgm:pt>
    <dgm:pt modelId="{E8BD408A-94EB-4640-B731-4BB67C578ABF}" type="sibTrans" cxnId="{9D26AD6A-9892-4AC4-A58F-4C551EC94151}">
      <dgm:prSet/>
      <dgm:spPr/>
      <dgm:t>
        <a:bodyPr/>
        <a:lstStyle/>
        <a:p>
          <a:endParaRPr lang="en-US"/>
        </a:p>
      </dgm:t>
    </dgm:pt>
    <dgm:pt modelId="{4ED935BC-B6F4-4023-8157-90A00E4288D9}">
      <dgm:prSet>
        <dgm:style>
          <a:lnRef idx="0">
            <a:schemeClr val="accent1"/>
          </a:lnRef>
          <a:fillRef idx="3">
            <a:schemeClr val="accent1"/>
          </a:fillRef>
          <a:effectRef idx="3">
            <a:schemeClr val="accent1"/>
          </a:effectRef>
          <a:fontRef idx="minor">
            <a:schemeClr val="lt1"/>
          </a:fontRef>
        </dgm:style>
      </dgm:prSet>
      <dgm:spPr/>
      <dgm:t>
        <a:bodyPr/>
        <a:lstStyle/>
        <a:p>
          <a:r>
            <a:rPr lang="en-US"/>
            <a:t>Business</a:t>
          </a:r>
        </a:p>
      </dgm:t>
    </dgm:pt>
    <dgm:pt modelId="{770B9806-9CD8-4654-A8B8-3D70D0747D19}" type="parTrans" cxnId="{7A7BB4F0-1C5C-48CB-8901-89C2F8777FD9}">
      <dgm:prSet/>
      <dgm:spPr/>
      <dgm:t>
        <a:bodyPr/>
        <a:lstStyle/>
        <a:p>
          <a:endParaRPr lang="en-US"/>
        </a:p>
      </dgm:t>
    </dgm:pt>
    <dgm:pt modelId="{615EA72B-289C-47B9-87A6-D11B04775F76}" type="sibTrans" cxnId="{7A7BB4F0-1C5C-48CB-8901-89C2F8777FD9}">
      <dgm:prSet/>
      <dgm:spPr/>
      <dgm:t>
        <a:bodyPr/>
        <a:lstStyle/>
        <a:p>
          <a:endParaRPr lang="en-US"/>
        </a:p>
      </dgm:t>
    </dgm:pt>
    <dgm:pt modelId="{C9BC02D3-DAF3-483D-B2B5-6A810A3E5D23}">
      <dgm:prSet>
        <dgm:style>
          <a:lnRef idx="0">
            <a:schemeClr val="accent1"/>
          </a:lnRef>
          <a:fillRef idx="3">
            <a:schemeClr val="accent1"/>
          </a:fillRef>
          <a:effectRef idx="3">
            <a:schemeClr val="accent1"/>
          </a:effectRef>
          <a:fontRef idx="minor">
            <a:schemeClr val="lt1"/>
          </a:fontRef>
        </dgm:style>
      </dgm:prSet>
      <dgm:spPr/>
      <dgm:t>
        <a:bodyPr/>
        <a:lstStyle/>
        <a:p>
          <a:r>
            <a:rPr lang="en-US"/>
            <a:t>Users</a:t>
          </a:r>
        </a:p>
      </dgm:t>
    </dgm:pt>
    <dgm:pt modelId="{0D7DD7AB-4B3F-4B26-9699-8D069D27EBFE}" type="parTrans" cxnId="{78A882AF-41EB-40C3-8636-7416EA57980A}">
      <dgm:prSet/>
      <dgm:spPr/>
      <dgm:t>
        <a:bodyPr/>
        <a:lstStyle/>
        <a:p>
          <a:endParaRPr lang="en-US"/>
        </a:p>
      </dgm:t>
    </dgm:pt>
    <dgm:pt modelId="{14A04E87-4E78-4857-8660-A2A290C3C448}" type="sibTrans" cxnId="{78A882AF-41EB-40C3-8636-7416EA57980A}">
      <dgm:prSet/>
      <dgm:spPr/>
      <dgm:t>
        <a:bodyPr/>
        <a:lstStyle/>
        <a:p>
          <a:endParaRPr lang="en-US"/>
        </a:p>
      </dgm:t>
    </dgm:pt>
    <dgm:pt modelId="{0F52510D-04B1-43CC-97FD-7BBD63C4D854}">
      <dgm:prSet>
        <dgm:style>
          <a:lnRef idx="0">
            <a:schemeClr val="accent1"/>
          </a:lnRef>
          <a:fillRef idx="3">
            <a:schemeClr val="accent1"/>
          </a:fillRef>
          <a:effectRef idx="3">
            <a:schemeClr val="accent1"/>
          </a:effectRef>
          <a:fontRef idx="minor">
            <a:schemeClr val="lt1"/>
          </a:fontRef>
        </dgm:style>
      </dgm:prSet>
      <dgm:spPr/>
      <dgm:t>
        <a:bodyPr/>
        <a:lstStyle/>
        <a:p>
          <a:r>
            <a:rPr lang="en-US"/>
            <a:t>Applications</a:t>
          </a:r>
        </a:p>
      </dgm:t>
    </dgm:pt>
    <dgm:pt modelId="{7A0826B7-80B0-4499-9F07-B0CEFEBCCB15}" type="parTrans" cxnId="{CD2010FC-CBD9-4366-BBB7-A2370EB4C245}">
      <dgm:prSet/>
      <dgm:spPr/>
      <dgm:t>
        <a:bodyPr/>
        <a:lstStyle/>
        <a:p>
          <a:endParaRPr lang="en-US"/>
        </a:p>
      </dgm:t>
    </dgm:pt>
    <dgm:pt modelId="{000FE71D-E956-498B-A2D5-3FE5EE89E851}" type="sibTrans" cxnId="{CD2010FC-CBD9-4366-BBB7-A2370EB4C245}">
      <dgm:prSet/>
      <dgm:spPr/>
      <dgm:t>
        <a:bodyPr/>
        <a:lstStyle/>
        <a:p>
          <a:endParaRPr lang="en-US"/>
        </a:p>
      </dgm:t>
    </dgm:pt>
    <dgm:pt modelId="{5B1735AB-8363-41EB-A9A6-B25D2636DC13}">
      <dgm:prSet>
        <dgm:style>
          <a:lnRef idx="0">
            <a:schemeClr val="accent1"/>
          </a:lnRef>
          <a:fillRef idx="3">
            <a:schemeClr val="accent1"/>
          </a:fillRef>
          <a:effectRef idx="3">
            <a:schemeClr val="accent1"/>
          </a:effectRef>
          <a:fontRef idx="minor">
            <a:schemeClr val="lt1"/>
          </a:fontRef>
        </dgm:style>
      </dgm:prSet>
      <dgm:spPr/>
      <dgm:t>
        <a:bodyPr/>
        <a:lstStyle/>
        <a:p>
          <a:r>
            <a:rPr lang="en-US"/>
            <a:t>Network</a:t>
          </a:r>
        </a:p>
      </dgm:t>
    </dgm:pt>
    <dgm:pt modelId="{258247BB-E99C-4C40-A6F3-2BCFF7F3F021}" type="parTrans" cxnId="{66DE21FB-DA00-48E7-8841-EB738D68F62C}">
      <dgm:prSet/>
      <dgm:spPr/>
      <dgm:t>
        <a:bodyPr/>
        <a:lstStyle/>
        <a:p>
          <a:endParaRPr lang="en-US"/>
        </a:p>
      </dgm:t>
    </dgm:pt>
    <dgm:pt modelId="{A1728D92-C6B8-42BE-B7DA-7498106C25C1}" type="sibTrans" cxnId="{66DE21FB-DA00-48E7-8841-EB738D68F62C}">
      <dgm:prSet/>
      <dgm:spPr/>
      <dgm:t>
        <a:bodyPr/>
        <a:lstStyle/>
        <a:p>
          <a:endParaRPr lang="en-US"/>
        </a:p>
      </dgm:t>
    </dgm:pt>
    <dgm:pt modelId="{801389A1-08AD-4217-99F1-17D044229FA0}">
      <dgm:prSet>
        <dgm:style>
          <a:lnRef idx="2">
            <a:schemeClr val="dk1"/>
          </a:lnRef>
          <a:fillRef idx="1">
            <a:schemeClr val="lt1"/>
          </a:fillRef>
          <a:effectRef idx="0">
            <a:schemeClr val="dk1"/>
          </a:effectRef>
          <a:fontRef idx="minor">
            <a:schemeClr val="dk1"/>
          </a:fontRef>
        </dgm:style>
      </dgm:prSet>
      <dgm:spPr/>
      <dgm:t>
        <a:bodyPr/>
        <a:lstStyle/>
        <a:p>
          <a:r>
            <a:rPr lang="en-US"/>
            <a:t>Estimate and measure traffic and device utilization</a:t>
          </a:r>
        </a:p>
      </dgm:t>
    </dgm:pt>
    <dgm:pt modelId="{BC314620-F755-43B8-B2B8-D38FEAD5BE47}" type="parTrans" cxnId="{17E4239A-DE32-4B78-BE06-CFE7B8B50D59}">
      <dgm:prSet/>
      <dgm:spPr/>
      <dgm:t>
        <a:bodyPr/>
        <a:lstStyle/>
        <a:p>
          <a:endParaRPr lang="en-US"/>
        </a:p>
      </dgm:t>
    </dgm:pt>
    <dgm:pt modelId="{9C7BD2E7-B2D7-4F25-A967-AB9E699AD0E3}" type="sibTrans" cxnId="{17E4239A-DE32-4B78-BE06-CFE7B8B50D59}">
      <dgm:prSet/>
      <dgm:spPr/>
      <dgm:t>
        <a:bodyPr/>
        <a:lstStyle/>
        <a:p>
          <a:endParaRPr lang="en-US"/>
        </a:p>
      </dgm:t>
    </dgm:pt>
    <dgm:pt modelId="{B27230E2-A17D-4220-80FE-46D64297B343}">
      <dgm:prSet>
        <dgm:style>
          <a:lnRef idx="2">
            <a:schemeClr val="dk1"/>
          </a:lnRef>
          <a:fillRef idx="1">
            <a:schemeClr val="lt1"/>
          </a:fillRef>
          <a:effectRef idx="0">
            <a:schemeClr val="dk1"/>
          </a:effectRef>
          <a:fontRef idx="minor">
            <a:schemeClr val="dk1"/>
          </a:fontRef>
        </dgm:style>
      </dgm:prSet>
      <dgm:spPr/>
      <dgm:t>
        <a:bodyPr/>
        <a:lstStyle/>
        <a:p>
          <a:r>
            <a:rPr lang="en-US"/>
            <a:t>Choose technologies that meet the requirements</a:t>
          </a:r>
        </a:p>
      </dgm:t>
    </dgm:pt>
    <dgm:pt modelId="{D985146F-41BC-41F7-BD5A-34637F24A6B1}" type="parTrans" cxnId="{E1DB8706-943A-41DE-857B-FD1004514511}">
      <dgm:prSet/>
      <dgm:spPr/>
      <dgm:t>
        <a:bodyPr/>
        <a:lstStyle/>
        <a:p>
          <a:endParaRPr lang="en-US"/>
        </a:p>
      </dgm:t>
    </dgm:pt>
    <dgm:pt modelId="{1D9A2E75-6B4A-4BA3-BDC6-C1C8E25DEF5F}" type="sibTrans" cxnId="{E1DB8706-943A-41DE-857B-FD1004514511}">
      <dgm:prSet/>
      <dgm:spPr/>
      <dgm:t>
        <a:bodyPr/>
        <a:lstStyle/>
        <a:p>
          <a:endParaRPr lang="en-US"/>
        </a:p>
      </dgm:t>
    </dgm:pt>
    <dgm:pt modelId="{FF9F707B-CECE-4E78-99EB-914DC0A31ECF}">
      <dgm:prSet>
        <dgm:style>
          <a:lnRef idx="2">
            <a:schemeClr val="accent5"/>
          </a:lnRef>
          <a:fillRef idx="1">
            <a:schemeClr val="lt1"/>
          </a:fillRef>
          <a:effectRef idx="0">
            <a:schemeClr val="accent5"/>
          </a:effectRef>
          <a:fontRef idx="minor">
            <a:schemeClr val="dk1"/>
          </a:fontRef>
        </dgm:style>
      </dgm:prSet>
      <dgm:spPr/>
      <dgm:t>
        <a:bodyPr/>
        <a:lstStyle/>
        <a:p>
          <a:r>
            <a:rPr lang="en-US"/>
            <a:t>Apply the Logical Design to the physical space</a:t>
          </a:r>
        </a:p>
      </dgm:t>
    </dgm:pt>
    <dgm:pt modelId="{FB17E8DF-B400-423B-9CB4-4C38E1A393D0}" type="parTrans" cxnId="{FEEA18CF-B05D-4F84-9B2B-A59126D73B0B}">
      <dgm:prSet/>
      <dgm:spPr/>
      <dgm:t>
        <a:bodyPr/>
        <a:lstStyle/>
        <a:p>
          <a:endParaRPr lang="en-US"/>
        </a:p>
      </dgm:t>
    </dgm:pt>
    <dgm:pt modelId="{1B2FE90C-EAEA-4A43-A64F-69ABBDDABCEB}" type="sibTrans" cxnId="{FEEA18CF-B05D-4F84-9B2B-A59126D73B0B}">
      <dgm:prSet/>
      <dgm:spPr/>
      <dgm:t>
        <a:bodyPr/>
        <a:lstStyle/>
        <a:p>
          <a:endParaRPr lang="en-US"/>
        </a:p>
      </dgm:t>
    </dgm:pt>
    <dgm:pt modelId="{66FFFF39-03D1-479F-A004-0C1A91BCD012}">
      <dgm:prSet>
        <dgm:style>
          <a:lnRef idx="2">
            <a:schemeClr val="accent5"/>
          </a:lnRef>
          <a:fillRef idx="1">
            <a:schemeClr val="lt1"/>
          </a:fillRef>
          <a:effectRef idx="0">
            <a:schemeClr val="accent5"/>
          </a:effectRef>
          <a:fontRef idx="minor">
            <a:schemeClr val="dk1"/>
          </a:fontRef>
        </dgm:style>
      </dgm:prSet>
      <dgm:spPr/>
      <dgm:t>
        <a:bodyPr/>
        <a:lstStyle/>
        <a:p>
          <a:r>
            <a:rPr lang="en-US"/>
            <a:t>Implement the Physical Design</a:t>
          </a:r>
        </a:p>
      </dgm:t>
    </dgm:pt>
    <dgm:pt modelId="{4A5EDA08-68C0-4719-B835-6AECC589A5D1}" type="parTrans" cxnId="{CCB86B93-3845-428F-8411-A023AC4BDDEB}">
      <dgm:prSet/>
      <dgm:spPr/>
      <dgm:t>
        <a:bodyPr/>
        <a:lstStyle/>
        <a:p>
          <a:endParaRPr lang="en-US"/>
        </a:p>
      </dgm:t>
    </dgm:pt>
    <dgm:pt modelId="{775A41F0-E2CD-483C-948E-4C4DCDBE23C6}" type="sibTrans" cxnId="{CCB86B93-3845-428F-8411-A023AC4BDDEB}">
      <dgm:prSet/>
      <dgm:spPr/>
      <dgm:t>
        <a:bodyPr/>
        <a:lstStyle/>
        <a:p>
          <a:endParaRPr lang="en-US"/>
        </a:p>
      </dgm:t>
    </dgm:pt>
    <dgm:pt modelId="{33C77B4B-AC4C-4101-BE80-BB3417553860}" type="pres">
      <dgm:prSet presAssocID="{E3F7B911-0DB8-46F7-A6CB-A937DE7F5972}" presName="Name0" presStyleCnt="0">
        <dgm:presLayoutVars>
          <dgm:dir/>
          <dgm:resizeHandles val="exact"/>
        </dgm:presLayoutVars>
      </dgm:prSet>
      <dgm:spPr/>
    </dgm:pt>
    <dgm:pt modelId="{69C0042D-507E-4F9E-94A8-E94955ADB76F}" type="pres">
      <dgm:prSet presAssocID="{43DA3B73-85CC-44C7-99AF-E8675AAB11F1}" presName="node" presStyleLbl="node1" presStyleIdx="0" presStyleCnt="5">
        <dgm:presLayoutVars>
          <dgm:bulletEnabled val="1"/>
        </dgm:presLayoutVars>
      </dgm:prSet>
      <dgm:spPr/>
    </dgm:pt>
    <dgm:pt modelId="{C995A894-0AFA-453F-8460-3BDDD034C9F0}" type="pres">
      <dgm:prSet presAssocID="{A3169168-C8F4-4A32-9005-27C2332994A7}" presName="sibTrans" presStyleLbl="sibTrans2D1" presStyleIdx="0" presStyleCnt="4"/>
      <dgm:spPr/>
    </dgm:pt>
    <dgm:pt modelId="{8C1AB374-B3F6-4375-BF8E-0EF0B9A03D5F}" type="pres">
      <dgm:prSet presAssocID="{A3169168-C8F4-4A32-9005-27C2332994A7}" presName="connectorText" presStyleLbl="sibTrans2D1" presStyleIdx="0" presStyleCnt="4"/>
      <dgm:spPr/>
    </dgm:pt>
    <dgm:pt modelId="{94DB21CA-9344-453D-8C21-40F12F0D3889}" type="pres">
      <dgm:prSet presAssocID="{ADFB60DE-7B6B-42C9-98FD-F94B3F204B4D}" presName="node" presStyleLbl="node1" presStyleIdx="1" presStyleCnt="5">
        <dgm:presLayoutVars>
          <dgm:bulletEnabled val="1"/>
        </dgm:presLayoutVars>
      </dgm:prSet>
      <dgm:spPr/>
    </dgm:pt>
    <dgm:pt modelId="{60985EB9-42F5-4968-91E1-F1C3464F83DB}" type="pres">
      <dgm:prSet presAssocID="{A97DF006-03C2-4032-A233-78BD76A63D3D}" presName="sibTrans" presStyleLbl="sibTrans2D1" presStyleIdx="1" presStyleCnt="4"/>
      <dgm:spPr/>
    </dgm:pt>
    <dgm:pt modelId="{EAD196ED-2637-4521-AC20-12D40696FBB7}" type="pres">
      <dgm:prSet presAssocID="{A97DF006-03C2-4032-A233-78BD76A63D3D}" presName="connectorText" presStyleLbl="sibTrans2D1" presStyleIdx="1" presStyleCnt="4"/>
      <dgm:spPr/>
    </dgm:pt>
    <dgm:pt modelId="{BCD86AF2-2522-4648-B7B2-23EC01768288}" type="pres">
      <dgm:prSet presAssocID="{360C9A48-81FE-4D65-9516-B232CA206B0B}" presName="node" presStyleLbl="node1" presStyleIdx="2" presStyleCnt="5">
        <dgm:presLayoutVars>
          <dgm:bulletEnabled val="1"/>
        </dgm:presLayoutVars>
      </dgm:prSet>
      <dgm:spPr/>
    </dgm:pt>
    <dgm:pt modelId="{42963792-B266-4648-A606-495C07C981FB}" type="pres">
      <dgm:prSet presAssocID="{E97D0C73-F383-4117-A7E5-7A3FF09471D3}" presName="sibTrans" presStyleLbl="sibTrans2D1" presStyleIdx="2" presStyleCnt="4"/>
      <dgm:spPr/>
    </dgm:pt>
    <dgm:pt modelId="{C7FE0866-5A38-4AB6-9BDD-3EA0723D1400}" type="pres">
      <dgm:prSet presAssocID="{E97D0C73-F383-4117-A7E5-7A3FF09471D3}" presName="connectorText" presStyleLbl="sibTrans2D1" presStyleIdx="2" presStyleCnt="4"/>
      <dgm:spPr/>
    </dgm:pt>
    <dgm:pt modelId="{0941CEB6-4744-4A4C-B3F9-AE9B3291FC66}" type="pres">
      <dgm:prSet presAssocID="{A38E3FB1-74C2-416C-962C-208A8CC26451}" presName="node" presStyleLbl="node1" presStyleIdx="3" presStyleCnt="5">
        <dgm:presLayoutVars>
          <dgm:bulletEnabled val="1"/>
        </dgm:presLayoutVars>
      </dgm:prSet>
      <dgm:spPr/>
    </dgm:pt>
    <dgm:pt modelId="{2297CA2F-E4E3-4CAA-9DAC-31EBDE18A66E}" type="pres">
      <dgm:prSet presAssocID="{BCA34D4F-D34A-4E7F-8060-EE5CDCEDEBC9}" presName="sibTrans" presStyleLbl="sibTrans2D1" presStyleIdx="3" presStyleCnt="4"/>
      <dgm:spPr/>
    </dgm:pt>
    <dgm:pt modelId="{54FB4166-E42F-4144-9064-5D0A6108B512}" type="pres">
      <dgm:prSet presAssocID="{BCA34D4F-D34A-4E7F-8060-EE5CDCEDEBC9}" presName="connectorText" presStyleLbl="sibTrans2D1" presStyleIdx="3" presStyleCnt="4"/>
      <dgm:spPr/>
    </dgm:pt>
    <dgm:pt modelId="{7807F26B-8DA3-4C05-AC81-9B09DFFBB862}" type="pres">
      <dgm:prSet presAssocID="{2063F73A-6D48-4171-9BCC-3A5159FCFBE3}" presName="node" presStyleLbl="node1" presStyleIdx="4" presStyleCnt="5">
        <dgm:presLayoutVars>
          <dgm:bulletEnabled val="1"/>
        </dgm:presLayoutVars>
      </dgm:prSet>
      <dgm:spPr/>
    </dgm:pt>
  </dgm:ptLst>
  <dgm:cxnLst>
    <dgm:cxn modelId="{373BB105-BD9B-482D-93E7-3D2A93F643C0}" type="presOf" srcId="{0F52510D-04B1-43CC-97FD-7BBD63C4D854}" destId="{69C0042D-507E-4F9E-94A8-E94955ADB76F}" srcOrd="0" destOrd="4" presId="urn:microsoft.com/office/officeart/2005/8/layout/process1"/>
    <dgm:cxn modelId="{E1DB8706-943A-41DE-857B-FD1004514511}" srcId="{360C9A48-81FE-4D65-9516-B232CA206B0B}" destId="{B27230E2-A17D-4220-80FE-46D64297B343}" srcOrd="0" destOrd="0" parTransId="{D985146F-41BC-41F7-BD5A-34637F24A6B1}" sibTransId="{1D9A2E75-6B4A-4BA3-BDC6-C1C8E25DEF5F}"/>
    <dgm:cxn modelId="{8B50E507-1CF5-4604-8206-39FABB967420}" type="presOf" srcId="{A97DF006-03C2-4032-A233-78BD76A63D3D}" destId="{60985EB9-42F5-4968-91E1-F1C3464F83DB}" srcOrd="0" destOrd="0" presId="urn:microsoft.com/office/officeart/2005/8/layout/process1"/>
    <dgm:cxn modelId="{E8787317-170A-4679-B5D4-515276EDD2E3}" type="presOf" srcId="{A3169168-C8F4-4A32-9005-27C2332994A7}" destId="{C995A894-0AFA-453F-8460-3BDDD034C9F0}" srcOrd="0" destOrd="0" presId="urn:microsoft.com/office/officeart/2005/8/layout/process1"/>
    <dgm:cxn modelId="{4AD42824-2F58-47D8-B6AC-498408ADB519}" srcId="{E3F7B911-0DB8-46F7-A6CB-A937DE7F5972}" destId="{2063F73A-6D48-4171-9BCC-3A5159FCFBE3}" srcOrd="4" destOrd="0" parTransId="{25077567-7832-4BBF-8124-97EF66740E53}" sibTransId="{DE743DFC-3175-4315-B0E1-7CE8009342DB}"/>
    <dgm:cxn modelId="{97B9692E-411D-4838-88AD-1C43A6F73083}" type="presOf" srcId="{360C9A48-81FE-4D65-9516-B232CA206B0B}" destId="{BCD86AF2-2522-4648-B7B2-23EC01768288}" srcOrd="0" destOrd="0" presId="urn:microsoft.com/office/officeart/2005/8/layout/process1"/>
    <dgm:cxn modelId="{13C49C2F-310A-4CF0-8235-FBDCD86AF66B}" type="presOf" srcId="{A38E3FB1-74C2-416C-962C-208A8CC26451}" destId="{0941CEB6-4744-4A4C-B3F9-AE9B3291FC66}" srcOrd="0" destOrd="0" presId="urn:microsoft.com/office/officeart/2005/8/layout/process1"/>
    <dgm:cxn modelId="{14F43930-AB62-4374-97B3-C3B06522240C}" type="presOf" srcId="{C9BC02D3-DAF3-483D-B2B5-6A810A3E5D23}" destId="{69C0042D-507E-4F9E-94A8-E94955ADB76F}" srcOrd="0" destOrd="3" presId="urn:microsoft.com/office/officeart/2005/8/layout/process1"/>
    <dgm:cxn modelId="{11B67C38-C0BB-4056-ABB9-B9C8C359F9CA}" type="presOf" srcId="{2063F73A-6D48-4171-9BCC-3A5159FCFBE3}" destId="{7807F26B-8DA3-4C05-AC81-9B09DFFBB862}" srcOrd="0" destOrd="0" presId="urn:microsoft.com/office/officeart/2005/8/layout/process1"/>
    <dgm:cxn modelId="{1079F93D-EFC9-4F63-A7D2-BA33A86E4DFC}" type="presOf" srcId="{BCA34D4F-D34A-4E7F-8060-EE5CDCEDEBC9}" destId="{2297CA2F-E4E3-4CAA-9DAC-31EBDE18A66E}" srcOrd="0" destOrd="0" presId="urn:microsoft.com/office/officeart/2005/8/layout/process1"/>
    <dgm:cxn modelId="{26FA8D5C-9E2D-43A2-86DB-EE2A3FA661CA}" type="presOf" srcId="{A97DF006-03C2-4032-A233-78BD76A63D3D}" destId="{EAD196ED-2637-4521-AC20-12D40696FBB7}" srcOrd="1" destOrd="0" presId="urn:microsoft.com/office/officeart/2005/8/layout/process1"/>
    <dgm:cxn modelId="{A3436A63-0B7B-4E1F-9868-5311457F2073}" srcId="{E3F7B911-0DB8-46F7-A6CB-A937DE7F5972}" destId="{A38E3FB1-74C2-416C-962C-208A8CC26451}" srcOrd="3" destOrd="0" parTransId="{9E752F19-DAF8-4077-BC1B-196EAE64B4D1}" sibTransId="{BCA34D4F-D34A-4E7F-8060-EE5CDCEDEBC9}"/>
    <dgm:cxn modelId="{8C6FAC44-1A20-4525-8EB8-2F9740001F7B}" type="presOf" srcId="{4ED935BC-B6F4-4023-8157-90A00E4288D9}" destId="{69C0042D-507E-4F9E-94A8-E94955ADB76F}" srcOrd="0" destOrd="2" presId="urn:microsoft.com/office/officeart/2005/8/layout/process1"/>
    <dgm:cxn modelId="{D680D866-82DC-42E8-93B4-13F314842A5A}" type="presOf" srcId="{66FFFF39-03D1-479F-A004-0C1A91BCD012}" destId="{7807F26B-8DA3-4C05-AC81-9B09DFFBB862}" srcOrd="0" destOrd="1" presId="urn:microsoft.com/office/officeart/2005/8/layout/process1"/>
    <dgm:cxn modelId="{C99CE768-EC43-4487-A92D-7422C1A1183F}" type="presOf" srcId="{FF9F707B-CECE-4E78-99EB-914DC0A31ECF}" destId="{0941CEB6-4744-4A4C-B3F9-AE9B3291FC66}" srcOrd="0" destOrd="1" presId="urn:microsoft.com/office/officeart/2005/8/layout/process1"/>
    <dgm:cxn modelId="{9D26AD6A-9892-4AC4-A58F-4C551EC94151}" srcId="{43DA3B73-85CC-44C7-99AF-E8675AAB11F1}" destId="{A992AD57-2B29-405E-A673-4C8FE2DCB2F0}" srcOrd="0" destOrd="0" parTransId="{A107BC28-DE52-4594-8495-7F55B444C020}" sibTransId="{E8BD408A-94EB-4640-B731-4BB67C578ABF}"/>
    <dgm:cxn modelId="{BB46DB6A-79CE-4A48-9BD1-A2DD18A4D36D}" type="presOf" srcId="{E3F7B911-0DB8-46F7-A6CB-A937DE7F5972}" destId="{33C77B4B-AC4C-4101-BE80-BB3417553860}" srcOrd="0" destOrd="0" presId="urn:microsoft.com/office/officeart/2005/8/layout/process1"/>
    <dgm:cxn modelId="{2067A66C-5E78-49CD-BF13-380CF2200C11}" type="presOf" srcId="{BCA34D4F-D34A-4E7F-8060-EE5CDCEDEBC9}" destId="{54FB4166-E42F-4144-9064-5D0A6108B512}" srcOrd="1" destOrd="0" presId="urn:microsoft.com/office/officeart/2005/8/layout/process1"/>
    <dgm:cxn modelId="{131F2674-DD6F-469D-917E-E2EE098B29BC}" srcId="{E3F7B911-0DB8-46F7-A6CB-A937DE7F5972}" destId="{43DA3B73-85CC-44C7-99AF-E8675AAB11F1}" srcOrd="0" destOrd="0" parTransId="{9F019D3D-4D19-4593-B070-40268D2F2EB5}" sibTransId="{A3169168-C8F4-4A32-9005-27C2332994A7}"/>
    <dgm:cxn modelId="{541F8A77-0852-4130-A267-CB2C1482A6E8}" type="presOf" srcId="{E97D0C73-F383-4117-A7E5-7A3FF09471D3}" destId="{42963792-B266-4648-A606-495C07C981FB}" srcOrd="0" destOrd="0" presId="urn:microsoft.com/office/officeart/2005/8/layout/process1"/>
    <dgm:cxn modelId="{78861782-068A-488A-B1C5-09CC575B5D80}" srcId="{E3F7B911-0DB8-46F7-A6CB-A937DE7F5972}" destId="{360C9A48-81FE-4D65-9516-B232CA206B0B}" srcOrd="2" destOrd="0" parTransId="{0B625C4F-CCA9-4175-983E-88805D77AAC5}" sibTransId="{E97D0C73-F383-4117-A7E5-7A3FF09471D3}"/>
    <dgm:cxn modelId="{CCB86B93-3845-428F-8411-A023AC4BDDEB}" srcId="{2063F73A-6D48-4171-9BCC-3A5159FCFBE3}" destId="{66FFFF39-03D1-479F-A004-0C1A91BCD012}" srcOrd="0" destOrd="0" parTransId="{4A5EDA08-68C0-4719-B835-6AECC589A5D1}" sibTransId="{775A41F0-E2CD-483C-948E-4C4DCDBE23C6}"/>
    <dgm:cxn modelId="{17E4239A-DE32-4B78-BE06-CFE7B8B50D59}" srcId="{ADFB60DE-7B6B-42C9-98FD-F94B3F204B4D}" destId="{801389A1-08AD-4217-99F1-17D044229FA0}" srcOrd="0" destOrd="0" parTransId="{BC314620-F755-43B8-B2B8-D38FEAD5BE47}" sibTransId="{9C7BD2E7-B2D7-4F25-A967-AB9E699AD0E3}"/>
    <dgm:cxn modelId="{150939AA-2A95-4B47-BDB9-FCBABC3FCAF5}" srcId="{E3F7B911-0DB8-46F7-A6CB-A937DE7F5972}" destId="{ADFB60DE-7B6B-42C9-98FD-F94B3F204B4D}" srcOrd="1" destOrd="0" parTransId="{A671AC3F-4FF4-419F-B14B-178228C3B3F5}" sibTransId="{A97DF006-03C2-4032-A233-78BD76A63D3D}"/>
    <dgm:cxn modelId="{881D80AA-1DB5-4D05-B4BE-DEB9948C817E}" type="presOf" srcId="{A3169168-C8F4-4A32-9005-27C2332994A7}" destId="{8C1AB374-B3F6-4375-BF8E-0EF0B9A03D5F}" srcOrd="1" destOrd="0" presId="urn:microsoft.com/office/officeart/2005/8/layout/process1"/>
    <dgm:cxn modelId="{78A882AF-41EB-40C3-8636-7416EA57980A}" srcId="{A992AD57-2B29-405E-A673-4C8FE2DCB2F0}" destId="{C9BC02D3-DAF3-483D-B2B5-6A810A3E5D23}" srcOrd="1" destOrd="0" parTransId="{0D7DD7AB-4B3F-4B26-9699-8D069D27EBFE}" sibTransId="{14A04E87-4E78-4857-8660-A2A290C3C448}"/>
    <dgm:cxn modelId="{E38AD1BC-B1F2-48A3-9F4E-9F4B093FDAEC}" type="presOf" srcId="{43DA3B73-85CC-44C7-99AF-E8675AAB11F1}" destId="{69C0042D-507E-4F9E-94A8-E94955ADB76F}" srcOrd="0" destOrd="0" presId="urn:microsoft.com/office/officeart/2005/8/layout/process1"/>
    <dgm:cxn modelId="{B714FBC5-D059-4484-9BC2-66EECB500B12}" type="presOf" srcId="{A992AD57-2B29-405E-A673-4C8FE2DCB2F0}" destId="{69C0042D-507E-4F9E-94A8-E94955ADB76F}" srcOrd="0" destOrd="1" presId="urn:microsoft.com/office/officeart/2005/8/layout/process1"/>
    <dgm:cxn modelId="{E20D28C7-268F-4C82-A0F1-EBBD25300B26}" type="presOf" srcId="{E97D0C73-F383-4117-A7E5-7A3FF09471D3}" destId="{C7FE0866-5A38-4AB6-9BDD-3EA0723D1400}" srcOrd="1" destOrd="0" presId="urn:microsoft.com/office/officeart/2005/8/layout/process1"/>
    <dgm:cxn modelId="{0DC4C7C8-8BFE-40E5-83C2-29B21DE73171}" type="presOf" srcId="{ADFB60DE-7B6B-42C9-98FD-F94B3F204B4D}" destId="{94DB21CA-9344-453D-8C21-40F12F0D3889}" srcOrd="0" destOrd="0" presId="urn:microsoft.com/office/officeart/2005/8/layout/process1"/>
    <dgm:cxn modelId="{AAC299C9-BA83-43E5-94A0-81B18092AFEC}" type="presOf" srcId="{5B1735AB-8363-41EB-A9A6-B25D2636DC13}" destId="{69C0042D-507E-4F9E-94A8-E94955ADB76F}" srcOrd="0" destOrd="5" presId="urn:microsoft.com/office/officeart/2005/8/layout/process1"/>
    <dgm:cxn modelId="{FEEA18CF-B05D-4F84-9B2B-A59126D73B0B}" srcId="{A38E3FB1-74C2-416C-962C-208A8CC26451}" destId="{FF9F707B-CECE-4E78-99EB-914DC0A31ECF}" srcOrd="0" destOrd="0" parTransId="{FB17E8DF-B400-423B-9CB4-4C38E1A393D0}" sibTransId="{1B2FE90C-EAEA-4A43-A64F-69ABBDDABCEB}"/>
    <dgm:cxn modelId="{AB8346D2-7479-4A8A-9B9E-3E06B25A4101}" type="presOf" srcId="{801389A1-08AD-4217-99F1-17D044229FA0}" destId="{94DB21CA-9344-453D-8C21-40F12F0D3889}" srcOrd="0" destOrd="1" presId="urn:microsoft.com/office/officeart/2005/8/layout/process1"/>
    <dgm:cxn modelId="{7A7BB4F0-1C5C-48CB-8901-89C2F8777FD9}" srcId="{A992AD57-2B29-405E-A673-4C8FE2DCB2F0}" destId="{4ED935BC-B6F4-4023-8157-90A00E4288D9}" srcOrd="0" destOrd="0" parTransId="{770B9806-9CD8-4654-A8B8-3D70D0747D19}" sibTransId="{615EA72B-289C-47B9-87A6-D11B04775F76}"/>
    <dgm:cxn modelId="{66DE21FB-DA00-48E7-8841-EB738D68F62C}" srcId="{A992AD57-2B29-405E-A673-4C8FE2DCB2F0}" destId="{5B1735AB-8363-41EB-A9A6-B25D2636DC13}" srcOrd="3" destOrd="0" parTransId="{258247BB-E99C-4C40-A6F3-2BCFF7F3F021}" sibTransId="{A1728D92-C6B8-42BE-B7DA-7498106C25C1}"/>
    <dgm:cxn modelId="{CD2010FC-CBD9-4366-BBB7-A2370EB4C245}" srcId="{A992AD57-2B29-405E-A673-4C8FE2DCB2F0}" destId="{0F52510D-04B1-43CC-97FD-7BBD63C4D854}" srcOrd="2" destOrd="0" parTransId="{7A0826B7-80B0-4499-9F07-B0CEFEBCCB15}" sibTransId="{000FE71D-E956-498B-A2D5-3FE5EE89E851}"/>
    <dgm:cxn modelId="{44EB4AFF-CFAA-4C07-A2E3-FCFCFC4805D0}" type="presOf" srcId="{B27230E2-A17D-4220-80FE-46D64297B343}" destId="{BCD86AF2-2522-4648-B7B2-23EC01768288}" srcOrd="0" destOrd="1" presId="urn:microsoft.com/office/officeart/2005/8/layout/process1"/>
    <dgm:cxn modelId="{A3EEBC4C-D696-420C-9548-292C5BAFC381}" type="presParOf" srcId="{33C77B4B-AC4C-4101-BE80-BB3417553860}" destId="{69C0042D-507E-4F9E-94A8-E94955ADB76F}" srcOrd="0" destOrd="0" presId="urn:microsoft.com/office/officeart/2005/8/layout/process1"/>
    <dgm:cxn modelId="{74064A54-7EF8-41C7-AE1A-BB20A8BAC8C0}" type="presParOf" srcId="{33C77B4B-AC4C-4101-BE80-BB3417553860}" destId="{C995A894-0AFA-453F-8460-3BDDD034C9F0}" srcOrd="1" destOrd="0" presId="urn:microsoft.com/office/officeart/2005/8/layout/process1"/>
    <dgm:cxn modelId="{42219523-EF2A-4B71-AADE-F502E30D150F}" type="presParOf" srcId="{C995A894-0AFA-453F-8460-3BDDD034C9F0}" destId="{8C1AB374-B3F6-4375-BF8E-0EF0B9A03D5F}" srcOrd="0" destOrd="0" presId="urn:microsoft.com/office/officeart/2005/8/layout/process1"/>
    <dgm:cxn modelId="{2E862AAC-1707-4857-9DE2-CB1A6192A062}" type="presParOf" srcId="{33C77B4B-AC4C-4101-BE80-BB3417553860}" destId="{94DB21CA-9344-453D-8C21-40F12F0D3889}" srcOrd="2" destOrd="0" presId="urn:microsoft.com/office/officeart/2005/8/layout/process1"/>
    <dgm:cxn modelId="{E56D702D-0BD3-45F5-9E8A-6285E21BF72E}" type="presParOf" srcId="{33C77B4B-AC4C-4101-BE80-BB3417553860}" destId="{60985EB9-42F5-4968-91E1-F1C3464F83DB}" srcOrd="3" destOrd="0" presId="urn:microsoft.com/office/officeart/2005/8/layout/process1"/>
    <dgm:cxn modelId="{89C02620-D853-4447-8CB1-200CE276630A}" type="presParOf" srcId="{60985EB9-42F5-4968-91E1-F1C3464F83DB}" destId="{EAD196ED-2637-4521-AC20-12D40696FBB7}" srcOrd="0" destOrd="0" presId="urn:microsoft.com/office/officeart/2005/8/layout/process1"/>
    <dgm:cxn modelId="{41356EBF-EA7A-4518-B314-C85465DD60D5}" type="presParOf" srcId="{33C77B4B-AC4C-4101-BE80-BB3417553860}" destId="{BCD86AF2-2522-4648-B7B2-23EC01768288}" srcOrd="4" destOrd="0" presId="urn:microsoft.com/office/officeart/2005/8/layout/process1"/>
    <dgm:cxn modelId="{FBE42AA9-721C-4844-B0F1-CCA2BAD003BC}" type="presParOf" srcId="{33C77B4B-AC4C-4101-BE80-BB3417553860}" destId="{42963792-B266-4648-A606-495C07C981FB}" srcOrd="5" destOrd="0" presId="urn:microsoft.com/office/officeart/2005/8/layout/process1"/>
    <dgm:cxn modelId="{33FB0A03-6E92-4F9C-8F36-2CA9B558087D}" type="presParOf" srcId="{42963792-B266-4648-A606-495C07C981FB}" destId="{C7FE0866-5A38-4AB6-9BDD-3EA0723D1400}" srcOrd="0" destOrd="0" presId="urn:microsoft.com/office/officeart/2005/8/layout/process1"/>
    <dgm:cxn modelId="{95CA412C-C13C-4F33-B878-9724F580FF8B}" type="presParOf" srcId="{33C77B4B-AC4C-4101-BE80-BB3417553860}" destId="{0941CEB6-4744-4A4C-B3F9-AE9B3291FC66}" srcOrd="6" destOrd="0" presId="urn:microsoft.com/office/officeart/2005/8/layout/process1"/>
    <dgm:cxn modelId="{1D45963A-9C3B-4EE7-8BAA-42AA1C291C18}" type="presParOf" srcId="{33C77B4B-AC4C-4101-BE80-BB3417553860}" destId="{2297CA2F-E4E3-4CAA-9DAC-31EBDE18A66E}" srcOrd="7" destOrd="0" presId="urn:microsoft.com/office/officeart/2005/8/layout/process1"/>
    <dgm:cxn modelId="{B786256B-F892-41CF-BC10-7B27DA60562C}" type="presParOf" srcId="{2297CA2F-E4E3-4CAA-9DAC-31EBDE18A66E}" destId="{54FB4166-E42F-4144-9064-5D0A6108B512}" srcOrd="0" destOrd="0" presId="urn:microsoft.com/office/officeart/2005/8/layout/process1"/>
    <dgm:cxn modelId="{046152D9-7E35-49B9-B8FD-DC77E07E82E9}" type="presParOf" srcId="{33C77B4B-AC4C-4101-BE80-BB3417553860}" destId="{7807F26B-8DA3-4C05-AC81-9B09DFFBB862}" srcOrd="8"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E3F7B911-0DB8-46F7-A6CB-A937DE7F5972}" type="doc">
      <dgm:prSet loTypeId="urn:microsoft.com/office/officeart/2005/8/layout/process1" loCatId="process" qsTypeId="urn:microsoft.com/office/officeart/2005/8/quickstyle/simple5" qsCatId="simple" csTypeId="urn:microsoft.com/office/officeart/2005/8/colors/accent1_2" csCatId="accent1" phldr="1"/>
      <dgm:spPr/>
      <dgm:t>
        <a:bodyPr/>
        <a:lstStyle/>
        <a:p>
          <a:endParaRPr lang="en-US"/>
        </a:p>
      </dgm:t>
    </dgm:pt>
    <dgm:pt modelId="{43DA3B73-85CC-44C7-99AF-E8675AAB11F1}">
      <dgm:prSet phldrT="[Text]">
        <dgm:style>
          <a:lnRef idx="0">
            <a:schemeClr val="accent1"/>
          </a:lnRef>
          <a:fillRef idx="3">
            <a:schemeClr val="accent1"/>
          </a:fillRef>
          <a:effectRef idx="3">
            <a:schemeClr val="accent1"/>
          </a:effectRef>
          <a:fontRef idx="minor">
            <a:schemeClr val="lt1"/>
          </a:fontRef>
        </dgm:style>
      </dgm:prSet>
      <dgm:spPr/>
      <dgm:t>
        <a:bodyPr/>
        <a:lstStyle/>
        <a:p>
          <a:r>
            <a:rPr lang="en-US" b="1" dirty="0"/>
            <a:t>Requirement Gathering</a:t>
          </a:r>
        </a:p>
      </dgm:t>
    </dgm:pt>
    <dgm:pt modelId="{9F019D3D-4D19-4593-B070-40268D2F2EB5}" type="parTrans" cxnId="{131F2674-DD6F-469D-917E-E2EE098B29BC}">
      <dgm:prSet/>
      <dgm:spPr/>
      <dgm:t>
        <a:bodyPr/>
        <a:lstStyle/>
        <a:p>
          <a:endParaRPr lang="en-US"/>
        </a:p>
      </dgm:t>
    </dgm:pt>
    <dgm:pt modelId="{A3169168-C8F4-4A32-9005-27C2332994A7}" type="sibTrans" cxnId="{131F2674-DD6F-469D-917E-E2EE098B29BC}">
      <dgm:prSet/>
      <dgm:spPr/>
      <dgm:t>
        <a:bodyPr/>
        <a:lstStyle/>
        <a:p>
          <a:endParaRPr lang="en-US"/>
        </a:p>
      </dgm:t>
    </dgm:pt>
    <dgm:pt modelId="{360C9A48-81FE-4D65-9516-B232CA206B0B}">
      <dgm:prSet>
        <dgm:style>
          <a:lnRef idx="2">
            <a:schemeClr val="dk1"/>
          </a:lnRef>
          <a:fillRef idx="1">
            <a:schemeClr val="lt1"/>
          </a:fillRef>
          <a:effectRef idx="0">
            <a:schemeClr val="dk1"/>
          </a:effectRef>
          <a:fontRef idx="minor">
            <a:schemeClr val="dk1"/>
          </a:fontRef>
        </dgm:style>
      </dgm:prSet>
      <dgm:spPr/>
      <dgm:t>
        <a:bodyPr/>
        <a:lstStyle/>
        <a:p>
          <a:r>
            <a:rPr lang="en-US" b="1"/>
            <a:t>Logical Design</a:t>
          </a:r>
        </a:p>
      </dgm:t>
    </dgm:pt>
    <dgm:pt modelId="{0B625C4F-CCA9-4175-983E-88805D77AAC5}" type="parTrans" cxnId="{78861782-068A-488A-B1C5-09CC575B5D80}">
      <dgm:prSet/>
      <dgm:spPr/>
      <dgm:t>
        <a:bodyPr/>
        <a:lstStyle/>
        <a:p>
          <a:endParaRPr lang="en-US"/>
        </a:p>
      </dgm:t>
    </dgm:pt>
    <dgm:pt modelId="{E97D0C73-F383-4117-A7E5-7A3FF09471D3}" type="sibTrans" cxnId="{78861782-068A-488A-B1C5-09CC575B5D80}">
      <dgm:prSet/>
      <dgm:spPr/>
      <dgm:t>
        <a:bodyPr/>
        <a:lstStyle/>
        <a:p>
          <a:endParaRPr lang="en-US"/>
        </a:p>
      </dgm:t>
    </dgm:pt>
    <dgm:pt modelId="{A38E3FB1-74C2-416C-962C-208A8CC26451}">
      <dgm:prSet>
        <dgm:style>
          <a:lnRef idx="2">
            <a:schemeClr val="accent5"/>
          </a:lnRef>
          <a:fillRef idx="1">
            <a:schemeClr val="lt1"/>
          </a:fillRef>
          <a:effectRef idx="0">
            <a:schemeClr val="accent5"/>
          </a:effectRef>
          <a:fontRef idx="minor">
            <a:schemeClr val="dk1"/>
          </a:fontRef>
        </dgm:style>
      </dgm:prSet>
      <dgm:spPr/>
      <dgm:t>
        <a:bodyPr/>
        <a:lstStyle/>
        <a:p>
          <a:r>
            <a:rPr lang="en-US" b="1"/>
            <a:t>Physical Design</a:t>
          </a:r>
        </a:p>
      </dgm:t>
    </dgm:pt>
    <dgm:pt modelId="{9E752F19-DAF8-4077-BC1B-196EAE64B4D1}" type="parTrans" cxnId="{A3436A63-0B7B-4E1F-9868-5311457F2073}">
      <dgm:prSet/>
      <dgm:spPr/>
      <dgm:t>
        <a:bodyPr/>
        <a:lstStyle/>
        <a:p>
          <a:endParaRPr lang="en-US"/>
        </a:p>
      </dgm:t>
    </dgm:pt>
    <dgm:pt modelId="{BCA34D4F-D34A-4E7F-8060-EE5CDCEDEBC9}" type="sibTrans" cxnId="{A3436A63-0B7B-4E1F-9868-5311457F2073}">
      <dgm:prSet/>
      <dgm:spPr/>
      <dgm:t>
        <a:bodyPr/>
        <a:lstStyle/>
        <a:p>
          <a:endParaRPr lang="en-US"/>
        </a:p>
      </dgm:t>
    </dgm:pt>
    <dgm:pt modelId="{2063F73A-6D48-4171-9BCC-3A5159FCFBE3}">
      <dgm:prSet>
        <dgm:style>
          <a:lnRef idx="2">
            <a:schemeClr val="accent5"/>
          </a:lnRef>
          <a:fillRef idx="1">
            <a:schemeClr val="lt1"/>
          </a:fillRef>
          <a:effectRef idx="0">
            <a:schemeClr val="accent5"/>
          </a:effectRef>
          <a:fontRef idx="minor">
            <a:schemeClr val="dk1"/>
          </a:fontRef>
        </dgm:style>
      </dgm:prSet>
      <dgm:spPr/>
      <dgm:t>
        <a:bodyPr/>
        <a:lstStyle/>
        <a:p>
          <a:r>
            <a:rPr lang="en-US" b="1"/>
            <a:t>Installation and Maintenance</a:t>
          </a:r>
        </a:p>
      </dgm:t>
    </dgm:pt>
    <dgm:pt modelId="{25077567-7832-4BBF-8124-97EF66740E53}" type="parTrans" cxnId="{4AD42824-2F58-47D8-B6AC-498408ADB519}">
      <dgm:prSet/>
      <dgm:spPr/>
      <dgm:t>
        <a:bodyPr/>
        <a:lstStyle/>
        <a:p>
          <a:endParaRPr lang="en-US"/>
        </a:p>
      </dgm:t>
    </dgm:pt>
    <dgm:pt modelId="{DE743DFC-3175-4315-B0E1-7CE8009342DB}" type="sibTrans" cxnId="{4AD42824-2F58-47D8-B6AC-498408ADB519}">
      <dgm:prSet/>
      <dgm:spPr/>
      <dgm:t>
        <a:bodyPr/>
        <a:lstStyle/>
        <a:p>
          <a:endParaRPr lang="en-US"/>
        </a:p>
      </dgm:t>
    </dgm:pt>
    <dgm:pt modelId="{ADFB60DE-7B6B-42C9-98FD-F94B3F204B4D}">
      <dgm:prSet>
        <dgm:style>
          <a:lnRef idx="2">
            <a:schemeClr val="dk1"/>
          </a:lnRef>
          <a:fillRef idx="1">
            <a:schemeClr val="lt1"/>
          </a:fillRef>
          <a:effectRef idx="0">
            <a:schemeClr val="dk1"/>
          </a:effectRef>
          <a:fontRef idx="minor">
            <a:schemeClr val="dk1"/>
          </a:fontRef>
        </dgm:style>
      </dgm:prSet>
      <dgm:spPr/>
      <dgm:t>
        <a:bodyPr/>
        <a:lstStyle/>
        <a:p>
          <a:r>
            <a:rPr lang="en-US" b="1" dirty="0"/>
            <a:t>Analysis</a:t>
          </a:r>
        </a:p>
      </dgm:t>
    </dgm:pt>
    <dgm:pt modelId="{A97DF006-03C2-4032-A233-78BD76A63D3D}" type="sibTrans" cxnId="{150939AA-2A95-4B47-BDB9-FCBABC3FCAF5}">
      <dgm:prSet/>
      <dgm:spPr/>
      <dgm:t>
        <a:bodyPr/>
        <a:lstStyle/>
        <a:p>
          <a:endParaRPr lang="en-US"/>
        </a:p>
      </dgm:t>
    </dgm:pt>
    <dgm:pt modelId="{A671AC3F-4FF4-419F-B14B-178228C3B3F5}" type="parTrans" cxnId="{150939AA-2A95-4B47-BDB9-FCBABC3FCAF5}">
      <dgm:prSet/>
      <dgm:spPr/>
      <dgm:t>
        <a:bodyPr/>
        <a:lstStyle/>
        <a:p>
          <a:endParaRPr lang="en-US"/>
        </a:p>
      </dgm:t>
    </dgm:pt>
    <dgm:pt modelId="{A992AD57-2B29-405E-A673-4C8FE2DCB2F0}">
      <dgm:prSet>
        <dgm:style>
          <a:lnRef idx="0">
            <a:schemeClr val="accent1"/>
          </a:lnRef>
          <a:fillRef idx="3">
            <a:schemeClr val="accent1"/>
          </a:fillRef>
          <a:effectRef idx="3">
            <a:schemeClr val="accent1"/>
          </a:effectRef>
          <a:fontRef idx="minor">
            <a:schemeClr val="lt1"/>
          </a:fontRef>
        </dgm:style>
      </dgm:prSet>
      <dgm:spPr/>
      <dgm:t>
        <a:bodyPr/>
        <a:lstStyle/>
        <a:p>
          <a:r>
            <a:rPr lang="en-US"/>
            <a:t>Determine needs of: </a:t>
          </a:r>
        </a:p>
      </dgm:t>
    </dgm:pt>
    <dgm:pt modelId="{A107BC28-DE52-4594-8495-7F55B444C020}" type="parTrans" cxnId="{9D26AD6A-9892-4AC4-A58F-4C551EC94151}">
      <dgm:prSet/>
      <dgm:spPr/>
      <dgm:t>
        <a:bodyPr/>
        <a:lstStyle/>
        <a:p>
          <a:endParaRPr lang="en-US"/>
        </a:p>
      </dgm:t>
    </dgm:pt>
    <dgm:pt modelId="{E8BD408A-94EB-4640-B731-4BB67C578ABF}" type="sibTrans" cxnId="{9D26AD6A-9892-4AC4-A58F-4C551EC94151}">
      <dgm:prSet/>
      <dgm:spPr/>
      <dgm:t>
        <a:bodyPr/>
        <a:lstStyle/>
        <a:p>
          <a:endParaRPr lang="en-US"/>
        </a:p>
      </dgm:t>
    </dgm:pt>
    <dgm:pt modelId="{4ED935BC-B6F4-4023-8157-90A00E4288D9}">
      <dgm:prSet>
        <dgm:style>
          <a:lnRef idx="0">
            <a:schemeClr val="accent1"/>
          </a:lnRef>
          <a:fillRef idx="3">
            <a:schemeClr val="accent1"/>
          </a:fillRef>
          <a:effectRef idx="3">
            <a:schemeClr val="accent1"/>
          </a:effectRef>
          <a:fontRef idx="minor">
            <a:schemeClr val="lt1"/>
          </a:fontRef>
        </dgm:style>
      </dgm:prSet>
      <dgm:spPr/>
      <dgm:t>
        <a:bodyPr/>
        <a:lstStyle/>
        <a:p>
          <a:r>
            <a:rPr lang="en-US"/>
            <a:t>Business</a:t>
          </a:r>
        </a:p>
      </dgm:t>
    </dgm:pt>
    <dgm:pt modelId="{770B9806-9CD8-4654-A8B8-3D70D0747D19}" type="parTrans" cxnId="{7A7BB4F0-1C5C-48CB-8901-89C2F8777FD9}">
      <dgm:prSet/>
      <dgm:spPr/>
      <dgm:t>
        <a:bodyPr/>
        <a:lstStyle/>
        <a:p>
          <a:endParaRPr lang="en-US"/>
        </a:p>
      </dgm:t>
    </dgm:pt>
    <dgm:pt modelId="{615EA72B-289C-47B9-87A6-D11B04775F76}" type="sibTrans" cxnId="{7A7BB4F0-1C5C-48CB-8901-89C2F8777FD9}">
      <dgm:prSet/>
      <dgm:spPr/>
      <dgm:t>
        <a:bodyPr/>
        <a:lstStyle/>
        <a:p>
          <a:endParaRPr lang="en-US"/>
        </a:p>
      </dgm:t>
    </dgm:pt>
    <dgm:pt modelId="{C9BC02D3-DAF3-483D-B2B5-6A810A3E5D23}">
      <dgm:prSet>
        <dgm:style>
          <a:lnRef idx="0">
            <a:schemeClr val="accent1"/>
          </a:lnRef>
          <a:fillRef idx="3">
            <a:schemeClr val="accent1"/>
          </a:fillRef>
          <a:effectRef idx="3">
            <a:schemeClr val="accent1"/>
          </a:effectRef>
          <a:fontRef idx="minor">
            <a:schemeClr val="lt1"/>
          </a:fontRef>
        </dgm:style>
      </dgm:prSet>
      <dgm:spPr/>
      <dgm:t>
        <a:bodyPr/>
        <a:lstStyle/>
        <a:p>
          <a:r>
            <a:rPr lang="en-US"/>
            <a:t>Users</a:t>
          </a:r>
        </a:p>
      </dgm:t>
    </dgm:pt>
    <dgm:pt modelId="{0D7DD7AB-4B3F-4B26-9699-8D069D27EBFE}" type="parTrans" cxnId="{78A882AF-41EB-40C3-8636-7416EA57980A}">
      <dgm:prSet/>
      <dgm:spPr/>
      <dgm:t>
        <a:bodyPr/>
        <a:lstStyle/>
        <a:p>
          <a:endParaRPr lang="en-US"/>
        </a:p>
      </dgm:t>
    </dgm:pt>
    <dgm:pt modelId="{14A04E87-4E78-4857-8660-A2A290C3C448}" type="sibTrans" cxnId="{78A882AF-41EB-40C3-8636-7416EA57980A}">
      <dgm:prSet/>
      <dgm:spPr/>
      <dgm:t>
        <a:bodyPr/>
        <a:lstStyle/>
        <a:p>
          <a:endParaRPr lang="en-US"/>
        </a:p>
      </dgm:t>
    </dgm:pt>
    <dgm:pt modelId="{0F52510D-04B1-43CC-97FD-7BBD63C4D854}">
      <dgm:prSet>
        <dgm:style>
          <a:lnRef idx="0">
            <a:schemeClr val="accent1"/>
          </a:lnRef>
          <a:fillRef idx="3">
            <a:schemeClr val="accent1"/>
          </a:fillRef>
          <a:effectRef idx="3">
            <a:schemeClr val="accent1"/>
          </a:effectRef>
          <a:fontRef idx="minor">
            <a:schemeClr val="lt1"/>
          </a:fontRef>
        </dgm:style>
      </dgm:prSet>
      <dgm:spPr/>
      <dgm:t>
        <a:bodyPr/>
        <a:lstStyle/>
        <a:p>
          <a:r>
            <a:rPr lang="en-US"/>
            <a:t>Applications</a:t>
          </a:r>
        </a:p>
      </dgm:t>
    </dgm:pt>
    <dgm:pt modelId="{7A0826B7-80B0-4499-9F07-B0CEFEBCCB15}" type="parTrans" cxnId="{CD2010FC-CBD9-4366-BBB7-A2370EB4C245}">
      <dgm:prSet/>
      <dgm:spPr/>
      <dgm:t>
        <a:bodyPr/>
        <a:lstStyle/>
        <a:p>
          <a:endParaRPr lang="en-US"/>
        </a:p>
      </dgm:t>
    </dgm:pt>
    <dgm:pt modelId="{000FE71D-E956-498B-A2D5-3FE5EE89E851}" type="sibTrans" cxnId="{CD2010FC-CBD9-4366-BBB7-A2370EB4C245}">
      <dgm:prSet/>
      <dgm:spPr/>
      <dgm:t>
        <a:bodyPr/>
        <a:lstStyle/>
        <a:p>
          <a:endParaRPr lang="en-US"/>
        </a:p>
      </dgm:t>
    </dgm:pt>
    <dgm:pt modelId="{5B1735AB-8363-41EB-A9A6-B25D2636DC13}">
      <dgm:prSet>
        <dgm:style>
          <a:lnRef idx="0">
            <a:schemeClr val="accent1"/>
          </a:lnRef>
          <a:fillRef idx="3">
            <a:schemeClr val="accent1"/>
          </a:fillRef>
          <a:effectRef idx="3">
            <a:schemeClr val="accent1"/>
          </a:effectRef>
          <a:fontRef idx="minor">
            <a:schemeClr val="lt1"/>
          </a:fontRef>
        </dgm:style>
      </dgm:prSet>
      <dgm:spPr/>
      <dgm:t>
        <a:bodyPr/>
        <a:lstStyle/>
        <a:p>
          <a:r>
            <a:rPr lang="en-US"/>
            <a:t>Network</a:t>
          </a:r>
        </a:p>
      </dgm:t>
    </dgm:pt>
    <dgm:pt modelId="{258247BB-E99C-4C40-A6F3-2BCFF7F3F021}" type="parTrans" cxnId="{66DE21FB-DA00-48E7-8841-EB738D68F62C}">
      <dgm:prSet/>
      <dgm:spPr/>
      <dgm:t>
        <a:bodyPr/>
        <a:lstStyle/>
        <a:p>
          <a:endParaRPr lang="en-US"/>
        </a:p>
      </dgm:t>
    </dgm:pt>
    <dgm:pt modelId="{A1728D92-C6B8-42BE-B7DA-7498106C25C1}" type="sibTrans" cxnId="{66DE21FB-DA00-48E7-8841-EB738D68F62C}">
      <dgm:prSet/>
      <dgm:spPr/>
      <dgm:t>
        <a:bodyPr/>
        <a:lstStyle/>
        <a:p>
          <a:endParaRPr lang="en-US"/>
        </a:p>
      </dgm:t>
    </dgm:pt>
    <dgm:pt modelId="{801389A1-08AD-4217-99F1-17D044229FA0}">
      <dgm:prSet>
        <dgm:style>
          <a:lnRef idx="2">
            <a:schemeClr val="dk1"/>
          </a:lnRef>
          <a:fillRef idx="1">
            <a:schemeClr val="lt1"/>
          </a:fillRef>
          <a:effectRef idx="0">
            <a:schemeClr val="dk1"/>
          </a:effectRef>
          <a:fontRef idx="minor">
            <a:schemeClr val="dk1"/>
          </a:fontRef>
        </dgm:style>
      </dgm:prSet>
      <dgm:spPr/>
      <dgm:t>
        <a:bodyPr/>
        <a:lstStyle/>
        <a:p>
          <a:r>
            <a:rPr lang="en-US"/>
            <a:t>Estimate and measure traffic and device utilization</a:t>
          </a:r>
        </a:p>
      </dgm:t>
    </dgm:pt>
    <dgm:pt modelId="{BC314620-F755-43B8-B2B8-D38FEAD5BE47}" type="parTrans" cxnId="{17E4239A-DE32-4B78-BE06-CFE7B8B50D59}">
      <dgm:prSet/>
      <dgm:spPr/>
      <dgm:t>
        <a:bodyPr/>
        <a:lstStyle/>
        <a:p>
          <a:endParaRPr lang="en-US"/>
        </a:p>
      </dgm:t>
    </dgm:pt>
    <dgm:pt modelId="{9C7BD2E7-B2D7-4F25-A967-AB9E699AD0E3}" type="sibTrans" cxnId="{17E4239A-DE32-4B78-BE06-CFE7B8B50D59}">
      <dgm:prSet/>
      <dgm:spPr/>
      <dgm:t>
        <a:bodyPr/>
        <a:lstStyle/>
        <a:p>
          <a:endParaRPr lang="en-US"/>
        </a:p>
      </dgm:t>
    </dgm:pt>
    <dgm:pt modelId="{B27230E2-A17D-4220-80FE-46D64297B343}">
      <dgm:prSet>
        <dgm:style>
          <a:lnRef idx="2">
            <a:schemeClr val="dk1"/>
          </a:lnRef>
          <a:fillRef idx="1">
            <a:schemeClr val="lt1"/>
          </a:fillRef>
          <a:effectRef idx="0">
            <a:schemeClr val="dk1"/>
          </a:effectRef>
          <a:fontRef idx="minor">
            <a:schemeClr val="dk1"/>
          </a:fontRef>
        </dgm:style>
      </dgm:prSet>
      <dgm:spPr/>
      <dgm:t>
        <a:bodyPr/>
        <a:lstStyle/>
        <a:p>
          <a:r>
            <a:rPr lang="en-US"/>
            <a:t>Choose technologies that meet the requirements</a:t>
          </a:r>
        </a:p>
      </dgm:t>
    </dgm:pt>
    <dgm:pt modelId="{D985146F-41BC-41F7-BD5A-34637F24A6B1}" type="parTrans" cxnId="{E1DB8706-943A-41DE-857B-FD1004514511}">
      <dgm:prSet/>
      <dgm:spPr/>
      <dgm:t>
        <a:bodyPr/>
        <a:lstStyle/>
        <a:p>
          <a:endParaRPr lang="en-US"/>
        </a:p>
      </dgm:t>
    </dgm:pt>
    <dgm:pt modelId="{1D9A2E75-6B4A-4BA3-BDC6-C1C8E25DEF5F}" type="sibTrans" cxnId="{E1DB8706-943A-41DE-857B-FD1004514511}">
      <dgm:prSet/>
      <dgm:spPr/>
      <dgm:t>
        <a:bodyPr/>
        <a:lstStyle/>
        <a:p>
          <a:endParaRPr lang="en-US"/>
        </a:p>
      </dgm:t>
    </dgm:pt>
    <dgm:pt modelId="{FF9F707B-CECE-4E78-99EB-914DC0A31ECF}">
      <dgm:prSet>
        <dgm:style>
          <a:lnRef idx="2">
            <a:schemeClr val="accent5"/>
          </a:lnRef>
          <a:fillRef idx="1">
            <a:schemeClr val="lt1"/>
          </a:fillRef>
          <a:effectRef idx="0">
            <a:schemeClr val="accent5"/>
          </a:effectRef>
          <a:fontRef idx="minor">
            <a:schemeClr val="dk1"/>
          </a:fontRef>
        </dgm:style>
      </dgm:prSet>
      <dgm:spPr/>
      <dgm:t>
        <a:bodyPr/>
        <a:lstStyle/>
        <a:p>
          <a:r>
            <a:rPr lang="en-US"/>
            <a:t>Apply the Logical Design to the physical space</a:t>
          </a:r>
        </a:p>
      </dgm:t>
    </dgm:pt>
    <dgm:pt modelId="{FB17E8DF-B400-423B-9CB4-4C38E1A393D0}" type="parTrans" cxnId="{FEEA18CF-B05D-4F84-9B2B-A59126D73B0B}">
      <dgm:prSet/>
      <dgm:spPr/>
      <dgm:t>
        <a:bodyPr/>
        <a:lstStyle/>
        <a:p>
          <a:endParaRPr lang="en-US"/>
        </a:p>
      </dgm:t>
    </dgm:pt>
    <dgm:pt modelId="{1B2FE90C-EAEA-4A43-A64F-69ABBDDABCEB}" type="sibTrans" cxnId="{FEEA18CF-B05D-4F84-9B2B-A59126D73B0B}">
      <dgm:prSet/>
      <dgm:spPr/>
      <dgm:t>
        <a:bodyPr/>
        <a:lstStyle/>
        <a:p>
          <a:endParaRPr lang="en-US"/>
        </a:p>
      </dgm:t>
    </dgm:pt>
    <dgm:pt modelId="{66FFFF39-03D1-479F-A004-0C1A91BCD012}">
      <dgm:prSet>
        <dgm:style>
          <a:lnRef idx="2">
            <a:schemeClr val="accent5"/>
          </a:lnRef>
          <a:fillRef idx="1">
            <a:schemeClr val="lt1"/>
          </a:fillRef>
          <a:effectRef idx="0">
            <a:schemeClr val="accent5"/>
          </a:effectRef>
          <a:fontRef idx="minor">
            <a:schemeClr val="dk1"/>
          </a:fontRef>
        </dgm:style>
      </dgm:prSet>
      <dgm:spPr/>
      <dgm:t>
        <a:bodyPr/>
        <a:lstStyle/>
        <a:p>
          <a:r>
            <a:rPr lang="en-US"/>
            <a:t>Implement the Physical Design</a:t>
          </a:r>
        </a:p>
      </dgm:t>
    </dgm:pt>
    <dgm:pt modelId="{4A5EDA08-68C0-4719-B835-6AECC589A5D1}" type="parTrans" cxnId="{CCB86B93-3845-428F-8411-A023AC4BDDEB}">
      <dgm:prSet/>
      <dgm:spPr/>
      <dgm:t>
        <a:bodyPr/>
        <a:lstStyle/>
        <a:p>
          <a:endParaRPr lang="en-US"/>
        </a:p>
      </dgm:t>
    </dgm:pt>
    <dgm:pt modelId="{775A41F0-E2CD-483C-948E-4C4DCDBE23C6}" type="sibTrans" cxnId="{CCB86B93-3845-428F-8411-A023AC4BDDEB}">
      <dgm:prSet/>
      <dgm:spPr/>
      <dgm:t>
        <a:bodyPr/>
        <a:lstStyle/>
        <a:p>
          <a:endParaRPr lang="en-US"/>
        </a:p>
      </dgm:t>
    </dgm:pt>
    <dgm:pt modelId="{33C77B4B-AC4C-4101-BE80-BB3417553860}" type="pres">
      <dgm:prSet presAssocID="{E3F7B911-0DB8-46F7-A6CB-A937DE7F5972}" presName="Name0" presStyleCnt="0">
        <dgm:presLayoutVars>
          <dgm:dir/>
          <dgm:resizeHandles val="exact"/>
        </dgm:presLayoutVars>
      </dgm:prSet>
      <dgm:spPr/>
    </dgm:pt>
    <dgm:pt modelId="{69C0042D-507E-4F9E-94A8-E94955ADB76F}" type="pres">
      <dgm:prSet presAssocID="{43DA3B73-85CC-44C7-99AF-E8675AAB11F1}" presName="node" presStyleLbl="node1" presStyleIdx="0" presStyleCnt="5">
        <dgm:presLayoutVars>
          <dgm:bulletEnabled val="1"/>
        </dgm:presLayoutVars>
      </dgm:prSet>
      <dgm:spPr/>
    </dgm:pt>
    <dgm:pt modelId="{C995A894-0AFA-453F-8460-3BDDD034C9F0}" type="pres">
      <dgm:prSet presAssocID="{A3169168-C8F4-4A32-9005-27C2332994A7}" presName="sibTrans" presStyleLbl="sibTrans2D1" presStyleIdx="0" presStyleCnt="4"/>
      <dgm:spPr/>
    </dgm:pt>
    <dgm:pt modelId="{8C1AB374-B3F6-4375-BF8E-0EF0B9A03D5F}" type="pres">
      <dgm:prSet presAssocID="{A3169168-C8F4-4A32-9005-27C2332994A7}" presName="connectorText" presStyleLbl="sibTrans2D1" presStyleIdx="0" presStyleCnt="4"/>
      <dgm:spPr/>
    </dgm:pt>
    <dgm:pt modelId="{94DB21CA-9344-453D-8C21-40F12F0D3889}" type="pres">
      <dgm:prSet presAssocID="{ADFB60DE-7B6B-42C9-98FD-F94B3F204B4D}" presName="node" presStyleLbl="node1" presStyleIdx="1" presStyleCnt="5">
        <dgm:presLayoutVars>
          <dgm:bulletEnabled val="1"/>
        </dgm:presLayoutVars>
      </dgm:prSet>
      <dgm:spPr/>
    </dgm:pt>
    <dgm:pt modelId="{60985EB9-42F5-4968-91E1-F1C3464F83DB}" type="pres">
      <dgm:prSet presAssocID="{A97DF006-03C2-4032-A233-78BD76A63D3D}" presName="sibTrans" presStyleLbl="sibTrans2D1" presStyleIdx="1" presStyleCnt="4"/>
      <dgm:spPr/>
    </dgm:pt>
    <dgm:pt modelId="{EAD196ED-2637-4521-AC20-12D40696FBB7}" type="pres">
      <dgm:prSet presAssocID="{A97DF006-03C2-4032-A233-78BD76A63D3D}" presName="connectorText" presStyleLbl="sibTrans2D1" presStyleIdx="1" presStyleCnt="4"/>
      <dgm:spPr/>
    </dgm:pt>
    <dgm:pt modelId="{BCD86AF2-2522-4648-B7B2-23EC01768288}" type="pres">
      <dgm:prSet presAssocID="{360C9A48-81FE-4D65-9516-B232CA206B0B}" presName="node" presStyleLbl="node1" presStyleIdx="2" presStyleCnt="5">
        <dgm:presLayoutVars>
          <dgm:bulletEnabled val="1"/>
        </dgm:presLayoutVars>
      </dgm:prSet>
      <dgm:spPr/>
    </dgm:pt>
    <dgm:pt modelId="{42963792-B266-4648-A606-495C07C981FB}" type="pres">
      <dgm:prSet presAssocID="{E97D0C73-F383-4117-A7E5-7A3FF09471D3}" presName="sibTrans" presStyleLbl="sibTrans2D1" presStyleIdx="2" presStyleCnt="4"/>
      <dgm:spPr/>
    </dgm:pt>
    <dgm:pt modelId="{C7FE0866-5A38-4AB6-9BDD-3EA0723D1400}" type="pres">
      <dgm:prSet presAssocID="{E97D0C73-F383-4117-A7E5-7A3FF09471D3}" presName="connectorText" presStyleLbl="sibTrans2D1" presStyleIdx="2" presStyleCnt="4"/>
      <dgm:spPr/>
    </dgm:pt>
    <dgm:pt modelId="{0941CEB6-4744-4A4C-B3F9-AE9B3291FC66}" type="pres">
      <dgm:prSet presAssocID="{A38E3FB1-74C2-416C-962C-208A8CC26451}" presName="node" presStyleLbl="node1" presStyleIdx="3" presStyleCnt="5">
        <dgm:presLayoutVars>
          <dgm:bulletEnabled val="1"/>
        </dgm:presLayoutVars>
      </dgm:prSet>
      <dgm:spPr/>
    </dgm:pt>
    <dgm:pt modelId="{2297CA2F-E4E3-4CAA-9DAC-31EBDE18A66E}" type="pres">
      <dgm:prSet presAssocID="{BCA34D4F-D34A-4E7F-8060-EE5CDCEDEBC9}" presName="sibTrans" presStyleLbl="sibTrans2D1" presStyleIdx="3" presStyleCnt="4"/>
      <dgm:spPr/>
    </dgm:pt>
    <dgm:pt modelId="{54FB4166-E42F-4144-9064-5D0A6108B512}" type="pres">
      <dgm:prSet presAssocID="{BCA34D4F-D34A-4E7F-8060-EE5CDCEDEBC9}" presName="connectorText" presStyleLbl="sibTrans2D1" presStyleIdx="3" presStyleCnt="4"/>
      <dgm:spPr/>
    </dgm:pt>
    <dgm:pt modelId="{7807F26B-8DA3-4C05-AC81-9B09DFFBB862}" type="pres">
      <dgm:prSet presAssocID="{2063F73A-6D48-4171-9BCC-3A5159FCFBE3}" presName="node" presStyleLbl="node1" presStyleIdx="4" presStyleCnt="5">
        <dgm:presLayoutVars>
          <dgm:bulletEnabled val="1"/>
        </dgm:presLayoutVars>
      </dgm:prSet>
      <dgm:spPr/>
    </dgm:pt>
  </dgm:ptLst>
  <dgm:cxnLst>
    <dgm:cxn modelId="{373BB105-BD9B-482D-93E7-3D2A93F643C0}" type="presOf" srcId="{0F52510D-04B1-43CC-97FD-7BBD63C4D854}" destId="{69C0042D-507E-4F9E-94A8-E94955ADB76F}" srcOrd="0" destOrd="4" presId="urn:microsoft.com/office/officeart/2005/8/layout/process1"/>
    <dgm:cxn modelId="{E1DB8706-943A-41DE-857B-FD1004514511}" srcId="{360C9A48-81FE-4D65-9516-B232CA206B0B}" destId="{B27230E2-A17D-4220-80FE-46D64297B343}" srcOrd="0" destOrd="0" parTransId="{D985146F-41BC-41F7-BD5A-34637F24A6B1}" sibTransId="{1D9A2E75-6B4A-4BA3-BDC6-C1C8E25DEF5F}"/>
    <dgm:cxn modelId="{8B50E507-1CF5-4604-8206-39FABB967420}" type="presOf" srcId="{A97DF006-03C2-4032-A233-78BD76A63D3D}" destId="{60985EB9-42F5-4968-91E1-F1C3464F83DB}" srcOrd="0" destOrd="0" presId="urn:microsoft.com/office/officeart/2005/8/layout/process1"/>
    <dgm:cxn modelId="{E8787317-170A-4679-B5D4-515276EDD2E3}" type="presOf" srcId="{A3169168-C8F4-4A32-9005-27C2332994A7}" destId="{C995A894-0AFA-453F-8460-3BDDD034C9F0}" srcOrd="0" destOrd="0" presId="urn:microsoft.com/office/officeart/2005/8/layout/process1"/>
    <dgm:cxn modelId="{4AD42824-2F58-47D8-B6AC-498408ADB519}" srcId="{E3F7B911-0DB8-46F7-A6CB-A937DE7F5972}" destId="{2063F73A-6D48-4171-9BCC-3A5159FCFBE3}" srcOrd="4" destOrd="0" parTransId="{25077567-7832-4BBF-8124-97EF66740E53}" sibTransId="{DE743DFC-3175-4315-B0E1-7CE8009342DB}"/>
    <dgm:cxn modelId="{97B9692E-411D-4838-88AD-1C43A6F73083}" type="presOf" srcId="{360C9A48-81FE-4D65-9516-B232CA206B0B}" destId="{BCD86AF2-2522-4648-B7B2-23EC01768288}" srcOrd="0" destOrd="0" presId="urn:microsoft.com/office/officeart/2005/8/layout/process1"/>
    <dgm:cxn modelId="{13C49C2F-310A-4CF0-8235-FBDCD86AF66B}" type="presOf" srcId="{A38E3FB1-74C2-416C-962C-208A8CC26451}" destId="{0941CEB6-4744-4A4C-B3F9-AE9B3291FC66}" srcOrd="0" destOrd="0" presId="urn:microsoft.com/office/officeart/2005/8/layout/process1"/>
    <dgm:cxn modelId="{14F43930-AB62-4374-97B3-C3B06522240C}" type="presOf" srcId="{C9BC02D3-DAF3-483D-B2B5-6A810A3E5D23}" destId="{69C0042D-507E-4F9E-94A8-E94955ADB76F}" srcOrd="0" destOrd="3" presId="urn:microsoft.com/office/officeart/2005/8/layout/process1"/>
    <dgm:cxn modelId="{11B67C38-C0BB-4056-ABB9-B9C8C359F9CA}" type="presOf" srcId="{2063F73A-6D48-4171-9BCC-3A5159FCFBE3}" destId="{7807F26B-8DA3-4C05-AC81-9B09DFFBB862}" srcOrd="0" destOrd="0" presId="urn:microsoft.com/office/officeart/2005/8/layout/process1"/>
    <dgm:cxn modelId="{1079F93D-EFC9-4F63-A7D2-BA33A86E4DFC}" type="presOf" srcId="{BCA34D4F-D34A-4E7F-8060-EE5CDCEDEBC9}" destId="{2297CA2F-E4E3-4CAA-9DAC-31EBDE18A66E}" srcOrd="0" destOrd="0" presId="urn:microsoft.com/office/officeart/2005/8/layout/process1"/>
    <dgm:cxn modelId="{26FA8D5C-9E2D-43A2-86DB-EE2A3FA661CA}" type="presOf" srcId="{A97DF006-03C2-4032-A233-78BD76A63D3D}" destId="{EAD196ED-2637-4521-AC20-12D40696FBB7}" srcOrd="1" destOrd="0" presId="urn:microsoft.com/office/officeart/2005/8/layout/process1"/>
    <dgm:cxn modelId="{A3436A63-0B7B-4E1F-9868-5311457F2073}" srcId="{E3F7B911-0DB8-46F7-A6CB-A937DE7F5972}" destId="{A38E3FB1-74C2-416C-962C-208A8CC26451}" srcOrd="3" destOrd="0" parTransId="{9E752F19-DAF8-4077-BC1B-196EAE64B4D1}" sibTransId="{BCA34D4F-D34A-4E7F-8060-EE5CDCEDEBC9}"/>
    <dgm:cxn modelId="{8C6FAC44-1A20-4525-8EB8-2F9740001F7B}" type="presOf" srcId="{4ED935BC-B6F4-4023-8157-90A00E4288D9}" destId="{69C0042D-507E-4F9E-94A8-E94955ADB76F}" srcOrd="0" destOrd="2" presId="urn:microsoft.com/office/officeart/2005/8/layout/process1"/>
    <dgm:cxn modelId="{D680D866-82DC-42E8-93B4-13F314842A5A}" type="presOf" srcId="{66FFFF39-03D1-479F-A004-0C1A91BCD012}" destId="{7807F26B-8DA3-4C05-AC81-9B09DFFBB862}" srcOrd="0" destOrd="1" presId="urn:microsoft.com/office/officeart/2005/8/layout/process1"/>
    <dgm:cxn modelId="{C99CE768-EC43-4487-A92D-7422C1A1183F}" type="presOf" srcId="{FF9F707B-CECE-4E78-99EB-914DC0A31ECF}" destId="{0941CEB6-4744-4A4C-B3F9-AE9B3291FC66}" srcOrd="0" destOrd="1" presId="urn:microsoft.com/office/officeart/2005/8/layout/process1"/>
    <dgm:cxn modelId="{9D26AD6A-9892-4AC4-A58F-4C551EC94151}" srcId="{43DA3B73-85CC-44C7-99AF-E8675AAB11F1}" destId="{A992AD57-2B29-405E-A673-4C8FE2DCB2F0}" srcOrd="0" destOrd="0" parTransId="{A107BC28-DE52-4594-8495-7F55B444C020}" sibTransId="{E8BD408A-94EB-4640-B731-4BB67C578ABF}"/>
    <dgm:cxn modelId="{BB46DB6A-79CE-4A48-9BD1-A2DD18A4D36D}" type="presOf" srcId="{E3F7B911-0DB8-46F7-A6CB-A937DE7F5972}" destId="{33C77B4B-AC4C-4101-BE80-BB3417553860}" srcOrd="0" destOrd="0" presId="urn:microsoft.com/office/officeart/2005/8/layout/process1"/>
    <dgm:cxn modelId="{2067A66C-5E78-49CD-BF13-380CF2200C11}" type="presOf" srcId="{BCA34D4F-D34A-4E7F-8060-EE5CDCEDEBC9}" destId="{54FB4166-E42F-4144-9064-5D0A6108B512}" srcOrd="1" destOrd="0" presId="urn:microsoft.com/office/officeart/2005/8/layout/process1"/>
    <dgm:cxn modelId="{131F2674-DD6F-469D-917E-E2EE098B29BC}" srcId="{E3F7B911-0DB8-46F7-A6CB-A937DE7F5972}" destId="{43DA3B73-85CC-44C7-99AF-E8675AAB11F1}" srcOrd="0" destOrd="0" parTransId="{9F019D3D-4D19-4593-B070-40268D2F2EB5}" sibTransId="{A3169168-C8F4-4A32-9005-27C2332994A7}"/>
    <dgm:cxn modelId="{541F8A77-0852-4130-A267-CB2C1482A6E8}" type="presOf" srcId="{E97D0C73-F383-4117-A7E5-7A3FF09471D3}" destId="{42963792-B266-4648-A606-495C07C981FB}" srcOrd="0" destOrd="0" presId="urn:microsoft.com/office/officeart/2005/8/layout/process1"/>
    <dgm:cxn modelId="{78861782-068A-488A-B1C5-09CC575B5D80}" srcId="{E3F7B911-0DB8-46F7-A6CB-A937DE7F5972}" destId="{360C9A48-81FE-4D65-9516-B232CA206B0B}" srcOrd="2" destOrd="0" parTransId="{0B625C4F-CCA9-4175-983E-88805D77AAC5}" sibTransId="{E97D0C73-F383-4117-A7E5-7A3FF09471D3}"/>
    <dgm:cxn modelId="{CCB86B93-3845-428F-8411-A023AC4BDDEB}" srcId="{2063F73A-6D48-4171-9BCC-3A5159FCFBE3}" destId="{66FFFF39-03D1-479F-A004-0C1A91BCD012}" srcOrd="0" destOrd="0" parTransId="{4A5EDA08-68C0-4719-B835-6AECC589A5D1}" sibTransId="{775A41F0-E2CD-483C-948E-4C4DCDBE23C6}"/>
    <dgm:cxn modelId="{17E4239A-DE32-4B78-BE06-CFE7B8B50D59}" srcId="{ADFB60DE-7B6B-42C9-98FD-F94B3F204B4D}" destId="{801389A1-08AD-4217-99F1-17D044229FA0}" srcOrd="0" destOrd="0" parTransId="{BC314620-F755-43B8-B2B8-D38FEAD5BE47}" sibTransId="{9C7BD2E7-B2D7-4F25-A967-AB9E699AD0E3}"/>
    <dgm:cxn modelId="{150939AA-2A95-4B47-BDB9-FCBABC3FCAF5}" srcId="{E3F7B911-0DB8-46F7-A6CB-A937DE7F5972}" destId="{ADFB60DE-7B6B-42C9-98FD-F94B3F204B4D}" srcOrd="1" destOrd="0" parTransId="{A671AC3F-4FF4-419F-B14B-178228C3B3F5}" sibTransId="{A97DF006-03C2-4032-A233-78BD76A63D3D}"/>
    <dgm:cxn modelId="{881D80AA-1DB5-4D05-B4BE-DEB9948C817E}" type="presOf" srcId="{A3169168-C8F4-4A32-9005-27C2332994A7}" destId="{8C1AB374-B3F6-4375-BF8E-0EF0B9A03D5F}" srcOrd="1" destOrd="0" presId="urn:microsoft.com/office/officeart/2005/8/layout/process1"/>
    <dgm:cxn modelId="{78A882AF-41EB-40C3-8636-7416EA57980A}" srcId="{A992AD57-2B29-405E-A673-4C8FE2DCB2F0}" destId="{C9BC02D3-DAF3-483D-B2B5-6A810A3E5D23}" srcOrd="1" destOrd="0" parTransId="{0D7DD7AB-4B3F-4B26-9699-8D069D27EBFE}" sibTransId="{14A04E87-4E78-4857-8660-A2A290C3C448}"/>
    <dgm:cxn modelId="{E38AD1BC-B1F2-48A3-9F4E-9F4B093FDAEC}" type="presOf" srcId="{43DA3B73-85CC-44C7-99AF-E8675AAB11F1}" destId="{69C0042D-507E-4F9E-94A8-E94955ADB76F}" srcOrd="0" destOrd="0" presId="urn:microsoft.com/office/officeart/2005/8/layout/process1"/>
    <dgm:cxn modelId="{B714FBC5-D059-4484-9BC2-66EECB500B12}" type="presOf" srcId="{A992AD57-2B29-405E-A673-4C8FE2DCB2F0}" destId="{69C0042D-507E-4F9E-94A8-E94955ADB76F}" srcOrd="0" destOrd="1" presId="urn:microsoft.com/office/officeart/2005/8/layout/process1"/>
    <dgm:cxn modelId="{E20D28C7-268F-4C82-A0F1-EBBD25300B26}" type="presOf" srcId="{E97D0C73-F383-4117-A7E5-7A3FF09471D3}" destId="{C7FE0866-5A38-4AB6-9BDD-3EA0723D1400}" srcOrd="1" destOrd="0" presId="urn:microsoft.com/office/officeart/2005/8/layout/process1"/>
    <dgm:cxn modelId="{0DC4C7C8-8BFE-40E5-83C2-29B21DE73171}" type="presOf" srcId="{ADFB60DE-7B6B-42C9-98FD-F94B3F204B4D}" destId="{94DB21CA-9344-453D-8C21-40F12F0D3889}" srcOrd="0" destOrd="0" presId="urn:microsoft.com/office/officeart/2005/8/layout/process1"/>
    <dgm:cxn modelId="{AAC299C9-BA83-43E5-94A0-81B18092AFEC}" type="presOf" srcId="{5B1735AB-8363-41EB-A9A6-B25D2636DC13}" destId="{69C0042D-507E-4F9E-94A8-E94955ADB76F}" srcOrd="0" destOrd="5" presId="urn:microsoft.com/office/officeart/2005/8/layout/process1"/>
    <dgm:cxn modelId="{FEEA18CF-B05D-4F84-9B2B-A59126D73B0B}" srcId="{A38E3FB1-74C2-416C-962C-208A8CC26451}" destId="{FF9F707B-CECE-4E78-99EB-914DC0A31ECF}" srcOrd="0" destOrd="0" parTransId="{FB17E8DF-B400-423B-9CB4-4C38E1A393D0}" sibTransId="{1B2FE90C-EAEA-4A43-A64F-69ABBDDABCEB}"/>
    <dgm:cxn modelId="{AB8346D2-7479-4A8A-9B9E-3E06B25A4101}" type="presOf" srcId="{801389A1-08AD-4217-99F1-17D044229FA0}" destId="{94DB21CA-9344-453D-8C21-40F12F0D3889}" srcOrd="0" destOrd="1" presId="urn:microsoft.com/office/officeart/2005/8/layout/process1"/>
    <dgm:cxn modelId="{7A7BB4F0-1C5C-48CB-8901-89C2F8777FD9}" srcId="{A992AD57-2B29-405E-A673-4C8FE2DCB2F0}" destId="{4ED935BC-B6F4-4023-8157-90A00E4288D9}" srcOrd="0" destOrd="0" parTransId="{770B9806-9CD8-4654-A8B8-3D70D0747D19}" sibTransId="{615EA72B-289C-47B9-87A6-D11B04775F76}"/>
    <dgm:cxn modelId="{66DE21FB-DA00-48E7-8841-EB738D68F62C}" srcId="{A992AD57-2B29-405E-A673-4C8FE2DCB2F0}" destId="{5B1735AB-8363-41EB-A9A6-B25D2636DC13}" srcOrd="3" destOrd="0" parTransId="{258247BB-E99C-4C40-A6F3-2BCFF7F3F021}" sibTransId="{A1728D92-C6B8-42BE-B7DA-7498106C25C1}"/>
    <dgm:cxn modelId="{CD2010FC-CBD9-4366-BBB7-A2370EB4C245}" srcId="{A992AD57-2B29-405E-A673-4C8FE2DCB2F0}" destId="{0F52510D-04B1-43CC-97FD-7BBD63C4D854}" srcOrd="2" destOrd="0" parTransId="{7A0826B7-80B0-4499-9F07-B0CEFEBCCB15}" sibTransId="{000FE71D-E956-498B-A2D5-3FE5EE89E851}"/>
    <dgm:cxn modelId="{44EB4AFF-CFAA-4C07-A2E3-FCFCFC4805D0}" type="presOf" srcId="{B27230E2-A17D-4220-80FE-46D64297B343}" destId="{BCD86AF2-2522-4648-B7B2-23EC01768288}" srcOrd="0" destOrd="1" presId="urn:microsoft.com/office/officeart/2005/8/layout/process1"/>
    <dgm:cxn modelId="{A3EEBC4C-D696-420C-9548-292C5BAFC381}" type="presParOf" srcId="{33C77B4B-AC4C-4101-BE80-BB3417553860}" destId="{69C0042D-507E-4F9E-94A8-E94955ADB76F}" srcOrd="0" destOrd="0" presId="urn:microsoft.com/office/officeart/2005/8/layout/process1"/>
    <dgm:cxn modelId="{74064A54-7EF8-41C7-AE1A-BB20A8BAC8C0}" type="presParOf" srcId="{33C77B4B-AC4C-4101-BE80-BB3417553860}" destId="{C995A894-0AFA-453F-8460-3BDDD034C9F0}" srcOrd="1" destOrd="0" presId="urn:microsoft.com/office/officeart/2005/8/layout/process1"/>
    <dgm:cxn modelId="{42219523-EF2A-4B71-AADE-F502E30D150F}" type="presParOf" srcId="{C995A894-0AFA-453F-8460-3BDDD034C9F0}" destId="{8C1AB374-B3F6-4375-BF8E-0EF0B9A03D5F}" srcOrd="0" destOrd="0" presId="urn:microsoft.com/office/officeart/2005/8/layout/process1"/>
    <dgm:cxn modelId="{2E862AAC-1707-4857-9DE2-CB1A6192A062}" type="presParOf" srcId="{33C77B4B-AC4C-4101-BE80-BB3417553860}" destId="{94DB21CA-9344-453D-8C21-40F12F0D3889}" srcOrd="2" destOrd="0" presId="urn:microsoft.com/office/officeart/2005/8/layout/process1"/>
    <dgm:cxn modelId="{E56D702D-0BD3-45F5-9E8A-6285E21BF72E}" type="presParOf" srcId="{33C77B4B-AC4C-4101-BE80-BB3417553860}" destId="{60985EB9-42F5-4968-91E1-F1C3464F83DB}" srcOrd="3" destOrd="0" presId="urn:microsoft.com/office/officeart/2005/8/layout/process1"/>
    <dgm:cxn modelId="{89C02620-D853-4447-8CB1-200CE276630A}" type="presParOf" srcId="{60985EB9-42F5-4968-91E1-F1C3464F83DB}" destId="{EAD196ED-2637-4521-AC20-12D40696FBB7}" srcOrd="0" destOrd="0" presId="urn:microsoft.com/office/officeart/2005/8/layout/process1"/>
    <dgm:cxn modelId="{41356EBF-EA7A-4518-B314-C85465DD60D5}" type="presParOf" srcId="{33C77B4B-AC4C-4101-BE80-BB3417553860}" destId="{BCD86AF2-2522-4648-B7B2-23EC01768288}" srcOrd="4" destOrd="0" presId="urn:microsoft.com/office/officeart/2005/8/layout/process1"/>
    <dgm:cxn modelId="{FBE42AA9-721C-4844-B0F1-CCA2BAD003BC}" type="presParOf" srcId="{33C77B4B-AC4C-4101-BE80-BB3417553860}" destId="{42963792-B266-4648-A606-495C07C981FB}" srcOrd="5" destOrd="0" presId="urn:microsoft.com/office/officeart/2005/8/layout/process1"/>
    <dgm:cxn modelId="{33FB0A03-6E92-4F9C-8F36-2CA9B558087D}" type="presParOf" srcId="{42963792-B266-4648-A606-495C07C981FB}" destId="{C7FE0866-5A38-4AB6-9BDD-3EA0723D1400}" srcOrd="0" destOrd="0" presId="urn:microsoft.com/office/officeart/2005/8/layout/process1"/>
    <dgm:cxn modelId="{95CA412C-C13C-4F33-B878-9724F580FF8B}" type="presParOf" srcId="{33C77B4B-AC4C-4101-BE80-BB3417553860}" destId="{0941CEB6-4744-4A4C-B3F9-AE9B3291FC66}" srcOrd="6" destOrd="0" presId="urn:microsoft.com/office/officeart/2005/8/layout/process1"/>
    <dgm:cxn modelId="{1D45963A-9C3B-4EE7-8BAA-42AA1C291C18}" type="presParOf" srcId="{33C77B4B-AC4C-4101-BE80-BB3417553860}" destId="{2297CA2F-E4E3-4CAA-9DAC-31EBDE18A66E}" srcOrd="7" destOrd="0" presId="urn:microsoft.com/office/officeart/2005/8/layout/process1"/>
    <dgm:cxn modelId="{B786256B-F892-41CF-BC10-7B27DA60562C}" type="presParOf" srcId="{2297CA2F-E4E3-4CAA-9DAC-31EBDE18A66E}" destId="{54FB4166-E42F-4144-9064-5D0A6108B512}" srcOrd="0" destOrd="0" presId="urn:microsoft.com/office/officeart/2005/8/layout/process1"/>
    <dgm:cxn modelId="{046152D9-7E35-49B9-B8FD-DC77E07E82E9}" type="presParOf" srcId="{33C77B4B-AC4C-4101-BE80-BB3417553860}" destId="{7807F26B-8DA3-4C05-AC81-9B09DFFBB862}" srcOrd="8"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E3F7B911-0DB8-46F7-A6CB-A937DE7F5972}" type="doc">
      <dgm:prSet loTypeId="urn:microsoft.com/office/officeart/2005/8/layout/process1" loCatId="process" qsTypeId="urn:microsoft.com/office/officeart/2005/8/quickstyle/simple5" qsCatId="simple" csTypeId="urn:microsoft.com/office/officeart/2005/8/colors/accent1_2" csCatId="accent1" phldr="1"/>
      <dgm:spPr/>
      <dgm:t>
        <a:bodyPr/>
        <a:lstStyle/>
        <a:p>
          <a:endParaRPr lang="en-US"/>
        </a:p>
      </dgm:t>
    </dgm:pt>
    <dgm:pt modelId="{43DA3B73-85CC-44C7-99AF-E8675AAB11F1}">
      <dgm:prSet phldrT="[Text]">
        <dgm:style>
          <a:lnRef idx="2">
            <a:schemeClr val="dk1"/>
          </a:lnRef>
          <a:fillRef idx="1">
            <a:schemeClr val="lt1"/>
          </a:fillRef>
          <a:effectRef idx="0">
            <a:schemeClr val="dk1"/>
          </a:effectRef>
          <a:fontRef idx="minor">
            <a:schemeClr val="dk1"/>
          </a:fontRef>
        </dgm:style>
      </dgm:prSet>
      <dgm:spPr/>
      <dgm:t>
        <a:bodyPr/>
        <a:lstStyle/>
        <a:p>
          <a:r>
            <a:rPr lang="en-US" b="1" dirty="0"/>
            <a:t>Requirement Gathering</a:t>
          </a:r>
        </a:p>
      </dgm:t>
    </dgm:pt>
    <dgm:pt modelId="{9F019D3D-4D19-4593-B070-40268D2F2EB5}" type="parTrans" cxnId="{131F2674-DD6F-469D-917E-E2EE098B29BC}">
      <dgm:prSet/>
      <dgm:spPr/>
      <dgm:t>
        <a:bodyPr/>
        <a:lstStyle/>
        <a:p>
          <a:endParaRPr lang="en-US"/>
        </a:p>
      </dgm:t>
    </dgm:pt>
    <dgm:pt modelId="{A3169168-C8F4-4A32-9005-27C2332994A7}" type="sibTrans" cxnId="{131F2674-DD6F-469D-917E-E2EE098B29BC}">
      <dgm:prSet/>
      <dgm:spPr/>
      <dgm:t>
        <a:bodyPr/>
        <a:lstStyle/>
        <a:p>
          <a:endParaRPr lang="en-US"/>
        </a:p>
      </dgm:t>
    </dgm:pt>
    <dgm:pt modelId="{360C9A48-81FE-4D65-9516-B232CA206B0B}">
      <dgm:prSet>
        <dgm:style>
          <a:lnRef idx="2">
            <a:schemeClr val="dk1"/>
          </a:lnRef>
          <a:fillRef idx="1">
            <a:schemeClr val="lt1"/>
          </a:fillRef>
          <a:effectRef idx="0">
            <a:schemeClr val="dk1"/>
          </a:effectRef>
          <a:fontRef idx="minor">
            <a:schemeClr val="dk1"/>
          </a:fontRef>
        </dgm:style>
      </dgm:prSet>
      <dgm:spPr/>
      <dgm:t>
        <a:bodyPr/>
        <a:lstStyle/>
        <a:p>
          <a:r>
            <a:rPr lang="en-US" b="1"/>
            <a:t>Logical Design</a:t>
          </a:r>
        </a:p>
      </dgm:t>
    </dgm:pt>
    <dgm:pt modelId="{0B625C4F-CCA9-4175-983E-88805D77AAC5}" type="parTrans" cxnId="{78861782-068A-488A-B1C5-09CC575B5D80}">
      <dgm:prSet/>
      <dgm:spPr/>
      <dgm:t>
        <a:bodyPr/>
        <a:lstStyle/>
        <a:p>
          <a:endParaRPr lang="en-US"/>
        </a:p>
      </dgm:t>
    </dgm:pt>
    <dgm:pt modelId="{E97D0C73-F383-4117-A7E5-7A3FF09471D3}" type="sibTrans" cxnId="{78861782-068A-488A-B1C5-09CC575B5D80}">
      <dgm:prSet/>
      <dgm:spPr/>
      <dgm:t>
        <a:bodyPr/>
        <a:lstStyle/>
        <a:p>
          <a:endParaRPr lang="en-US"/>
        </a:p>
      </dgm:t>
    </dgm:pt>
    <dgm:pt modelId="{A38E3FB1-74C2-416C-962C-208A8CC26451}">
      <dgm:prSet>
        <dgm:style>
          <a:lnRef idx="2">
            <a:schemeClr val="accent5"/>
          </a:lnRef>
          <a:fillRef idx="1">
            <a:schemeClr val="lt1"/>
          </a:fillRef>
          <a:effectRef idx="0">
            <a:schemeClr val="accent5"/>
          </a:effectRef>
          <a:fontRef idx="minor">
            <a:schemeClr val="dk1"/>
          </a:fontRef>
        </dgm:style>
      </dgm:prSet>
      <dgm:spPr/>
      <dgm:t>
        <a:bodyPr/>
        <a:lstStyle/>
        <a:p>
          <a:r>
            <a:rPr lang="en-US" b="1"/>
            <a:t>Physical Design</a:t>
          </a:r>
        </a:p>
      </dgm:t>
    </dgm:pt>
    <dgm:pt modelId="{9E752F19-DAF8-4077-BC1B-196EAE64B4D1}" type="parTrans" cxnId="{A3436A63-0B7B-4E1F-9868-5311457F2073}">
      <dgm:prSet/>
      <dgm:spPr/>
      <dgm:t>
        <a:bodyPr/>
        <a:lstStyle/>
        <a:p>
          <a:endParaRPr lang="en-US"/>
        </a:p>
      </dgm:t>
    </dgm:pt>
    <dgm:pt modelId="{BCA34D4F-D34A-4E7F-8060-EE5CDCEDEBC9}" type="sibTrans" cxnId="{A3436A63-0B7B-4E1F-9868-5311457F2073}">
      <dgm:prSet/>
      <dgm:spPr/>
      <dgm:t>
        <a:bodyPr/>
        <a:lstStyle/>
        <a:p>
          <a:endParaRPr lang="en-US"/>
        </a:p>
      </dgm:t>
    </dgm:pt>
    <dgm:pt modelId="{2063F73A-6D48-4171-9BCC-3A5159FCFBE3}">
      <dgm:prSet>
        <dgm:style>
          <a:lnRef idx="2">
            <a:schemeClr val="accent5"/>
          </a:lnRef>
          <a:fillRef idx="1">
            <a:schemeClr val="lt1"/>
          </a:fillRef>
          <a:effectRef idx="0">
            <a:schemeClr val="accent5"/>
          </a:effectRef>
          <a:fontRef idx="minor">
            <a:schemeClr val="dk1"/>
          </a:fontRef>
        </dgm:style>
      </dgm:prSet>
      <dgm:spPr/>
      <dgm:t>
        <a:bodyPr/>
        <a:lstStyle/>
        <a:p>
          <a:r>
            <a:rPr lang="en-US" b="1"/>
            <a:t>Installation and Maintenance</a:t>
          </a:r>
        </a:p>
      </dgm:t>
    </dgm:pt>
    <dgm:pt modelId="{25077567-7832-4BBF-8124-97EF66740E53}" type="parTrans" cxnId="{4AD42824-2F58-47D8-B6AC-498408ADB519}">
      <dgm:prSet/>
      <dgm:spPr/>
      <dgm:t>
        <a:bodyPr/>
        <a:lstStyle/>
        <a:p>
          <a:endParaRPr lang="en-US"/>
        </a:p>
      </dgm:t>
    </dgm:pt>
    <dgm:pt modelId="{DE743DFC-3175-4315-B0E1-7CE8009342DB}" type="sibTrans" cxnId="{4AD42824-2F58-47D8-B6AC-498408ADB519}">
      <dgm:prSet/>
      <dgm:spPr/>
      <dgm:t>
        <a:bodyPr/>
        <a:lstStyle/>
        <a:p>
          <a:endParaRPr lang="en-US"/>
        </a:p>
      </dgm:t>
    </dgm:pt>
    <dgm:pt modelId="{ADFB60DE-7B6B-42C9-98FD-F94B3F204B4D}">
      <dgm:prSet>
        <dgm:style>
          <a:lnRef idx="0">
            <a:schemeClr val="accent1"/>
          </a:lnRef>
          <a:fillRef idx="3">
            <a:schemeClr val="accent1"/>
          </a:fillRef>
          <a:effectRef idx="3">
            <a:schemeClr val="accent1"/>
          </a:effectRef>
          <a:fontRef idx="minor">
            <a:schemeClr val="lt1"/>
          </a:fontRef>
        </dgm:style>
      </dgm:prSet>
      <dgm:spPr/>
      <dgm:t>
        <a:bodyPr/>
        <a:lstStyle/>
        <a:p>
          <a:r>
            <a:rPr lang="en-US" b="1" dirty="0"/>
            <a:t>Analysis</a:t>
          </a:r>
        </a:p>
      </dgm:t>
    </dgm:pt>
    <dgm:pt modelId="{A97DF006-03C2-4032-A233-78BD76A63D3D}" type="sibTrans" cxnId="{150939AA-2A95-4B47-BDB9-FCBABC3FCAF5}">
      <dgm:prSet/>
      <dgm:spPr/>
      <dgm:t>
        <a:bodyPr/>
        <a:lstStyle/>
        <a:p>
          <a:endParaRPr lang="en-US"/>
        </a:p>
      </dgm:t>
    </dgm:pt>
    <dgm:pt modelId="{A671AC3F-4FF4-419F-B14B-178228C3B3F5}" type="parTrans" cxnId="{150939AA-2A95-4B47-BDB9-FCBABC3FCAF5}">
      <dgm:prSet/>
      <dgm:spPr/>
      <dgm:t>
        <a:bodyPr/>
        <a:lstStyle/>
        <a:p>
          <a:endParaRPr lang="en-US"/>
        </a:p>
      </dgm:t>
    </dgm:pt>
    <dgm:pt modelId="{A992AD57-2B29-405E-A673-4C8FE2DCB2F0}">
      <dgm:prSet>
        <dgm:style>
          <a:lnRef idx="2">
            <a:schemeClr val="dk1"/>
          </a:lnRef>
          <a:fillRef idx="1">
            <a:schemeClr val="lt1"/>
          </a:fillRef>
          <a:effectRef idx="0">
            <a:schemeClr val="dk1"/>
          </a:effectRef>
          <a:fontRef idx="minor">
            <a:schemeClr val="dk1"/>
          </a:fontRef>
        </dgm:style>
      </dgm:prSet>
      <dgm:spPr/>
      <dgm:t>
        <a:bodyPr/>
        <a:lstStyle/>
        <a:p>
          <a:r>
            <a:rPr lang="en-US"/>
            <a:t>Determine needs of: </a:t>
          </a:r>
        </a:p>
      </dgm:t>
    </dgm:pt>
    <dgm:pt modelId="{A107BC28-DE52-4594-8495-7F55B444C020}" type="parTrans" cxnId="{9D26AD6A-9892-4AC4-A58F-4C551EC94151}">
      <dgm:prSet/>
      <dgm:spPr/>
      <dgm:t>
        <a:bodyPr/>
        <a:lstStyle/>
        <a:p>
          <a:endParaRPr lang="en-US"/>
        </a:p>
      </dgm:t>
    </dgm:pt>
    <dgm:pt modelId="{E8BD408A-94EB-4640-B731-4BB67C578ABF}" type="sibTrans" cxnId="{9D26AD6A-9892-4AC4-A58F-4C551EC94151}">
      <dgm:prSet/>
      <dgm:spPr/>
      <dgm:t>
        <a:bodyPr/>
        <a:lstStyle/>
        <a:p>
          <a:endParaRPr lang="en-US"/>
        </a:p>
      </dgm:t>
    </dgm:pt>
    <dgm:pt modelId="{4ED935BC-B6F4-4023-8157-90A00E4288D9}">
      <dgm:prSet>
        <dgm:style>
          <a:lnRef idx="2">
            <a:schemeClr val="dk1"/>
          </a:lnRef>
          <a:fillRef idx="1">
            <a:schemeClr val="lt1"/>
          </a:fillRef>
          <a:effectRef idx="0">
            <a:schemeClr val="dk1"/>
          </a:effectRef>
          <a:fontRef idx="minor">
            <a:schemeClr val="dk1"/>
          </a:fontRef>
        </dgm:style>
      </dgm:prSet>
      <dgm:spPr/>
      <dgm:t>
        <a:bodyPr/>
        <a:lstStyle/>
        <a:p>
          <a:r>
            <a:rPr lang="en-US"/>
            <a:t>Business</a:t>
          </a:r>
        </a:p>
      </dgm:t>
    </dgm:pt>
    <dgm:pt modelId="{770B9806-9CD8-4654-A8B8-3D70D0747D19}" type="parTrans" cxnId="{7A7BB4F0-1C5C-48CB-8901-89C2F8777FD9}">
      <dgm:prSet/>
      <dgm:spPr/>
      <dgm:t>
        <a:bodyPr/>
        <a:lstStyle/>
        <a:p>
          <a:endParaRPr lang="en-US"/>
        </a:p>
      </dgm:t>
    </dgm:pt>
    <dgm:pt modelId="{615EA72B-289C-47B9-87A6-D11B04775F76}" type="sibTrans" cxnId="{7A7BB4F0-1C5C-48CB-8901-89C2F8777FD9}">
      <dgm:prSet/>
      <dgm:spPr/>
      <dgm:t>
        <a:bodyPr/>
        <a:lstStyle/>
        <a:p>
          <a:endParaRPr lang="en-US"/>
        </a:p>
      </dgm:t>
    </dgm:pt>
    <dgm:pt modelId="{C9BC02D3-DAF3-483D-B2B5-6A810A3E5D23}">
      <dgm:prSet>
        <dgm:style>
          <a:lnRef idx="2">
            <a:schemeClr val="dk1"/>
          </a:lnRef>
          <a:fillRef idx="1">
            <a:schemeClr val="lt1"/>
          </a:fillRef>
          <a:effectRef idx="0">
            <a:schemeClr val="dk1"/>
          </a:effectRef>
          <a:fontRef idx="minor">
            <a:schemeClr val="dk1"/>
          </a:fontRef>
        </dgm:style>
      </dgm:prSet>
      <dgm:spPr/>
      <dgm:t>
        <a:bodyPr/>
        <a:lstStyle/>
        <a:p>
          <a:r>
            <a:rPr lang="en-US"/>
            <a:t>Users</a:t>
          </a:r>
        </a:p>
      </dgm:t>
    </dgm:pt>
    <dgm:pt modelId="{0D7DD7AB-4B3F-4B26-9699-8D069D27EBFE}" type="parTrans" cxnId="{78A882AF-41EB-40C3-8636-7416EA57980A}">
      <dgm:prSet/>
      <dgm:spPr/>
      <dgm:t>
        <a:bodyPr/>
        <a:lstStyle/>
        <a:p>
          <a:endParaRPr lang="en-US"/>
        </a:p>
      </dgm:t>
    </dgm:pt>
    <dgm:pt modelId="{14A04E87-4E78-4857-8660-A2A290C3C448}" type="sibTrans" cxnId="{78A882AF-41EB-40C3-8636-7416EA57980A}">
      <dgm:prSet/>
      <dgm:spPr/>
      <dgm:t>
        <a:bodyPr/>
        <a:lstStyle/>
        <a:p>
          <a:endParaRPr lang="en-US"/>
        </a:p>
      </dgm:t>
    </dgm:pt>
    <dgm:pt modelId="{0F52510D-04B1-43CC-97FD-7BBD63C4D854}">
      <dgm:prSet>
        <dgm:style>
          <a:lnRef idx="2">
            <a:schemeClr val="dk1"/>
          </a:lnRef>
          <a:fillRef idx="1">
            <a:schemeClr val="lt1"/>
          </a:fillRef>
          <a:effectRef idx="0">
            <a:schemeClr val="dk1"/>
          </a:effectRef>
          <a:fontRef idx="minor">
            <a:schemeClr val="dk1"/>
          </a:fontRef>
        </dgm:style>
      </dgm:prSet>
      <dgm:spPr/>
      <dgm:t>
        <a:bodyPr/>
        <a:lstStyle/>
        <a:p>
          <a:r>
            <a:rPr lang="en-US"/>
            <a:t>Applications</a:t>
          </a:r>
        </a:p>
      </dgm:t>
    </dgm:pt>
    <dgm:pt modelId="{7A0826B7-80B0-4499-9F07-B0CEFEBCCB15}" type="parTrans" cxnId="{CD2010FC-CBD9-4366-BBB7-A2370EB4C245}">
      <dgm:prSet/>
      <dgm:spPr/>
      <dgm:t>
        <a:bodyPr/>
        <a:lstStyle/>
        <a:p>
          <a:endParaRPr lang="en-US"/>
        </a:p>
      </dgm:t>
    </dgm:pt>
    <dgm:pt modelId="{000FE71D-E956-498B-A2D5-3FE5EE89E851}" type="sibTrans" cxnId="{CD2010FC-CBD9-4366-BBB7-A2370EB4C245}">
      <dgm:prSet/>
      <dgm:spPr/>
      <dgm:t>
        <a:bodyPr/>
        <a:lstStyle/>
        <a:p>
          <a:endParaRPr lang="en-US"/>
        </a:p>
      </dgm:t>
    </dgm:pt>
    <dgm:pt modelId="{5B1735AB-8363-41EB-A9A6-B25D2636DC13}">
      <dgm:prSet>
        <dgm:style>
          <a:lnRef idx="2">
            <a:schemeClr val="dk1"/>
          </a:lnRef>
          <a:fillRef idx="1">
            <a:schemeClr val="lt1"/>
          </a:fillRef>
          <a:effectRef idx="0">
            <a:schemeClr val="dk1"/>
          </a:effectRef>
          <a:fontRef idx="minor">
            <a:schemeClr val="dk1"/>
          </a:fontRef>
        </dgm:style>
      </dgm:prSet>
      <dgm:spPr/>
      <dgm:t>
        <a:bodyPr/>
        <a:lstStyle/>
        <a:p>
          <a:r>
            <a:rPr lang="en-US"/>
            <a:t>Network</a:t>
          </a:r>
        </a:p>
      </dgm:t>
    </dgm:pt>
    <dgm:pt modelId="{258247BB-E99C-4C40-A6F3-2BCFF7F3F021}" type="parTrans" cxnId="{66DE21FB-DA00-48E7-8841-EB738D68F62C}">
      <dgm:prSet/>
      <dgm:spPr/>
      <dgm:t>
        <a:bodyPr/>
        <a:lstStyle/>
        <a:p>
          <a:endParaRPr lang="en-US"/>
        </a:p>
      </dgm:t>
    </dgm:pt>
    <dgm:pt modelId="{A1728D92-C6B8-42BE-B7DA-7498106C25C1}" type="sibTrans" cxnId="{66DE21FB-DA00-48E7-8841-EB738D68F62C}">
      <dgm:prSet/>
      <dgm:spPr/>
      <dgm:t>
        <a:bodyPr/>
        <a:lstStyle/>
        <a:p>
          <a:endParaRPr lang="en-US"/>
        </a:p>
      </dgm:t>
    </dgm:pt>
    <dgm:pt modelId="{801389A1-08AD-4217-99F1-17D044229FA0}">
      <dgm:prSet>
        <dgm:style>
          <a:lnRef idx="0">
            <a:schemeClr val="accent1"/>
          </a:lnRef>
          <a:fillRef idx="3">
            <a:schemeClr val="accent1"/>
          </a:fillRef>
          <a:effectRef idx="3">
            <a:schemeClr val="accent1"/>
          </a:effectRef>
          <a:fontRef idx="minor">
            <a:schemeClr val="lt1"/>
          </a:fontRef>
        </dgm:style>
      </dgm:prSet>
      <dgm:spPr/>
      <dgm:t>
        <a:bodyPr/>
        <a:lstStyle/>
        <a:p>
          <a:r>
            <a:rPr lang="en-US" dirty="0"/>
            <a:t>Estimate and measure traffic and device utilization</a:t>
          </a:r>
        </a:p>
      </dgm:t>
    </dgm:pt>
    <dgm:pt modelId="{BC314620-F755-43B8-B2B8-D38FEAD5BE47}" type="parTrans" cxnId="{17E4239A-DE32-4B78-BE06-CFE7B8B50D59}">
      <dgm:prSet/>
      <dgm:spPr/>
      <dgm:t>
        <a:bodyPr/>
        <a:lstStyle/>
        <a:p>
          <a:endParaRPr lang="en-US"/>
        </a:p>
      </dgm:t>
    </dgm:pt>
    <dgm:pt modelId="{9C7BD2E7-B2D7-4F25-A967-AB9E699AD0E3}" type="sibTrans" cxnId="{17E4239A-DE32-4B78-BE06-CFE7B8B50D59}">
      <dgm:prSet/>
      <dgm:spPr/>
      <dgm:t>
        <a:bodyPr/>
        <a:lstStyle/>
        <a:p>
          <a:endParaRPr lang="en-US"/>
        </a:p>
      </dgm:t>
    </dgm:pt>
    <dgm:pt modelId="{B27230E2-A17D-4220-80FE-46D64297B343}">
      <dgm:prSet>
        <dgm:style>
          <a:lnRef idx="2">
            <a:schemeClr val="dk1"/>
          </a:lnRef>
          <a:fillRef idx="1">
            <a:schemeClr val="lt1"/>
          </a:fillRef>
          <a:effectRef idx="0">
            <a:schemeClr val="dk1"/>
          </a:effectRef>
          <a:fontRef idx="minor">
            <a:schemeClr val="dk1"/>
          </a:fontRef>
        </dgm:style>
      </dgm:prSet>
      <dgm:spPr/>
      <dgm:t>
        <a:bodyPr/>
        <a:lstStyle/>
        <a:p>
          <a:r>
            <a:rPr lang="en-US"/>
            <a:t>Choose technologies that meet the requirements</a:t>
          </a:r>
        </a:p>
      </dgm:t>
    </dgm:pt>
    <dgm:pt modelId="{D985146F-41BC-41F7-BD5A-34637F24A6B1}" type="parTrans" cxnId="{E1DB8706-943A-41DE-857B-FD1004514511}">
      <dgm:prSet/>
      <dgm:spPr/>
      <dgm:t>
        <a:bodyPr/>
        <a:lstStyle/>
        <a:p>
          <a:endParaRPr lang="en-US"/>
        </a:p>
      </dgm:t>
    </dgm:pt>
    <dgm:pt modelId="{1D9A2E75-6B4A-4BA3-BDC6-C1C8E25DEF5F}" type="sibTrans" cxnId="{E1DB8706-943A-41DE-857B-FD1004514511}">
      <dgm:prSet/>
      <dgm:spPr/>
      <dgm:t>
        <a:bodyPr/>
        <a:lstStyle/>
        <a:p>
          <a:endParaRPr lang="en-US"/>
        </a:p>
      </dgm:t>
    </dgm:pt>
    <dgm:pt modelId="{FF9F707B-CECE-4E78-99EB-914DC0A31ECF}">
      <dgm:prSet>
        <dgm:style>
          <a:lnRef idx="2">
            <a:schemeClr val="accent5"/>
          </a:lnRef>
          <a:fillRef idx="1">
            <a:schemeClr val="lt1"/>
          </a:fillRef>
          <a:effectRef idx="0">
            <a:schemeClr val="accent5"/>
          </a:effectRef>
          <a:fontRef idx="minor">
            <a:schemeClr val="dk1"/>
          </a:fontRef>
        </dgm:style>
      </dgm:prSet>
      <dgm:spPr/>
      <dgm:t>
        <a:bodyPr/>
        <a:lstStyle/>
        <a:p>
          <a:r>
            <a:rPr lang="en-US"/>
            <a:t>Apply the Logical Design to the physical space</a:t>
          </a:r>
        </a:p>
      </dgm:t>
    </dgm:pt>
    <dgm:pt modelId="{FB17E8DF-B400-423B-9CB4-4C38E1A393D0}" type="parTrans" cxnId="{FEEA18CF-B05D-4F84-9B2B-A59126D73B0B}">
      <dgm:prSet/>
      <dgm:spPr/>
      <dgm:t>
        <a:bodyPr/>
        <a:lstStyle/>
        <a:p>
          <a:endParaRPr lang="en-US"/>
        </a:p>
      </dgm:t>
    </dgm:pt>
    <dgm:pt modelId="{1B2FE90C-EAEA-4A43-A64F-69ABBDDABCEB}" type="sibTrans" cxnId="{FEEA18CF-B05D-4F84-9B2B-A59126D73B0B}">
      <dgm:prSet/>
      <dgm:spPr/>
      <dgm:t>
        <a:bodyPr/>
        <a:lstStyle/>
        <a:p>
          <a:endParaRPr lang="en-US"/>
        </a:p>
      </dgm:t>
    </dgm:pt>
    <dgm:pt modelId="{66FFFF39-03D1-479F-A004-0C1A91BCD012}">
      <dgm:prSet>
        <dgm:style>
          <a:lnRef idx="2">
            <a:schemeClr val="accent5"/>
          </a:lnRef>
          <a:fillRef idx="1">
            <a:schemeClr val="lt1"/>
          </a:fillRef>
          <a:effectRef idx="0">
            <a:schemeClr val="accent5"/>
          </a:effectRef>
          <a:fontRef idx="minor">
            <a:schemeClr val="dk1"/>
          </a:fontRef>
        </dgm:style>
      </dgm:prSet>
      <dgm:spPr/>
      <dgm:t>
        <a:bodyPr/>
        <a:lstStyle/>
        <a:p>
          <a:r>
            <a:rPr lang="en-US"/>
            <a:t>Implement the Physical Design</a:t>
          </a:r>
        </a:p>
      </dgm:t>
    </dgm:pt>
    <dgm:pt modelId="{4A5EDA08-68C0-4719-B835-6AECC589A5D1}" type="parTrans" cxnId="{CCB86B93-3845-428F-8411-A023AC4BDDEB}">
      <dgm:prSet/>
      <dgm:spPr/>
      <dgm:t>
        <a:bodyPr/>
        <a:lstStyle/>
        <a:p>
          <a:endParaRPr lang="en-US"/>
        </a:p>
      </dgm:t>
    </dgm:pt>
    <dgm:pt modelId="{775A41F0-E2CD-483C-948E-4C4DCDBE23C6}" type="sibTrans" cxnId="{CCB86B93-3845-428F-8411-A023AC4BDDEB}">
      <dgm:prSet/>
      <dgm:spPr/>
      <dgm:t>
        <a:bodyPr/>
        <a:lstStyle/>
        <a:p>
          <a:endParaRPr lang="en-US"/>
        </a:p>
      </dgm:t>
    </dgm:pt>
    <dgm:pt modelId="{33C77B4B-AC4C-4101-BE80-BB3417553860}" type="pres">
      <dgm:prSet presAssocID="{E3F7B911-0DB8-46F7-A6CB-A937DE7F5972}" presName="Name0" presStyleCnt="0">
        <dgm:presLayoutVars>
          <dgm:dir/>
          <dgm:resizeHandles val="exact"/>
        </dgm:presLayoutVars>
      </dgm:prSet>
      <dgm:spPr/>
    </dgm:pt>
    <dgm:pt modelId="{69C0042D-507E-4F9E-94A8-E94955ADB76F}" type="pres">
      <dgm:prSet presAssocID="{43DA3B73-85CC-44C7-99AF-E8675AAB11F1}" presName="node" presStyleLbl="node1" presStyleIdx="0" presStyleCnt="5">
        <dgm:presLayoutVars>
          <dgm:bulletEnabled val="1"/>
        </dgm:presLayoutVars>
      </dgm:prSet>
      <dgm:spPr/>
    </dgm:pt>
    <dgm:pt modelId="{C995A894-0AFA-453F-8460-3BDDD034C9F0}" type="pres">
      <dgm:prSet presAssocID="{A3169168-C8F4-4A32-9005-27C2332994A7}" presName="sibTrans" presStyleLbl="sibTrans2D1" presStyleIdx="0" presStyleCnt="4"/>
      <dgm:spPr/>
    </dgm:pt>
    <dgm:pt modelId="{8C1AB374-B3F6-4375-BF8E-0EF0B9A03D5F}" type="pres">
      <dgm:prSet presAssocID="{A3169168-C8F4-4A32-9005-27C2332994A7}" presName="connectorText" presStyleLbl="sibTrans2D1" presStyleIdx="0" presStyleCnt="4"/>
      <dgm:spPr/>
    </dgm:pt>
    <dgm:pt modelId="{94DB21CA-9344-453D-8C21-40F12F0D3889}" type="pres">
      <dgm:prSet presAssocID="{ADFB60DE-7B6B-42C9-98FD-F94B3F204B4D}" presName="node" presStyleLbl="node1" presStyleIdx="1" presStyleCnt="5">
        <dgm:presLayoutVars>
          <dgm:bulletEnabled val="1"/>
        </dgm:presLayoutVars>
      </dgm:prSet>
      <dgm:spPr/>
    </dgm:pt>
    <dgm:pt modelId="{60985EB9-42F5-4968-91E1-F1C3464F83DB}" type="pres">
      <dgm:prSet presAssocID="{A97DF006-03C2-4032-A233-78BD76A63D3D}" presName="sibTrans" presStyleLbl="sibTrans2D1" presStyleIdx="1" presStyleCnt="4"/>
      <dgm:spPr/>
    </dgm:pt>
    <dgm:pt modelId="{EAD196ED-2637-4521-AC20-12D40696FBB7}" type="pres">
      <dgm:prSet presAssocID="{A97DF006-03C2-4032-A233-78BD76A63D3D}" presName="connectorText" presStyleLbl="sibTrans2D1" presStyleIdx="1" presStyleCnt="4"/>
      <dgm:spPr/>
    </dgm:pt>
    <dgm:pt modelId="{BCD86AF2-2522-4648-B7B2-23EC01768288}" type="pres">
      <dgm:prSet presAssocID="{360C9A48-81FE-4D65-9516-B232CA206B0B}" presName="node" presStyleLbl="node1" presStyleIdx="2" presStyleCnt="5">
        <dgm:presLayoutVars>
          <dgm:bulletEnabled val="1"/>
        </dgm:presLayoutVars>
      </dgm:prSet>
      <dgm:spPr/>
    </dgm:pt>
    <dgm:pt modelId="{42963792-B266-4648-A606-495C07C981FB}" type="pres">
      <dgm:prSet presAssocID="{E97D0C73-F383-4117-A7E5-7A3FF09471D3}" presName="sibTrans" presStyleLbl="sibTrans2D1" presStyleIdx="2" presStyleCnt="4"/>
      <dgm:spPr/>
    </dgm:pt>
    <dgm:pt modelId="{C7FE0866-5A38-4AB6-9BDD-3EA0723D1400}" type="pres">
      <dgm:prSet presAssocID="{E97D0C73-F383-4117-A7E5-7A3FF09471D3}" presName="connectorText" presStyleLbl="sibTrans2D1" presStyleIdx="2" presStyleCnt="4"/>
      <dgm:spPr/>
    </dgm:pt>
    <dgm:pt modelId="{0941CEB6-4744-4A4C-B3F9-AE9B3291FC66}" type="pres">
      <dgm:prSet presAssocID="{A38E3FB1-74C2-416C-962C-208A8CC26451}" presName="node" presStyleLbl="node1" presStyleIdx="3" presStyleCnt="5">
        <dgm:presLayoutVars>
          <dgm:bulletEnabled val="1"/>
        </dgm:presLayoutVars>
      </dgm:prSet>
      <dgm:spPr/>
    </dgm:pt>
    <dgm:pt modelId="{2297CA2F-E4E3-4CAA-9DAC-31EBDE18A66E}" type="pres">
      <dgm:prSet presAssocID="{BCA34D4F-D34A-4E7F-8060-EE5CDCEDEBC9}" presName="sibTrans" presStyleLbl="sibTrans2D1" presStyleIdx="3" presStyleCnt="4"/>
      <dgm:spPr/>
    </dgm:pt>
    <dgm:pt modelId="{54FB4166-E42F-4144-9064-5D0A6108B512}" type="pres">
      <dgm:prSet presAssocID="{BCA34D4F-D34A-4E7F-8060-EE5CDCEDEBC9}" presName="connectorText" presStyleLbl="sibTrans2D1" presStyleIdx="3" presStyleCnt="4"/>
      <dgm:spPr/>
    </dgm:pt>
    <dgm:pt modelId="{7807F26B-8DA3-4C05-AC81-9B09DFFBB862}" type="pres">
      <dgm:prSet presAssocID="{2063F73A-6D48-4171-9BCC-3A5159FCFBE3}" presName="node" presStyleLbl="node1" presStyleIdx="4" presStyleCnt="5">
        <dgm:presLayoutVars>
          <dgm:bulletEnabled val="1"/>
        </dgm:presLayoutVars>
      </dgm:prSet>
      <dgm:spPr/>
    </dgm:pt>
  </dgm:ptLst>
  <dgm:cxnLst>
    <dgm:cxn modelId="{373BB105-BD9B-482D-93E7-3D2A93F643C0}" type="presOf" srcId="{0F52510D-04B1-43CC-97FD-7BBD63C4D854}" destId="{69C0042D-507E-4F9E-94A8-E94955ADB76F}" srcOrd="0" destOrd="4" presId="urn:microsoft.com/office/officeart/2005/8/layout/process1"/>
    <dgm:cxn modelId="{E1DB8706-943A-41DE-857B-FD1004514511}" srcId="{360C9A48-81FE-4D65-9516-B232CA206B0B}" destId="{B27230E2-A17D-4220-80FE-46D64297B343}" srcOrd="0" destOrd="0" parTransId="{D985146F-41BC-41F7-BD5A-34637F24A6B1}" sibTransId="{1D9A2E75-6B4A-4BA3-BDC6-C1C8E25DEF5F}"/>
    <dgm:cxn modelId="{8B50E507-1CF5-4604-8206-39FABB967420}" type="presOf" srcId="{A97DF006-03C2-4032-A233-78BD76A63D3D}" destId="{60985EB9-42F5-4968-91E1-F1C3464F83DB}" srcOrd="0" destOrd="0" presId="urn:microsoft.com/office/officeart/2005/8/layout/process1"/>
    <dgm:cxn modelId="{E8787317-170A-4679-B5D4-515276EDD2E3}" type="presOf" srcId="{A3169168-C8F4-4A32-9005-27C2332994A7}" destId="{C995A894-0AFA-453F-8460-3BDDD034C9F0}" srcOrd="0" destOrd="0" presId="urn:microsoft.com/office/officeart/2005/8/layout/process1"/>
    <dgm:cxn modelId="{4AD42824-2F58-47D8-B6AC-498408ADB519}" srcId="{E3F7B911-0DB8-46F7-A6CB-A937DE7F5972}" destId="{2063F73A-6D48-4171-9BCC-3A5159FCFBE3}" srcOrd="4" destOrd="0" parTransId="{25077567-7832-4BBF-8124-97EF66740E53}" sibTransId="{DE743DFC-3175-4315-B0E1-7CE8009342DB}"/>
    <dgm:cxn modelId="{97B9692E-411D-4838-88AD-1C43A6F73083}" type="presOf" srcId="{360C9A48-81FE-4D65-9516-B232CA206B0B}" destId="{BCD86AF2-2522-4648-B7B2-23EC01768288}" srcOrd="0" destOrd="0" presId="urn:microsoft.com/office/officeart/2005/8/layout/process1"/>
    <dgm:cxn modelId="{13C49C2F-310A-4CF0-8235-FBDCD86AF66B}" type="presOf" srcId="{A38E3FB1-74C2-416C-962C-208A8CC26451}" destId="{0941CEB6-4744-4A4C-B3F9-AE9B3291FC66}" srcOrd="0" destOrd="0" presId="urn:microsoft.com/office/officeart/2005/8/layout/process1"/>
    <dgm:cxn modelId="{14F43930-AB62-4374-97B3-C3B06522240C}" type="presOf" srcId="{C9BC02D3-DAF3-483D-B2B5-6A810A3E5D23}" destId="{69C0042D-507E-4F9E-94A8-E94955ADB76F}" srcOrd="0" destOrd="3" presId="urn:microsoft.com/office/officeart/2005/8/layout/process1"/>
    <dgm:cxn modelId="{11B67C38-C0BB-4056-ABB9-B9C8C359F9CA}" type="presOf" srcId="{2063F73A-6D48-4171-9BCC-3A5159FCFBE3}" destId="{7807F26B-8DA3-4C05-AC81-9B09DFFBB862}" srcOrd="0" destOrd="0" presId="urn:microsoft.com/office/officeart/2005/8/layout/process1"/>
    <dgm:cxn modelId="{1079F93D-EFC9-4F63-A7D2-BA33A86E4DFC}" type="presOf" srcId="{BCA34D4F-D34A-4E7F-8060-EE5CDCEDEBC9}" destId="{2297CA2F-E4E3-4CAA-9DAC-31EBDE18A66E}" srcOrd="0" destOrd="0" presId="urn:microsoft.com/office/officeart/2005/8/layout/process1"/>
    <dgm:cxn modelId="{26FA8D5C-9E2D-43A2-86DB-EE2A3FA661CA}" type="presOf" srcId="{A97DF006-03C2-4032-A233-78BD76A63D3D}" destId="{EAD196ED-2637-4521-AC20-12D40696FBB7}" srcOrd="1" destOrd="0" presId="urn:microsoft.com/office/officeart/2005/8/layout/process1"/>
    <dgm:cxn modelId="{A3436A63-0B7B-4E1F-9868-5311457F2073}" srcId="{E3F7B911-0DB8-46F7-A6CB-A937DE7F5972}" destId="{A38E3FB1-74C2-416C-962C-208A8CC26451}" srcOrd="3" destOrd="0" parTransId="{9E752F19-DAF8-4077-BC1B-196EAE64B4D1}" sibTransId="{BCA34D4F-D34A-4E7F-8060-EE5CDCEDEBC9}"/>
    <dgm:cxn modelId="{8C6FAC44-1A20-4525-8EB8-2F9740001F7B}" type="presOf" srcId="{4ED935BC-B6F4-4023-8157-90A00E4288D9}" destId="{69C0042D-507E-4F9E-94A8-E94955ADB76F}" srcOrd="0" destOrd="2" presId="urn:microsoft.com/office/officeart/2005/8/layout/process1"/>
    <dgm:cxn modelId="{D680D866-82DC-42E8-93B4-13F314842A5A}" type="presOf" srcId="{66FFFF39-03D1-479F-A004-0C1A91BCD012}" destId="{7807F26B-8DA3-4C05-AC81-9B09DFFBB862}" srcOrd="0" destOrd="1" presId="urn:microsoft.com/office/officeart/2005/8/layout/process1"/>
    <dgm:cxn modelId="{C99CE768-EC43-4487-A92D-7422C1A1183F}" type="presOf" srcId="{FF9F707B-CECE-4E78-99EB-914DC0A31ECF}" destId="{0941CEB6-4744-4A4C-B3F9-AE9B3291FC66}" srcOrd="0" destOrd="1" presId="urn:microsoft.com/office/officeart/2005/8/layout/process1"/>
    <dgm:cxn modelId="{9D26AD6A-9892-4AC4-A58F-4C551EC94151}" srcId="{43DA3B73-85CC-44C7-99AF-E8675AAB11F1}" destId="{A992AD57-2B29-405E-A673-4C8FE2DCB2F0}" srcOrd="0" destOrd="0" parTransId="{A107BC28-DE52-4594-8495-7F55B444C020}" sibTransId="{E8BD408A-94EB-4640-B731-4BB67C578ABF}"/>
    <dgm:cxn modelId="{BB46DB6A-79CE-4A48-9BD1-A2DD18A4D36D}" type="presOf" srcId="{E3F7B911-0DB8-46F7-A6CB-A937DE7F5972}" destId="{33C77B4B-AC4C-4101-BE80-BB3417553860}" srcOrd="0" destOrd="0" presId="urn:microsoft.com/office/officeart/2005/8/layout/process1"/>
    <dgm:cxn modelId="{2067A66C-5E78-49CD-BF13-380CF2200C11}" type="presOf" srcId="{BCA34D4F-D34A-4E7F-8060-EE5CDCEDEBC9}" destId="{54FB4166-E42F-4144-9064-5D0A6108B512}" srcOrd="1" destOrd="0" presId="urn:microsoft.com/office/officeart/2005/8/layout/process1"/>
    <dgm:cxn modelId="{131F2674-DD6F-469D-917E-E2EE098B29BC}" srcId="{E3F7B911-0DB8-46F7-A6CB-A937DE7F5972}" destId="{43DA3B73-85CC-44C7-99AF-E8675AAB11F1}" srcOrd="0" destOrd="0" parTransId="{9F019D3D-4D19-4593-B070-40268D2F2EB5}" sibTransId="{A3169168-C8F4-4A32-9005-27C2332994A7}"/>
    <dgm:cxn modelId="{541F8A77-0852-4130-A267-CB2C1482A6E8}" type="presOf" srcId="{E97D0C73-F383-4117-A7E5-7A3FF09471D3}" destId="{42963792-B266-4648-A606-495C07C981FB}" srcOrd="0" destOrd="0" presId="urn:microsoft.com/office/officeart/2005/8/layout/process1"/>
    <dgm:cxn modelId="{78861782-068A-488A-B1C5-09CC575B5D80}" srcId="{E3F7B911-0DB8-46F7-A6CB-A937DE7F5972}" destId="{360C9A48-81FE-4D65-9516-B232CA206B0B}" srcOrd="2" destOrd="0" parTransId="{0B625C4F-CCA9-4175-983E-88805D77AAC5}" sibTransId="{E97D0C73-F383-4117-A7E5-7A3FF09471D3}"/>
    <dgm:cxn modelId="{CCB86B93-3845-428F-8411-A023AC4BDDEB}" srcId="{2063F73A-6D48-4171-9BCC-3A5159FCFBE3}" destId="{66FFFF39-03D1-479F-A004-0C1A91BCD012}" srcOrd="0" destOrd="0" parTransId="{4A5EDA08-68C0-4719-B835-6AECC589A5D1}" sibTransId="{775A41F0-E2CD-483C-948E-4C4DCDBE23C6}"/>
    <dgm:cxn modelId="{17E4239A-DE32-4B78-BE06-CFE7B8B50D59}" srcId="{ADFB60DE-7B6B-42C9-98FD-F94B3F204B4D}" destId="{801389A1-08AD-4217-99F1-17D044229FA0}" srcOrd="0" destOrd="0" parTransId="{BC314620-F755-43B8-B2B8-D38FEAD5BE47}" sibTransId="{9C7BD2E7-B2D7-4F25-A967-AB9E699AD0E3}"/>
    <dgm:cxn modelId="{150939AA-2A95-4B47-BDB9-FCBABC3FCAF5}" srcId="{E3F7B911-0DB8-46F7-A6CB-A937DE7F5972}" destId="{ADFB60DE-7B6B-42C9-98FD-F94B3F204B4D}" srcOrd="1" destOrd="0" parTransId="{A671AC3F-4FF4-419F-B14B-178228C3B3F5}" sibTransId="{A97DF006-03C2-4032-A233-78BD76A63D3D}"/>
    <dgm:cxn modelId="{881D80AA-1DB5-4D05-B4BE-DEB9948C817E}" type="presOf" srcId="{A3169168-C8F4-4A32-9005-27C2332994A7}" destId="{8C1AB374-B3F6-4375-BF8E-0EF0B9A03D5F}" srcOrd="1" destOrd="0" presId="urn:microsoft.com/office/officeart/2005/8/layout/process1"/>
    <dgm:cxn modelId="{78A882AF-41EB-40C3-8636-7416EA57980A}" srcId="{A992AD57-2B29-405E-A673-4C8FE2DCB2F0}" destId="{C9BC02D3-DAF3-483D-B2B5-6A810A3E5D23}" srcOrd="1" destOrd="0" parTransId="{0D7DD7AB-4B3F-4B26-9699-8D069D27EBFE}" sibTransId="{14A04E87-4E78-4857-8660-A2A290C3C448}"/>
    <dgm:cxn modelId="{E38AD1BC-B1F2-48A3-9F4E-9F4B093FDAEC}" type="presOf" srcId="{43DA3B73-85CC-44C7-99AF-E8675AAB11F1}" destId="{69C0042D-507E-4F9E-94A8-E94955ADB76F}" srcOrd="0" destOrd="0" presId="urn:microsoft.com/office/officeart/2005/8/layout/process1"/>
    <dgm:cxn modelId="{B714FBC5-D059-4484-9BC2-66EECB500B12}" type="presOf" srcId="{A992AD57-2B29-405E-A673-4C8FE2DCB2F0}" destId="{69C0042D-507E-4F9E-94A8-E94955ADB76F}" srcOrd="0" destOrd="1" presId="urn:microsoft.com/office/officeart/2005/8/layout/process1"/>
    <dgm:cxn modelId="{E20D28C7-268F-4C82-A0F1-EBBD25300B26}" type="presOf" srcId="{E97D0C73-F383-4117-A7E5-7A3FF09471D3}" destId="{C7FE0866-5A38-4AB6-9BDD-3EA0723D1400}" srcOrd="1" destOrd="0" presId="urn:microsoft.com/office/officeart/2005/8/layout/process1"/>
    <dgm:cxn modelId="{0DC4C7C8-8BFE-40E5-83C2-29B21DE73171}" type="presOf" srcId="{ADFB60DE-7B6B-42C9-98FD-F94B3F204B4D}" destId="{94DB21CA-9344-453D-8C21-40F12F0D3889}" srcOrd="0" destOrd="0" presId="urn:microsoft.com/office/officeart/2005/8/layout/process1"/>
    <dgm:cxn modelId="{AAC299C9-BA83-43E5-94A0-81B18092AFEC}" type="presOf" srcId="{5B1735AB-8363-41EB-A9A6-B25D2636DC13}" destId="{69C0042D-507E-4F9E-94A8-E94955ADB76F}" srcOrd="0" destOrd="5" presId="urn:microsoft.com/office/officeart/2005/8/layout/process1"/>
    <dgm:cxn modelId="{FEEA18CF-B05D-4F84-9B2B-A59126D73B0B}" srcId="{A38E3FB1-74C2-416C-962C-208A8CC26451}" destId="{FF9F707B-CECE-4E78-99EB-914DC0A31ECF}" srcOrd="0" destOrd="0" parTransId="{FB17E8DF-B400-423B-9CB4-4C38E1A393D0}" sibTransId="{1B2FE90C-EAEA-4A43-A64F-69ABBDDABCEB}"/>
    <dgm:cxn modelId="{AB8346D2-7479-4A8A-9B9E-3E06B25A4101}" type="presOf" srcId="{801389A1-08AD-4217-99F1-17D044229FA0}" destId="{94DB21CA-9344-453D-8C21-40F12F0D3889}" srcOrd="0" destOrd="1" presId="urn:microsoft.com/office/officeart/2005/8/layout/process1"/>
    <dgm:cxn modelId="{7A7BB4F0-1C5C-48CB-8901-89C2F8777FD9}" srcId="{A992AD57-2B29-405E-A673-4C8FE2DCB2F0}" destId="{4ED935BC-B6F4-4023-8157-90A00E4288D9}" srcOrd="0" destOrd="0" parTransId="{770B9806-9CD8-4654-A8B8-3D70D0747D19}" sibTransId="{615EA72B-289C-47B9-87A6-D11B04775F76}"/>
    <dgm:cxn modelId="{66DE21FB-DA00-48E7-8841-EB738D68F62C}" srcId="{A992AD57-2B29-405E-A673-4C8FE2DCB2F0}" destId="{5B1735AB-8363-41EB-A9A6-B25D2636DC13}" srcOrd="3" destOrd="0" parTransId="{258247BB-E99C-4C40-A6F3-2BCFF7F3F021}" sibTransId="{A1728D92-C6B8-42BE-B7DA-7498106C25C1}"/>
    <dgm:cxn modelId="{CD2010FC-CBD9-4366-BBB7-A2370EB4C245}" srcId="{A992AD57-2B29-405E-A673-4C8FE2DCB2F0}" destId="{0F52510D-04B1-43CC-97FD-7BBD63C4D854}" srcOrd="2" destOrd="0" parTransId="{7A0826B7-80B0-4499-9F07-B0CEFEBCCB15}" sibTransId="{000FE71D-E956-498B-A2D5-3FE5EE89E851}"/>
    <dgm:cxn modelId="{44EB4AFF-CFAA-4C07-A2E3-FCFCFC4805D0}" type="presOf" srcId="{B27230E2-A17D-4220-80FE-46D64297B343}" destId="{BCD86AF2-2522-4648-B7B2-23EC01768288}" srcOrd="0" destOrd="1" presId="urn:microsoft.com/office/officeart/2005/8/layout/process1"/>
    <dgm:cxn modelId="{A3EEBC4C-D696-420C-9548-292C5BAFC381}" type="presParOf" srcId="{33C77B4B-AC4C-4101-BE80-BB3417553860}" destId="{69C0042D-507E-4F9E-94A8-E94955ADB76F}" srcOrd="0" destOrd="0" presId="urn:microsoft.com/office/officeart/2005/8/layout/process1"/>
    <dgm:cxn modelId="{74064A54-7EF8-41C7-AE1A-BB20A8BAC8C0}" type="presParOf" srcId="{33C77B4B-AC4C-4101-BE80-BB3417553860}" destId="{C995A894-0AFA-453F-8460-3BDDD034C9F0}" srcOrd="1" destOrd="0" presId="urn:microsoft.com/office/officeart/2005/8/layout/process1"/>
    <dgm:cxn modelId="{42219523-EF2A-4B71-AADE-F502E30D150F}" type="presParOf" srcId="{C995A894-0AFA-453F-8460-3BDDD034C9F0}" destId="{8C1AB374-B3F6-4375-BF8E-0EF0B9A03D5F}" srcOrd="0" destOrd="0" presId="urn:microsoft.com/office/officeart/2005/8/layout/process1"/>
    <dgm:cxn modelId="{2E862AAC-1707-4857-9DE2-CB1A6192A062}" type="presParOf" srcId="{33C77B4B-AC4C-4101-BE80-BB3417553860}" destId="{94DB21CA-9344-453D-8C21-40F12F0D3889}" srcOrd="2" destOrd="0" presId="urn:microsoft.com/office/officeart/2005/8/layout/process1"/>
    <dgm:cxn modelId="{E56D702D-0BD3-45F5-9E8A-6285E21BF72E}" type="presParOf" srcId="{33C77B4B-AC4C-4101-BE80-BB3417553860}" destId="{60985EB9-42F5-4968-91E1-F1C3464F83DB}" srcOrd="3" destOrd="0" presId="urn:microsoft.com/office/officeart/2005/8/layout/process1"/>
    <dgm:cxn modelId="{89C02620-D853-4447-8CB1-200CE276630A}" type="presParOf" srcId="{60985EB9-42F5-4968-91E1-F1C3464F83DB}" destId="{EAD196ED-2637-4521-AC20-12D40696FBB7}" srcOrd="0" destOrd="0" presId="urn:microsoft.com/office/officeart/2005/8/layout/process1"/>
    <dgm:cxn modelId="{41356EBF-EA7A-4518-B314-C85465DD60D5}" type="presParOf" srcId="{33C77B4B-AC4C-4101-BE80-BB3417553860}" destId="{BCD86AF2-2522-4648-B7B2-23EC01768288}" srcOrd="4" destOrd="0" presId="urn:microsoft.com/office/officeart/2005/8/layout/process1"/>
    <dgm:cxn modelId="{FBE42AA9-721C-4844-B0F1-CCA2BAD003BC}" type="presParOf" srcId="{33C77B4B-AC4C-4101-BE80-BB3417553860}" destId="{42963792-B266-4648-A606-495C07C981FB}" srcOrd="5" destOrd="0" presId="urn:microsoft.com/office/officeart/2005/8/layout/process1"/>
    <dgm:cxn modelId="{33FB0A03-6E92-4F9C-8F36-2CA9B558087D}" type="presParOf" srcId="{42963792-B266-4648-A606-495C07C981FB}" destId="{C7FE0866-5A38-4AB6-9BDD-3EA0723D1400}" srcOrd="0" destOrd="0" presId="urn:microsoft.com/office/officeart/2005/8/layout/process1"/>
    <dgm:cxn modelId="{95CA412C-C13C-4F33-B878-9724F580FF8B}" type="presParOf" srcId="{33C77B4B-AC4C-4101-BE80-BB3417553860}" destId="{0941CEB6-4744-4A4C-B3F9-AE9B3291FC66}" srcOrd="6" destOrd="0" presId="urn:microsoft.com/office/officeart/2005/8/layout/process1"/>
    <dgm:cxn modelId="{1D45963A-9C3B-4EE7-8BAA-42AA1C291C18}" type="presParOf" srcId="{33C77B4B-AC4C-4101-BE80-BB3417553860}" destId="{2297CA2F-E4E3-4CAA-9DAC-31EBDE18A66E}" srcOrd="7" destOrd="0" presId="urn:microsoft.com/office/officeart/2005/8/layout/process1"/>
    <dgm:cxn modelId="{B786256B-F892-41CF-BC10-7B27DA60562C}" type="presParOf" srcId="{2297CA2F-E4E3-4CAA-9DAC-31EBDE18A66E}" destId="{54FB4166-E42F-4144-9064-5D0A6108B512}" srcOrd="0" destOrd="0" presId="urn:microsoft.com/office/officeart/2005/8/layout/process1"/>
    <dgm:cxn modelId="{046152D9-7E35-49B9-B8FD-DC77E07E82E9}" type="presParOf" srcId="{33C77B4B-AC4C-4101-BE80-BB3417553860}" destId="{7807F26B-8DA3-4C05-AC81-9B09DFFBB862}" srcOrd="8"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E3F7B911-0DB8-46F7-A6CB-A937DE7F5972}" type="doc">
      <dgm:prSet loTypeId="urn:microsoft.com/office/officeart/2005/8/layout/process1" loCatId="process" qsTypeId="urn:microsoft.com/office/officeart/2005/8/quickstyle/simple5" qsCatId="simple" csTypeId="urn:microsoft.com/office/officeart/2005/8/colors/accent1_2" csCatId="accent1" phldr="1"/>
      <dgm:spPr/>
      <dgm:t>
        <a:bodyPr/>
        <a:lstStyle/>
        <a:p>
          <a:endParaRPr lang="en-US"/>
        </a:p>
      </dgm:t>
    </dgm:pt>
    <dgm:pt modelId="{43DA3B73-85CC-44C7-99AF-E8675AAB11F1}">
      <dgm:prSet phldrT="[Text]">
        <dgm:style>
          <a:lnRef idx="2">
            <a:schemeClr val="dk1"/>
          </a:lnRef>
          <a:fillRef idx="1">
            <a:schemeClr val="lt1"/>
          </a:fillRef>
          <a:effectRef idx="0">
            <a:schemeClr val="dk1"/>
          </a:effectRef>
          <a:fontRef idx="minor">
            <a:schemeClr val="dk1"/>
          </a:fontRef>
        </dgm:style>
      </dgm:prSet>
      <dgm:spPr/>
      <dgm:t>
        <a:bodyPr/>
        <a:lstStyle/>
        <a:p>
          <a:r>
            <a:rPr lang="en-US" b="1" dirty="0"/>
            <a:t>Requirement Gathering</a:t>
          </a:r>
        </a:p>
      </dgm:t>
    </dgm:pt>
    <dgm:pt modelId="{9F019D3D-4D19-4593-B070-40268D2F2EB5}" type="parTrans" cxnId="{131F2674-DD6F-469D-917E-E2EE098B29BC}">
      <dgm:prSet/>
      <dgm:spPr/>
      <dgm:t>
        <a:bodyPr/>
        <a:lstStyle/>
        <a:p>
          <a:endParaRPr lang="en-US"/>
        </a:p>
      </dgm:t>
    </dgm:pt>
    <dgm:pt modelId="{A3169168-C8F4-4A32-9005-27C2332994A7}" type="sibTrans" cxnId="{131F2674-DD6F-469D-917E-E2EE098B29BC}">
      <dgm:prSet/>
      <dgm:spPr/>
      <dgm:t>
        <a:bodyPr/>
        <a:lstStyle/>
        <a:p>
          <a:endParaRPr lang="en-US"/>
        </a:p>
      </dgm:t>
    </dgm:pt>
    <dgm:pt modelId="{360C9A48-81FE-4D65-9516-B232CA206B0B}">
      <dgm:prSet>
        <dgm:style>
          <a:lnRef idx="2">
            <a:schemeClr val="dk1"/>
          </a:lnRef>
          <a:fillRef idx="1">
            <a:schemeClr val="lt1"/>
          </a:fillRef>
          <a:effectRef idx="0">
            <a:schemeClr val="dk1"/>
          </a:effectRef>
          <a:fontRef idx="minor">
            <a:schemeClr val="dk1"/>
          </a:fontRef>
        </dgm:style>
      </dgm:prSet>
      <dgm:spPr/>
      <dgm:t>
        <a:bodyPr/>
        <a:lstStyle/>
        <a:p>
          <a:r>
            <a:rPr lang="en-US" b="1"/>
            <a:t>Logical Design</a:t>
          </a:r>
        </a:p>
      </dgm:t>
    </dgm:pt>
    <dgm:pt modelId="{0B625C4F-CCA9-4175-983E-88805D77AAC5}" type="parTrans" cxnId="{78861782-068A-488A-B1C5-09CC575B5D80}">
      <dgm:prSet/>
      <dgm:spPr/>
      <dgm:t>
        <a:bodyPr/>
        <a:lstStyle/>
        <a:p>
          <a:endParaRPr lang="en-US"/>
        </a:p>
      </dgm:t>
    </dgm:pt>
    <dgm:pt modelId="{E97D0C73-F383-4117-A7E5-7A3FF09471D3}" type="sibTrans" cxnId="{78861782-068A-488A-B1C5-09CC575B5D80}">
      <dgm:prSet/>
      <dgm:spPr/>
      <dgm:t>
        <a:bodyPr/>
        <a:lstStyle/>
        <a:p>
          <a:endParaRPr lang="en-US"/>
        </a:p>
      </dgm:t>
    </dgm:pt>
    <dgm:pt modelId="{A38E3FB1-74C2-416C-962C-208A8CC26451}">
      <dgm:prSet>
        <dgm:style>
          <a:lnRef idx="2">
            <a:schemeClr val="accent5"/>
          </a:lnRef>
          <a:fillRef idx="1">
            <a:schemeClr val="lt1"/>
          </a:fillRef>
          <a:effectRef idx="0">
            <a:schemeClr val="accent5"/>
          </a:effectRef>
          <a:fontRef idx="minor">
            <a:schemeClr val="dk1"/>
          </a:fontRef>
        </dgm:style>
      </dgm:prSet>
      <dgm:spPr/>
      <dgm:t>
        <a:bodyPr/>
        <a:lstStyle/>
        <a:p>
          <a:r>
            <a:rPr lang="en-US" b="1"/>
            <a:t>Physical Design</a:t>
          </a:r>
        </a:p>
      </dgm:t>
    </dgm:pt>
    <dgm:pt modelId="{9E752F19-DAF8-4077-BC1B-196EAE64B4D1}" type="parTrans" cxnId="{A3436A63-0B7B-4E1F-9868-5311457F2073}">
      <dgm:prSet/>
      <dgm:spPr/>
      <dgm:t>
        <a:bodyPr/>
        <a:lstStyle/>
        <a:p>
          <a:endParaRPr lang="en-US"/>
        </a:p>
      </dgm:t>
    </dgm:pt>
    <dgm:pt modelId="{BCA34D4F-D34A-4E7F-8060-EE5CDCEDEBC9}" type="sibTrans" cxnId="{A3436A63-0B7B-4E1F-9868-5311457F2073}">
      <dgm:prSet/>
      <dgm:spPr/>
      <dgm:t>
        <a:bodyPr/>
        <a:lstStyle/>
        <a:p>
          <a:endParaRPr lang="en-US"/>
        </a:p>
      </dgm:t>
    </dgm:pt>
    <dgm:pt modelId="{2063F73A-6D48-4171-9BCC-3A5159FCFBE3}">
      <dgm:prSet>
        <dgm:style>
          <a:lnRef idx="2">
            <a:schemeClr val="accent5"/>
          </a:lnRef>
          <a:fillRef idx="1">
            <a:schemeClr val="lt1"/>
          </a:fillRef>
          <a:effectRef idx="0">
            <a:schemeClr val="accent5"/>
          </a:effectRef>
          <a:fontRef idx="minor">
            <a:schemeClr val="dk1"/>
          </a:fontRef>
        </dgm:style>
      </dgm:prSet>
      <dgm:spPr/>
      <dgm:t>
        <a:bodyPr/>
        <a:lstStyle/>
        <a:p>
          <a:r>
            <a:rPr lang="en-US" b="1"/>
            <a:t>Installation and Maintenance</a:t>
          </a:r>
        </a:p>
      </dgm:t>
    </dgm:pt>
    <dgm:pt modelId="{25077567-7832-4BBF-8124-97EF66740E53}" type="parTrans" cxnId="{4AD42824-2F58-47D8-B6AC-498408ADB519}">
      <dgm:prSet/>
      <dgm:spPr/>
      <dgm:t>
        <a:bodyPr/>
        <a:lstStyle/>
        <a:p>
          <a:endParaRPr lang="en-US"/>
        </a:p>
      </dgm:t>
    </dgm:pt>
    <dgm:pt modelId="{DE743DFC-3175-4315-B0E1-7CE8009342DB}" type="sibTrans" cxnId="{4AD42824-2F58-47D8-B6AC-498408ADB519}">
      <dgm:prSet/>
      <dgm:spPr/>
      <dgm:t>
        <a:bodyPr/>
        <a:lstStyle/>
        <a:p>
          <a:endParaRPr lang="en-US"/>
        </a:p>
      </dgm:t>
    </dgm:pt>
    <dgm:pt modelId="{ADFB60DE-7B6B-42C9-98FD-F94B3F204B4D}">
      <dgm:prSet>
        <dgm:style>
          <a:lnRef idx="0">
            <a:schemeClr val="accent1"/>
          </a:lnRef>
          <a:fillRef idx="3">
            <a:schemeClr val="accent1"/>
          </a:fillRef>
          <a:effectRef idx="3">
            <a:schemeClr val="accent1"/>
          </a:effectRef>
          <a:fontRef idx="minor">
            <a:schemeClr val="lt1"/>
          </a:fontRef>
        </dgm:style>
      </dgm:prSet>
      <dgm:spPr/>
      <dgm:t>
        <a:bodyPr/>
        <a:lstStyle/>
        <a:p>
          <a:r>
            <a:rPr lang="en-US" b="1" dirty="0"/>
            <a:t>Analysis</a:t>
          </a:r>
        </a:p>
      </dgm:t>
    </dgm:pt>
    <dgm:pt modelId="{A97DF006-03C2-4032-A233-78BD76A63D3D}" type="sibTrans" cxnId="{150939AA-2A95-4B47-BDB9-FCBABC3FCAF5}">
      <dgm:prSet/>
      <dgm:spPr/>
      <dgm:t>
        <a:bodyPr/>
        <a:lstStyle/>
        <a:p>
          <a:endParaRPr lang="en-US"/>
        </a:p>
      </dgm:t>
    </dgm:pt>
    <dgm:pt modelId="{A671AC3F-4FF4-419F-B14B-178228C3B3F5}" type="parTrans" cxnId="{150939AA-2A95-4B47-BDB9-FCBABC3FCAF5}">
      <dgm:prSet/>
      <dgm:spPr/>
      <dgm:t>
        <a:bodyPr/>
        <a:lstStyle/>
        <a:p>
          <a:endParaRPr lang="en-US"/>
        </a:p>
      </dgm:t>
    </dgm:pt>
    <dgm:pt modelId="{A992AD57-2B29-405E-A673-4C8FE2DCB2F0}">
      <dgm:prSet>
        <dgm:style>
          <a:lnRef idx="2">
            <a:schemeClr val="dk1"/>
          </a:lnRef>
          <a:fillRef idx="1">
            <a:schemeClr val="lt1"/>
          </a:fillRef>
          <a:effectRef idx="0">
            <a:schemeClr val="dk1"/>
          </a:effectRef>
          <a:fontRef idx="minor">
            <a:schemeClr val="dk1"/>
          </a:fontRef>
        </dgm:style>
      </dgm:prSet>
      <dgm:spPr/>
      <dgm:t>
        <a:bodyPr/>
        <a:lstStyle/>
        <a:p>
          <a:r>
            <a:rPr lang="en-US"/>
            <a:t>Determine needs of: </a:t>
          </a:r>
        </a:p>
      </dgm:t>
    </dgm:pt>
    <dgm:pt modelId="{A107BC28-DE52-4594-8495-7F55B444C020}" type="parTrans" cxnId="{9D26AD6A-9892-4AC4-A58F-4C551EC94151}">
      <dgm:prSet/>
      <dgm:spPr/>
      <dgm:t>
        <a:bodyPr/>
        <a:lstStyle/>
        <a:p>
          <a:endParaRPr lang="en-US"/>
        </a:p>
      </dgm:t>
    </dgm:pt>
    <dgm:pt modelId="{E8BD408A-94EB-4640-B731-4BB67C578ABF}" type="sibTrans" cxnId="{9D26AD6A-9892-4AC4-A58F-4C551EC94151}">
      <dgm:prSet/>
      <dgm:spPr/>
      <dgm:t>
        <a:bodyPr/>
        <a:lstStyle/>
        <a:p>
          <a:endParaRPr lang="en-US"/>
        </a:p>
      </dgm:t>
    </dgm:pt>
    <dgm:pt modelId="{4ED935BC-B6F4-4023-8157-90A00E4288D9}">
      <dgm:prSet>
        <dgm:style>
          <a:lnRef idx="2">
            <a:schemeClr val="dk1"/>
          </a:lnRef>
          <a:fillRef idx="1">
            <a:schemeClr val="lt1"/>
          </a:fillRef>
          <a:effectRef idx="0">
            <a:schemeClr val="dk1"/>
          </a:effectRef>
          <a:fontRef idx="minor">
            <a:schemeClr val="dk1"/>
          </a:fontRef>
        </dgm:style>
      </dgm:prSet>
      <dgm:spPr/>
      <dgm:t>
        <a:bodyPr/>
        <a:lstStyle/>
        <a:p>
          <a:r>
            <a:rPr lang="en-US"/>
            <a:t>Business</a:t>
          </a:r>
        </a:p>
      </dgm:t>
    </dgm:pt>
    <dgm:pt modelId="{770B9806-9CD8-4654-A8B8-3D70D0747D19}" type="parTrans" cxnId="{7A7BB4F0-1C5C-48CB-8901-89C2F8777FD9}">
      <dgm:prSet/>
      <dgm:spPr/>
      <dgm:t>
        <a:bodyPr/>
        <a:lstStyle/>
        <a:p>
          <a:endParaRPr lang="en-US"/>
        </a:p>
      </dgm:t>
    </dgm:pt>
    <dgm:pt modelId="{615EA72B-289C-47B9-87A6-D11B04775F76}" type="sibTrans" cxnId="{7A7BB4F0-1C5C-48CB-8901-89C2F8777FD9}">
      <dgm:prSet/>
      <dgm:spPr/>
      <dgm:t>
        <a:bodyPr/>
        <a:lstStyle/>
        <a:p>
          <a:endParaRPr lang="en-US"/>
        </a:p>
      </dgm:t>
    </dgm:pt>
    <dgm:pt modelId="{C9BC02D3-DAF3-483D-B2B5-6A810A3E5D23}">
      <dgm:prSet>
        <dgm:style>
          <a:lnRef idx="2">
            <a:schemeClr val="dk1"/>
          </a:lnRef>
          <a:fillRef idx="1">
            <a:schemeClr val="lt1"/>
          </a:fillRef>
          <a:effectRef idx="0">
            <a:schemeClr val="dk1"/>
          </a:effectRef>
          <a:fontRef idx="minor">
            <a:schemeClr val="dk1"/>
          </a:fontRef>
        </dgm:style>
      </dgm:prSet>
      <dgm:spPr/>
      <dgm:t>
        <a:bodyPr/>
        <a:lstStyle/>
        <a:p>
          <a:r>
            <a:rPr lang="en-US"/>
            <a:t>Users</a:t>
          </a:r>
        </a:p>
      </dgm:t>
    </dgm:pt>
    <dgm:pt modelId="{0D7DD7AB-4B3F-4B26-9699-8D069D27EBFE}" type="parTrans" cxnId="{78A882AF-41EB-40C3-8636-7416EA57980A}">
      <dgm:prSet/>
      <dgm:spPr/>
      <dgm:t>
        <a:bodyPr/>
        <a:lstStyle/>
        <a:p>
          <a:endParaRPr lang="en-US"/>
        </a:p>
      </dgm:t>
    </dgm:pt>
    <dgm:pt modelId="{14A04E87-4E78-4857-8660-A2A290C3C448}" type="sibTrans" cxnId="{78A882AF-41EB-40C3-8636-7416EA57980A}">
      <dgm:prSet/>
      <dgm:spPr/>
      <dgm:t>
        <a:bodyPr/>
        <a:lstStyle/>
        <a:p>
          <a:endParaRPr lang="en-US"/>
        </a:p>
      </dgm:t>
    </dgm:pt>
    <dgm:pt modelId="{0F52510D-04B1-43CC-97FD-7BBD63C4D854}">
      <dgm:prSet>
        <dgm:style>
          <a:lnRef idx="2">
            <a:schemeClr val="dk1"/>
          </a:lnRef>
          <a:fillRef idx="1">
            <a:schemeClr val="lt1"/>
          </a:fillRef>
          <a:effectRef idx="0">
            <a:schemeClr val="dk1"/>
          </a:effectRef>
          <a:fontRef idx="minor">
            <a:schemeClr val="dk1"/>
          </a:fontRef>
        </dgm:style>
      </dgm:prSet>
      <dgm:spPr/>
      <dgm:t>
        <a:bodyPr/>
        <a:lstStyle/>
        <a:p>
          <a:r>
            <a:rPr lang="en-US"/>
            <a:t>Applications</a:t>
          </a:r>
        </a:p>
      </dgm:t>
    </dgm:pt>
    <dgm:pt modelId="{7A0826B7-80B0-4499-9F07-B0CEFEBCCB15}" type="parTrans" cxnId="{CD2010FC-CBD9-4366-BBB7-A2370EB4C245}">
      <dgm:prSet/>
      <dgm:spPr/>
      <dgm:t>
        <a:bodyPr/>
        <a:lstStyle/>
        <a:p>
          <a:endParaRPr lang="en-US"/>
        </a:p>
      </dgm:t>
    </dgm:pt>
    <dgm:pt modelId="{000FE71D-E956-498B-A2D5-3FE5EE89E851}" type="sibTrans" cxnId="{CD2010FC-CBD9-4366-BBB7-A2370EB4C245}">
      <dgm:prSet/>
      <dgm:spPr/>
      <dgm:t>
        <a:bodyPr/>
        <a:lstStyle/>
        <a:p>
          <a:endParaRPr lang="en-US"/>
        </a:p>
      </dgm:t>
    </dgm:pt>
    <dgm:pt modelId="{5B1735AB-8363-41EB-A9A6-B25D2636DC13}">
      <dgm:prSet>
        <dgm:style>
          <a:lnRef idx="2">
            <a:schemeClr val="dk1"/>
          </a:lnRef>
          <a:fillRef idx="1">
            <a:schemeClr val="lt1"/>
          </a:fillRef>
          <a:effectRef idx="0">
            <a:schemeClr val="dk1"/>
          </a:effectRef>
          <a:fontRef idx="minor">
            <a:schemeClr val="dk1"/>
          </a:fontRef>
        </dgm:style>
      </dgm:prSet>
      <dgm:spPr/>
      <dgm:t>
        <a:bodyPr/>
        <a:lstStyle/>
        <a:p>
          <a:r>
            <a:rPr lang="en-US"/>
            <a:t>Network</a:t>
          </a:r>
        </a:p>
      </dgm:t>
    </dgm:pt>
    <dgm:pt modelId="{258247BB-E99C-4C40-A6F3-2BCFF7F3F021}" type="parTrans" cxnId="{66DE21FB-DA00-48E7-8841-EB738D68F62C}">
      <dgm:prSet/>
      <dgm:spPr/>
      <dgm:t>
        <a:bodyPr/>
        <a:lstStyle/>
        <a:p>
          <a:endParaRPr lang="en-US"/>
        </a:p>
      </dgm:t>
    </dgm:pt>
    <dgm:pt modelId="{A1728D92-C6B8-42BE-B7DA-7498106C25C1}" type="sibTrans" cxnId="{66DE21FB-DA00-48E7-8841-EB738D68F62C}">
      <dgm:prSet/>
      <dgm:spPr/>
      <dgm:t>
        <a:bodyPr/>
        <a:lstStyle/>
        <a:p>
          <a:endParaRPr lang="en-US"/>
        </a:p>
      </dgm:t>
    </dgm:pt>
    <dgm:pt modelId="{801389A1-08AD-4217-99F1-17D044229FA0}">
      <dgm:prSet>
        <dgm:style>
          <a:lnRef idx="0">
            <a:schemeClr val="accent1"/>
          </a:lnRef>
          <a:fillRef idx="3">
            <a:schemeClr val="accent1"/>
          </a:fillRef>
          <a:effectRef idx="3">
            <a:schemeClr val="accent1"/>
          </a:effectRef>
          <a:fontRef idx="minor">
            <a:schemeClr val="lt1"/>
          </a:fontRef>
        </dgm:style>
      </dgm:prSet>
      <dgm:spPr/>
      <dgm:t>
        <a:bodyPr/>
        <a:lstStyle/>
        <a:p>
          <a:r>
            <a:rPr lang="en-US"/>
            <a:t>Estimate and measure traffic and device utilization</a:t>
          </a:r>
        </a:p>
      </dgm:t>
    </dgm:pt>
    <dgm:pt modelId="{BC314620-F755-43B8-B2B8-D38FEAD5BE47}" type="parTrans" cxnId="{17E4239A-DE32-4B78-BE06-CFE7B8B50D59}">
      <dgm:prSet/>
      <dgm:spPr/>
      <dgm:t>
        <a:bodyPr/>
        <a:lstStyle/>
        <a:p>
          <a:endParaRPr lang="en-US"/>
        </a:p>
      </dgm:t>
    </dgm:pt>
    <dgm:pt modelId="{9C7BD2E7-B2D7-4F25-A967-AB9E699AD0E3}" type="sibTrans" cxnId="{17E4239A-DE32-4B78-BE06-CFE7B8B50D59}">
      <dgm:prSet/>
      <dgm:spPr/>
      <dgm:t>
        <a:bodyPr/>
        <a:lstStyle/>
        <a:p>
          <a:endParaRPr lang="en-US"/>
        </a:p>
      </dgm:t>
    </dgm:pt>
    <dgm:pt modelId="{B27230E2-A17D-4220-80FE-46D64297B343}">
      <dgm:prSet>
        <dgm:style>
          <a:lnRef idx="2">
            <a:schemeClr val="dk1"/>
          </a:lnRef>
          <a:fillRef idx="1">
            <a:schemeClr val="lt1"/>
          </a:fillRef>
          <a:effectRef idx="0">
            <a:schemeClr val="dk1"/>
          </a:effectRef>
          <a:fontRef idx="minor">
            <a:schemeClr val="dk1"/>
          </a:fontRef>
        </dgm:style>
      </dgm:prSet>
      <dgm:spPr/>
      <dgm:t>
        <a:bodyPr/>
        <a:lstStyle/>
        <a:p>
          <a:r>
            <a:rPr lang="en-US"/>
            <a:t>Choose technologies that meet the requirements</a:t>
          </a:r>
        </a:p>
      </dgm:t>
    </dgm:pt>
    <dgm:pt modelId="{D985146F-41BC-41F7-BD5A-34637F24A6B1}" type="parTrans" cxnId="{E1DB8706-943A-41DE-857B-FD1004514511}">
      <dgm:prSet/>
      <dgm:spPr/>
      <dgm:t>
        <a:bodyPr/>
        <a:lstStyle/>
        <a:p>
          <a:endParaRPr lang="en-US"/>
        </a:p>
      </dgm:t>
    </dgm:pt>
    <dgm:pt modelId="{1D9A2E75-6B4A-4BA3-BDC6-C1C8E25DEF5F}" type="sibTrans" cxnId="{E1DB8706-943A-41DE-857B-FD1004514511}">
      <dgm:prSet/>
      <dgm:spPr/>
      <dgm:t>
        <a:bodyPr/>
        <a:lstStyle/>
        <a:p>
          <a:endParaRPr lang="en-US"/>
        </a:p>
      </dgm:t>
    </dgm:pt>
    <dgm:pt modelId="{FF9F707B-CECE-4E78-99EB-914DC0A31ECF}">
      <dgm:prSet>
        <dgm:style>
          <a:lnRef idx="2">
            <a:schemeClr val="accent5"/>
          </a:lnRef>
          <a:fillRef idx="1">
            <a:schemeClr val="lt1"/>
          </a:fillRef>
          <a:effectRef idx="0">
            <a:schemeClr val="accent5"/>
          </a:effectRef>
          <a:fontRef idx="minor">
            <a:schemeClr val="dk1"/>
          </a:fontRef>
        </dgm:style>
      </dgm:prSet>
      <dgm:spPr/>
      <dgm:t>
        <a:bodyPr/>
        <a:lstStyle/>
        <a:p>
          <a:r>
            <a:rPr lang="en-US"/>
            <a:t>Apply the Logical Design to the physical space</a:t>
          </a:r>
        </a:p>
      </dgm:t>
    </dgm:pt>
    <dgm:pt modelId="{FB17E8DF-B400-423B-9CB4-4C38E1A393D0}" type="parTrans" cxnId="{FEEA18CF-B05D-4F84-9B2B-A59126D73B0B}">
      <dgm:prSet/>
      <dgm:spPr/>
      <dgm:t>
        <a:bodyPr/>
        <a:lstStyle/>
        <a:p>
          <a:endParaRPr lang="en-US"/>
        </a:p>
      </dgm:t>
    </dgm:pt>
    <dgm:pt modelId="{1B2FE90C-EAEA-4A43-A64F-69ABBDDABCEB}" type="sibTrans" cxnId="{FEEA18CF-B05D-4F84-9B2B-A59126D73B0B}">
      <dgm:prSet/>
      <dgm:spPr/>
      <dgm:t>
        <a:bodyPr/>
        <a:lstStyle/>
        <a:p>
          <a:endParaRPr lang="en-US"/>
        </a:p>
      </dgm:t>
    </dgm:pt>
    <dgm:pt modelId="{66FFFF39-03D1-479F-A004-0C1A91BCD012}">
      <dgm:prSet>
        <dgm:style>
          <a:lnRef idx="2">
            <a:schemeClr val="accent5"/>
          </a:lnRef>
          <a:fillRef idx="1">
            <a:schemeClr val="lt1"/>
          </a:fillRef>
          <a:effectRef idx="0">
            <a:schemeClr val="accent5"/>
          </a:effectRef>
          <a:fontRef idx="minor">
            <a:schemeClr val="dk1"/>
          </a:fontRef>
        </dgm:style>
      </dgm:prSet>
      <dgm:spPr/>
      <dgm:t>
        <a:bodyPr/>
        <a:lstStyle/>
        <a:p>
          <a:r>
            <a:rPr lang="en-US"/>
            <a:t>Implement the Physical Design</a:t>
          </a:r>
        </a:p>
      </dgm:t>
    </dgm:pt>
    <dgm:pt modelId="{4A5EDA08-68C0-4719-B835-6AECC589A5D1}" type="parTrans" cxnId="{CCB86B93-3845-428F-8411-A023AC4BDDEB}">
      <dgm:prSet/>
      <dgm:spPr/>
      <dgm:t>
        <a:bodyPr/>
        <a:lstStyle/>
        <a:p>
          <a:endParaRPr lang="en-US"/>
        </a:p>
      </dgm:t>
    </dgm:pt>
    <dgm:pt modelId="{775A41F0-E2CD-483C-948E-4C4DCDBE23C6}" type="sibTrans" cxnId="{CCB86B93-3845-428F-8411-A023AC4BDDEB}">
      <dgm:prSet/>
      <dgm:spPr/>
      <dgm:t>
        <a:bodyPr/>
        <a:lstStyle/>
        <a:p>
          <a:endParaRPr lang="en-US"/>
        </a:p>
      </dgm:t>
    </dgm:pt>
    <dgm:pt modelId="{33C77B4B-AC4C-4101-BE80-BB3417553860}" type="pres">
      <dgm:prSet presAssocID="{E3F7B911-0DB8-46F7-A6CB-A937DE7F5972}" presName="Name0" presStyleCnt="0">
        <dgm:presLayoutVars>
          <dgm:dir/>
          <dgm:resizeHandles val="exact"/>
        </dgm:presLayoutVars>
      </dgm:prSet>
      <dgm:spPr/>
    </dgm:pt>
    <dgm:pt modelId="{69C0042D-507E-4F9E-94A8-E94955ADB76F}" type="pres">
      <dgm:prSet presAssocID="{43DA3B73-85CC-44C7-99AF-E8675AAB11F1}" presName="node" presStyleLbl="node1" presStyleIdx="0" presStyleCnt="5">
        <dgm:presLayoutVars>
          <dgm:bulletEnabled val="1"/>
        </dgm:presLayoutVars>
      </dgm:prSet>
      <dgm:spPr/>
    </dgm:pt>
    <dgm:pt modelId="{C995A894-0AFA-453F-8460-3BDDD034C9F0}" type="pres">
      <dgm:prSet presAssocID="{A3169168-C8F4-4A32-9005-27C2332994A7}" presName="sibTrans" presStyleLbl="sibTrans2D1" presStyleIdx="0" presStyleCnt="4"/>
      <dgm:spPr/>
    </dgm:pt>
    <dgm:pt modelId="{8C1AB374-B3F6-4375-BF8E-0EF0B9A03D5F}" type="pres">
      <dgm:prSet presAssocID="{A3169168-C8F4-4A32-9005-27C2332994A7}" presName="connectorText" presStyleLbl="sibTrans2D1" presStyleIdx="0" presStyleCnt="4"/>
      <dgm:spPr/>
    </dgm:pt>
    <dgm:pt modelId="{94DB21CA-9344-453D-8C21-40F12F0D3889}" type="pres">
      <dgm:prSet presAssocID="{ADFB60DE-7B6B-42C9-98FD-F94B3F204B4D}" presName="node" presStyleLbl="node1" presStyleIdx="1" presStyleCnt="5">
        <dgm:presLayoutVars>
          <dgm:bulletEnabled val="1"/>
        </dgm:presLayoutVars>
      </dgm:prSet>
      <dgm:spPr/>
    </dgm:pt>
    <dgm:pt modelId="{60985EB9-42F5-4968-91E1-F1C3464F83DB}" type="pres">
      <dgm:prSet presAssocID="{A97DF006-03C2-4032-A233-78BD76A63D3D}" presName="sibTrans" presStyleLbl="sibTrans2D1" presStyleIdx="1" presStyleCnt="4"/>
      <dgm:spPr/>
    </dgm:pt>
    <dgm:pt modelId="{EAD196ED-2637-4521-AC20-12D40696FBB7}" type="pres">
      <dgm:prSet presAssocID="{A97DF006-03C2-4032-A233-78BD76A63D3D}" presName="connectorText" presStyleLbl="sibTrans2D1" presStyleIdx="1" presStyleCnt="4"/>
      <dgm:spPr/>
    </dgm:pt>
    <dgm:pt modelId="{BCD86AF2-2522-4648-B7B2-23EC01768288}" type="pres">
      <dgm:prSet presAssocID="{360C9A48-81FE-4D65-9516-B232CA206B0B}" presName="node" presStyleLbl="node1" presStyleIdx="2" presStyleCnt="5">
        <dgm:presLayoutVars>
          <dgm:bulletEnabled val="1"/>
        </dgm:presLayoutVars>
      </dgm:prSet>
      <dgm:spPr/>
    </dgm:pt>
    <dgm:pt modelId="{42963792-B266-4648-A606-495C07C981FB}" type="pres">
      <dgm:prSet presAssocID="{E97D0C73-F383-4117-A7E5-7A3FF09471D3}" presName="sibTrans" presStyleLbl="sibTrans2D1" presStyleIdx="2" presStyleCnt="4"/>
      <dgm:spPr/>
    </dgm:pt>
    <dgm:pt modelId="{C7FE0866-5A38-4AB6-9BDD-3EA0723D1400}" type="pres">
      <dgm:prSet presAssocID="{E97D0C73-F383-4117-A7E5-7A3FF09471D3}" presName="connectorText" presStyleLbl="sibTrans2D1" presStyleIdx="2" presStyleCnt="4"/>
      <dgm:spPr/>
    </dgm:pt>
    <dgm:pt modelId="{0941CEB6-4744-4A4C-B3F9-AE9B3291FC66}" type="pres">
      <dgm:prSet presAssocID="{A38E3FB1-74C2-416C-962C-208A8CC26451}" presName="node" presStyleLbl="node1" presStyleIdx="3" presStyleCnt="5">
        <dgm:presLayoutVars>
          <dgm:bulletEnabled val="1"/>
        </dgm:presLayoutVars>
      </dgm:prSet>
      <dgm:spPr/>
    </dgm:pt>
    <dgm:pt modelId="{2297CA2F-E4E3-4CAA-9DAC-31EBDE18A66E}" type="pres">
      <dgm:prSet presAssocID="{BCA34D4F-D34A-4E7F-8060-EE5CDCEDEBC9}" presName="sibTrans" presStyleLbl="sibTrans2D1" presStyleIdx="3" presStyleCnt="4"/>
      <dgm:spPr/>
    </dgm:pt>
    <dgm:pt modelId="{54FB4166-E42F-4144-9064-5D0A6108B512}" type="pres">
      <dgm:prSet presAssocID="{BCA34D4F-D34A-4E7F-8060-EE5CDCEDEBC9}" presName="connectorText" presStyleLbl="sibTrans2D1" presStyleIdx="3" presStyleCnt="4"/>
      <dgm:spPr/>
    </dgm:pt>
    <dgm:pt modelId="{7807F26B-8DA3-4C05-AC81-9B09DFFBB862}" type="pres">
      <dgm:prSet presAssocID="{2063F73A-6D48-4171-9BCC-3A5159FCFBE3}" presName="node" presStyleLbl="node1" presStyleIdx="4" presStyleCnt="5">
        <dgm:presLayoutVars>
          <dgm:bulletEnabled val="1"/>
        </dgm:presLayoutVars>
      </dgm:prSet>
      <dgm:spPr/>
    </dgm:pt>
  </dgm:ptLst>
  <dgm:cxnLst>
    <dgm:cxn modelId="{373BB105-BD9B-482D-93E7-3D2A93F643C0}" type="presOf" srcId="{0F52510D-04B1-43CC-97FD-7BBD63C4D854}" destId="{69C0042D-507E-4F9E-94A8-E94955ADB76F}" srcOrd="0" destOrd="4" presId="urn:microsoft.com/office/officeart/2005/8/layout/process1"/>
    <dgm:cxn modelId="{E1DB8706-943A-41DE-857B-FD1004514511}" srcId="{360C9A48-81FE-4D65-9516-B232CA206B0B}" destId="{B27230E2-A17D-4220-80FE-46D64297B343}" srcOrd="0" destOrd="0" parTransId="{D985146F-41BC-41F7-BD5A-34637F24A6B1}" sibTransId="{1D9A2E75-6B4A-4BA3-BDC6-C1C8E25DEF5F}"/>
    <dgm:cxn modelId="{8B50E507-1CF5-4604-8206-39FABB967420}" type="presOf" srcId="{A97DF006-03C2-4032-A233-78BD76A63D3D}" destId="{60985EB9-42F5-4968-91E1-F1C3464F83DB}" srcOrd="0" destOrd="0" presId="urn:microsoft.com/office/officeart/2005/8/layout/process1"/>
    <dgm:cxn modelId="{E8787317-170A-4679-B5D4-515276EDD2E3}" type="presOf" srcId="{A3169168-C8F4-4A32-9005-27C2332994A7}" destId="{C995A894-0AFA-453F-8460-3BDDD034C9F0}" srcOrd="0" destOrd="0" presId="urn:microsoft.com/office/officeart/2005/8/layout/process1"/>
    <dgm:cxn modelId="{4AD42824-2F58-47D8-B6AC-498408ADB519}" srcId="{E3F7B911-0DB8-46F7-A6CB-A937DE7F5972}" destId="{2063F73A-6D48-4171-9BCC-3A5159FCFBE3}" srcOrd="4" destOrd="0" parTransId="{25077567-7832-4BBF-8124-97EF66740E53}" sibTransId="{DE743DFC-3175-4315-B0E1-7CE8009342DB}"/>
    <dgm:cxn modelId="{97B9692E-411D-4838-88AD-1C43A6F73083}" type="presOf" srcId="{360C9A48-81FE-4D65-9516-B232CA206B0B}" destId="{BCD86AF2-2522-4648-B7B2-23EC01768288}" srcOrd="0" destOrd="0" presId="urn:microsoft.com/office/officeart/2005/8/layout/process1"/>
    <dgm:cxn modelId="{13C49C2F-310A-4CF0-8235-FBDCD86AF66B}" type="presOf" srcId="{A38E3FB1-74C2-416C-962C-208A8CC26451}" destId="{0941CEB6-4744-4A4C-B3F9-AE9B3291FC66}" srcOrd="0" destOrd="0" presId="urn:microsoft.com/office/officeart/2005/8/layout/process1"/>
    <dgm:cxn modelId="{14F43930-AB62-4374-97B3-C3B06522240C}" type="presOf" srcId="{C9BC02D3-DAF3-483D-B2B5-6A810A3E5D23}" destId="{69C0042D-507E-4F9E-94A8-E94955ADB76F}" srcOrd="0" destOrd="3" presId="urn:microsoft.com/office/officeart/2005/8/layout/process1"/>
    <dgm:cxn modelId="{11B67C38-C0BB-4056-ABB9-B9C8C359F9CA}" type="presOf" srcId="{2063F73A-6D48-4171-9BCC-3A5159FCFBE3}" destId="{7807F26B-8DA3-4C05-AC81-9B09DFFBB862}" srcOrd="0" destOrd="0" presId="urn:microsoft.com/office/officeart/2005/8/layout/process1"/>
    <dgm:cxn modelId="{1079F93D-EFC9-4F63-A7D2-BA33A86E4DFC}" type="presOf" srcId="{BCA34D4F-D34A-4E7F-8060-EE5CDCEDEBC9}" destId="{2297CA2F-E4E3-4CAA-9DAC-31EBDE18A66E}" srcOrd="0" destOrd="0" presId="urn:microsoft.com/office/officeart/2005/8/layout/process1"/>
    <dgm:cxn modelId="{26FA8D5C-9E2D-43A2-86DB-EE2A3FA661CA}" type="presOf" srcId="{A97DF006-03C2-4032-A233-78BD76A63D3D}" destId="{EAD196ED-2637-4521-AC20-12D40696FBB7}" srcOrd="1" destOrd="0" presId="urn:microsoft.com/office/officeart/2005/8/layout/process1"/>
    <dgm:cxn modelId="{A3436A63-0B7B-4E1F-9868-5311457F2073}" srcId="{E3F7B911-0DB8-46F7-A6CB-A937DE7F5972}" destId="{A38E3FB1-74C2-416C-962C-208A8CC26451}" srcOrd="3" destOrd="0" parTransId="{9E752F19-DAF8-4077-BC1B-196EAE64B4D1}" sibTransId="{BCA34D4F-D34A-4E7F-8060-EE5CDCEDEBC9}"/>
    <dgm:cxn modelId="{8C6FAC44-1A20-4525-8EB8-2F9740001F7B}" type="presOf" srcId="{4ED935BC-B6F4-4023-8157-90A00E4288D9}" destId="{69C0042D-507E-4F9E-94A8-E94955ADB76F}" srcOrd="0" destOrd="2" presId="urn:microsoft.com/office/officeart/2005/8/layout/process1"/>
    <dgm:cxn modelId="{D680D866-82DC-42E8-93B4-13F314842A5A}" type="presOf" srcId="{66FFFF39-03D1-479F-A004-0C1A91BCD012}" destId="{7807F26B-8DA3-4C05-AC81-9B09DFFBB862}" srcOrd="0" destOrd="1" presId="urn:microsoft.com/office/officeart/2005/8/layout/process1"/>
    <dgm:cxn modelId="{C99CE768-EC43-4487-A92D-7422C1A1183F}" type="presOf" srcId="{FF9F707B-CECE-4E78-99EB-914DC0A31ECF}" destId="{0941CEB6-4744-4A4C-B3F9-AE9B3291FC66}" srcOrd="0" destOrd="1" presId="urn:microsoft.com/office/officeart/2005/8/layout/process1"/>
    <dgm:cxn modelId="{9D26AD6A-9892-4AC4-A58F-4C551EC94151}" srcId="{43DA3B73-85CC-44C7-99AF-E8675AAB11F1}" destId="{A992AD57-2B29-405E-A673-4C8FE2DCB2F0}" srcOrd="0" destOrd="0" parTransId="{A107BC28-DE52-4594-8495-7F55B444C020}" sibTransId="{E8BD408A-94EB-4640-B731-4BB67C578ABF}"/>
    <dgm:cxn modelId="{BB46DB6A-79CE-4A48-9BD1-A2DD18A4D36D}" type="presOf" srcId="{E3F7B911-0DB8-46F7-A6CB-A937DE7F5972}" destId="{33C77B4B-AC4C-4101-BE80-BB3417553860}" srcOrd="0" destOrd="0" presId="urn:microsoft.com/office/officeart/2005/8/layout/process1"/>
    <dgm:cxn modelId="{2067A66C-5E78-49CD-BF13-380CF2200C11}" type="presOf" srcId="{BCA34D4F-D34A-4E7F-8060-EE5CDCEDEBC9}" destId="{54FB4166-E42F-4144-9064-5D0A6108B512}" srcOrd="1" destOrd="0" presId="urn:microsoft.com/office/officeart/2005/8/layout/process1"/>
    <dgm:cxn modelId="{131F2674-DD6F-469D-917E-E2EE098B29BC}" srcId="{E3F7B911-0DB8-46F7-A6CB-A937DE7F5972}" destId="{43DA3B73-85CC-44C7-99AF-E8675AAB11F1}" srcOrd="0" destOrd="0" parTransId="{9F019D3D-4D19-4593-B070-40268D2F2EB5}" sibTransId="{A3169168-C8F4-4A32-9005-27C2332994A7}"/>
    <dgm:cxn modelId="{541F8A77-0852-4130-A267-CB2C1482A6E8}" type="presOf" srcId="{E97D0C73-F383-4117-A7E5-7A3FF09471D3}" destId="{42963792-B266-4648-A606-495C07C981FB}" srcOrd="0" destOrd="0" presId="urn:microsoft.com/office/officeart/2005/8/layout/process1"/>
    <dgm:cxn modelId="{78861782-068A-488A-B1C5-09CC575B5D80}" srcId="{E3F7B911-0DB8-46F7-A6CB-A937DE7F5972}" destId="{360C9A48-81FE-4D65-9516-B232CA206B0B}" srcOrd="2" destOrd="0" parTransId="{0B625C4F-CCA9-4175-983E-88805D77AAC5}" sibTransId="{E97D0C73-F383-4117-A7E5-7A3FF09471D3}"/>
    <dgm:cxn modelId="{CCB86B93-3845-428F-8411-A023AC4BDDEB}" srcId="{2063F73A-6D48-4171-9BCC-3A5159FCFBE3}" destId="{66FFFF39-03D1-479F-A004-0C1A91BCD012}" srcOrd="0" destOrd="0" parTransId="{4A5EDA08-68C0-4719-B835-6AECC589A5D1}" sibTransId="{775A41F0-E2CD-483C-948E-4C4DCDBE23C6}"/>
    <dgm:cxn modelId="{17E4239A-DE32-4B78-BE06-CFE7B8B50D59}" srcId="{ADFB60DE-7B6B-42C9-98FD-F94B3F204B4D}" destId="{801389A1-08AD-4217-99F1-17D044229FA0}" srcOrd="0" destOrd="0" parTransId="{BC314620-F755-43B8-B2B8-D38FEAD5BE47}" sibTransId="{9C7BD2E7-B2D7-4F25-A967-AB9E699AD0E3}"/>
    <dgm:cxn modelId="{150939AA-2A95-4B47-BDB9-FCBABC3FCAF5}" srcId="{E3F7B911-0DB8-46F7-A6CB-A937DE7F5972}" destId="{ADFB60DE-7B6B-42C9-98FD-F94B3F204B4D}" srcOrd="1" destOrd="0" parTransId="{A671AC3F-4FF4-419F-B14B-178228C3B3F5}" sibTransId="{A97DF006-03C2-4032-A233-78BD76A63D3D}"/>
    <dgm:cxn modelId="{881D80AA-1DB5-4D05-B4BE-DEB9948C817E}" type="presOf" srcId="{A3169168-C8F4-4A32-9005-27C2332994A7}" destId="{8C1AB374-B3F6-4375-BF8E-0EF0B9A03D5F}" srcOrd="1" destOrd="0" presId="urn:microsoft.com/office/officeart/2005/8/layout/process1"/>
    <dgm:cxn modelId="{78A882AF-41EB-40C3-8636-7416EA57980A}" srcId="{A992AD57-2B29-405E-A673-4C8FE2DCB2F0}" destId="{C9BC02D3-DAF3-483D-B2B5-6A810A3E5D23}" srcOrd="1" destOrd="0" parTransId="{0D7DD7AB-4B3F-4B26-9699-8D069D27EBFE}" sibTransId="{14A04E87-4E78-4857-8660-A2A290C3C448}"/>
    <dgm:cxn modelId="{E38AD1BC-B1F2-48A3-9F4E-9F4B093FDAEC}" type="presOf" srcId="{43DA3B73-85CC-44C7-99AF-E8675AAB11F1}" destId="{69C0042D-507E-4F9E-94A8-E94955ADB76F}" srcOrd="0" destOrd="0" presId="urn:microsoft.com/office/officeart/2005/8/layout/process1"/>
    <dgm:cxn modelId="{B714FBC5-D059-4484-9BC2-66EECB500B12}" type="presOf" srcId="{A992AD57-2B29-405E-A673-4C8FE2DCB2F0}" destId="{69C0042D-507E-4F9E-94A8-E94955ADB76F}" srcOrd="0" destOrd="1" presId="urn:microsoft.com/office/officeart/2005/8/layout/process1"/>
    <dgm:cxn modelId="{E20D28C7-268F-4C82-A0F1-EBBD25300B26}" type="presOf" srcId="{E97D0C73-F383-4117-A7E5-7A3FF09471D3}" destId="{C7FE0866-5A38-4AB6-9BDD-3EA0723D1400}" srcOrd="1" destOrd="0" presId="urn:microsoft.com/office/officeart/2005/8/layout/process1"/>
    <dgm:cxn modelId="{0DC4C7C8-8BFE-40E5-83C2-29B21DE73171}" type="presOf" srcId="{ADFB60DE-7B6B-42C9-98FD-F94B3F204B4D}" destId="{94DB21CA-9344-453D-8C21-40F12F0D3889}" srcOrd="0" destOrd="0" presId="urn:microsoft.com/office/officeart/2005/8/layout/process1"/>
    <dgm:cxn modelId="{AAC299C9-BA83-43E5-94A0-81B18092AFEC}" type="presOf" srcId="{5B1735AB-8363-41EB-A9A6-B25D2636DC13}" destId="{69C0042D-507E-4F9E-94A8-E94955ADB76F}" srcOrd="0" destOrd="5" presId="urn:microsoft.com/office/officeart/2005/8/layout/process1"/>
    <dgm:cxn modelId="{FEEA18CF-B05D-4F84-9B2B-A59126D73B0B}" srcId="{A38E3FB1-74C2-416C-962C-208A8CC26451}" destId="{FF9F707B-CECE-4E78-99EB-914DC0A31ECF}" srcOrd="0" destOrd="0" parTransId="{FB17E8DF-B400-423B-9CB4-4C38E1A393D0}" sibTransId="{1B2FE90C-EAEA-4A43-A64F-69ABBDDABCEB}"/>
    <dgm:cxn modelId="{AB8346D2-7479-4A8A-9B9E-3E06B25A4101}" type="presOf" srcId="{801389A1-08AD-4217-99F1-17D044229FA0}" destId="{94DB21CA-9344-453D-8C21-40F12F0D3889}" srcOrd="0" destOrd="1" presId="urn:microsoft.com/office/officeart/2005/8/layout/process1"/>
    <dgm:cxn modelId="{7A7BB4F0-1C5C-48CB-8901-89C2F8777FD9}" srcId="{A992AD57-2B29-405E-A673-4C8FE2DCB2F0}" destId="{4ED935BC-B6F4-4023-8157-90A00E4288D9}" srcOrd="0" destOrd="0" parTransId="{770B9806-9CD8-4654-A8B8-3D70D0747D19}" sibTransId="{615EA72B-289C-47B9-87A6-D11B04775F76}"/>
    <dgm:cxn modelId="{66DE21FB-DA00-48E7-8841-EB738D68F62C}" srcId="{A992AD57-2B29-405E-A673-4C8FE2DCB2F0}" destId="{5B1735AB-8363-41EB-A9A6-B25D2636DC13}" srcOrd="3" destOrd="0" parTransId="{258247BB-E99C-4C40-A6F3-2BCFF7F3F021}" sibTransId="{A1728D92-C6B8-42BE-B7DA-7498106C25C1}"/>
    <dgm:cxn modelId="{CD2010FC-CBD9-4366-BBB7-A2370EB4C245}" srcId="{A992AD57-2B29-405E-A673-4C8FE2DCB2F0}" destId="{0F52510D-04B1-43CC-97FD-7BBD63C4D854}" srcOrd="2" destOrd="0" parTransId="{7A0826B7-80B0-4499-9F07-B0CEFEBCCB15}" sibTransId="{000FE71D-E956-498B-A2D5-3FE5EE89E851}"/>
    <dgm:cxn modelId="{44EB4AFF-CFAA-4C07-A2E3-FCFCFC4805D0}" type="presOf" srcId="{B27230E2-A17D-4220-80FE-46D64297B343}" destId="{BCD86AF2-2522-4648-B7B2-23EC01768288}" srcOrd="0" destOrd="1" presId="urn:microsoft.com/office/officeart/2005/8/layout/process1"/>
    <dgm:cxn modelId="{A3EEBC4C-D696-420C-9548-292C5BAFC381}" type="presParOf" srcId="{33C77B4B-AC4C-4101-BE80-BB3417553860}" destId="{69C0042D-507E-4F9E-94A8-E94955ADB76F}" srcOrd="0" destOrd="0" presId="urn:microsoft.com/office/officeart/2005/8/layout/process1"/>
    <dgm:cxn modelId="{74064A54-7EF8-41C7-AE1A-BB20A8BAC8C0}" type="presParOf" srcId="{33C77B4B-AC4C-4101-BE80-BB3417553860}" destId="{C995A894-0AFA-453F-8460-3BDDD034C9F0}" srcOrd="1" destOrd="0" presId="urn:microsoft.com/office/officeart/2005/8/layout/process1"/>
    <dgm:cxn modelId="{42219523-EF2A-4B71-AADE-F502E30D150F}" type="presParOf" srcId="{C995A894-0AFA-453F-8460-3BDDD034C9F0}" destId="{8C1AB374-B3F6-4375-BF8E-0EF0B9A03D5F}" srcOrd="0" destOrd="0" presId="urn:microsoft.com/office/officeart/2005/8/layout/process1"/>
    <dgm:cxn modelId="{2E862AAC-1707-4857-9DE2-CB1A6192A062}" type="presParOf" srcId="{33C77B4B-AC4C-4101-BE80-BB3417553860}" destId="{94DB21CA-9344-453D-8C21-40F12F0D3889}" srcOrd="2" destOrd="0" presId="urn:microsoft.com/office/officeart/2005/8/layout/process1"/>
    <dgm:cxn modelId="{E56D702D-0BD3-45F5-9E8A-6285E21BF72E}" type="presParOf" srcId="{33C77B4B-AC4C-4101-BE80-BB3417553860}" destId="{60985EB9-42F5-4968-91E1-F1C3464F83DB}" srcOrd="3" destOrd="0" presId="urn:microsoft.com/office/officeart/2005/8/layout/process1"/>
    <dgm:cxn modelId="{89C02620-D853-4447-8CB1-200CE276630A}" type="presParOf" srcId="{60985EB9-42F5-4968-91E1-F1C3464F83DB}" destId="{EAD196ED-2637-4521-AC20-12D40696FBB7}" srcOrd="0" destOrd="0" presId="urn:microsoft.com/office/officeart/2005/8/layout/process1"/>
    <dgm:cxn modelId="{41356EBF-EA7A-4518-B314-C85465DD60D5}" type="presParOf" srcId="{33C77B4B-AC4C-4101-BE80-BB3417553860}" destId="{BCD86AF2-2522-4648-B7B2-23EC01768288}" srcOrd="4" destOrd="0" presId="urn:microsoft.com/office/officeart/2005/8/layout/process1"/>
    <dgm:cxn modelId="{FBE42AA9-721C-4844-B0F1-CCA2BAD003BC}" type="presParOf" srcId="{33C77B4B-AC4C-4101-BE80-BB3417553860}" destId="{42963792-B266-4648-A606-495C07C981FB}" srcOrd="5" destOrd="0" presId="urn:microsoft.com/office/officeart/2005/8/layout/process1"/>
    <dgm:cxn modelId="{33FB0A03-6E92-4F9C-8F36-2CA9B558087D}" type="presParOf" srcId="{42963792-B266-4648-A606-495C07C981FB}" destId="{C7FE0866-5A38-4AB6-9BDD-3EA0723D1400}" srcOrd="0" destOrd="0" presId="urn:microsoft.com/office/officeart/2005/8/layout/process1"/>
    <dgm:cxn modelId="{95CA412C-C13C-4F33-B878-9724F580FF8B}" type="presParOf" srcId="{33C77B4B-AC4C-4101-BE80-BB3417553860}" destId="{0941CEB6-4744-4A4C-B3F9-AE9B3291FC66}" srcOrd="6" destOrd="0" presId="urn:microsoft.com/office/officeart/2005/8/layout/process1"/>
    <dgm:cxn modelId="{1D45963A-9C3B-4EE7-8BAA-42AA1C291C18}" type="presParOf" srcId="{33C77B4B-AC4C-4101-BE80-BB3417553860}" destId="{2297CA2F-E4E3-4CAA-9DAC-31EBDE18A66E}" srcOrd="7" destOrd="0" presId="urn:microsoft.com/office/officeart/2005/8/layout/process1"/>
    <dgm:cxn modelId="{B786256B-F892-41CF-BC10-7B27DA60562C}" type="presParOf" srcId="{2297CA2F-E4E3-4CAA-9DAC-31EBDE18A66E}" destId="{54FB4166-E42F-4144-9064-5D0A6108B512}" srcOrd="0" destOrd="0" presId="urn:microsoft.com/office/officeart/2005/8/layout/process1"/>
    <dgm:cxn modelId="{046152D9-7E35-49B9-B8FD-DC77E07E82E9}" type="presParOf" srcId="{33C77B4B-AC4C-4101-BE80-BB3417553860}" destId="{7807F26B-8DA3-4C05-AC81-9B09DFFBB862}" srcOrd="8"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E3F7B911-0DB8-46F7-A6CB-A937DE7F5972}" type="doc">
      <dgm:prSet loTypeId="urn:microsoft.com/office/officeart/2005/8/layout/process1" loCatId="process" qsTypeId="urn:microsoft.com/office/officeart/2005/8/quickstyle/simple5" qsCatId="simple" csTypeId="urn:microsoft.com/office/officeart/2005/8/colors/accent1_2" csCatId="accent1" phldr="1"/>
      <dgm:spPr/>
      <dgm:t>
        <a:bodyPr/>
        <a:lstStyle/>
        <a:p>
          <a:endParaRPr lang="en-US"/>
        </a:p>
      </dgm:t>
    </dgm:pt>
    <dgm:pt modelId="{43DA3B73-85CC-44C7-99AF-E8675AAB11F1}">
      <dgm:prSet phldrT="[Text]">
        <dgm:style>
          <a:lnRef idx="2">
            <a:schemeClr val="dk1"/>
          </a:lnRef>
          <a:fillRef idx="1">
            <a:schemeClr val="lt1"/>
          </a:fillRef>
          <a:effectRef idx="0">
            <a:schemeClr val="dk1"/>
          </a:effectRef>
          <a:fontRef idx="minor">
            <a:schemeClr val="dk1"/>
          </a:fontRef>
        </dgm:style>
      </dgm:prSet>
      <dgm:spPr/>
      <dgm:t>
        <a:bodyPr/>
        <a:lstStyle/>
        <a:p>
          <a:r>
            <a:rPr lang="en-US" b="1" dirty="0"/>
            <a:t>Requirement Gathering</a:t>
          </a:r>
        </a:p>
      </dgm:t>
    </dgm:pt>
    <dgm:pt modelId="{9F019D3D-4D19-4593-B070-40268D2F2EB5}" type="parTrans" cxnId="{131F2674-DD6F-469D-917E-E2EE098B29BC}">
      <dgm:prSet/>
      <dgm:spPr/>
      <dgm:t>
        <a:bodyPr/>
        <a:lstStyle/>
        <a:p>
          <a:endParaRPr lang="en-US"/>
        </a:p>
      </dgm:t>
    </dgm:pt>
    <dgm:pt modelId="{A3169168-C8F4-4A32-9005-27C2332994A7}" type="sibTrans" cxnId="{131F2674-DD6F-469D-917E-E2EE098B29BC}">
      <dgm:prSet/>
      <dgm:spPr/>
      <dgm:t>
        <a:bodyPr/>
        <a:lstStyle/>
        <a:p>
          <a:endParaRPr lang="en-US"/>
        </a:p>
      </dgm:t>
    </dgm:pt>
    <dgm:pt modelId="{360C9A48-81FE-4D65-9516-B232CA206B0B}">
      <dgm:prSet>
        <dgm:style>
          <a:lnRef idx="2">
            <a:schemeClr val="dk1"/>
          </a:lnRef>
          <a:fillRef idx="1">
            <a:schemeClr val="lt1"/>
          </a:fillRef>
          <a:effectRef idx="0">
            <a:schemeClr val="dk1"/>
          </a:effectRef>
          <a:fontRef idx="minor">
            <a:schemeClr val="dk1"/>
          </a:fontRef>
        </dgm:style>
      </dgm:prSet>
      <dgm:spPr/>
      <dgm:t>
        <a:bodyPr/>
        <a:lstStyle/>
        <a:p>
          <a:r>
            <a:rPr lang="en-US" b="1"/>
            <a:t>Logical Design</a:t>
          </a:r>
        </a:p>
      </dgm:t>
    </dgm:pt>
    <dgm:pt modelId="{0B625C4F-CCA9-4175-983E-88805D77AAC5}" type="parTrans" cxnId="{78861782-068A-488A-B1C5-09CC575B5D80}">
      <dgm:prSet/>
      <dgm:spPr/>
      <dgm:t>
        <a:bodyPr/>
        <a:lstStyle/>
        <a:p>
          <a:endParaRPr lang="en-US"/>
        </a:p>
      </dgm:t>
    </dgm:pt>
    <dgm:pt modelId="{E97D0C73-F383-4117-A7E5-7A3FF09471D3}" type="sibTrans" cxnId="{78861782-068A-488A-B1C5-09CC575B5D80}">
      <dgm:prSet/>
      <dgm:spPr/>
      <dgm:t>
        <a:bodyPr/>
        <a:lstStyle/>
        <a:p>
          <a:endParaRPr lang="en-US"/>
        </a:p>
      </dgm:t>
    </dgm:pt>
    <dgm:pt modelId="{A38E3FB1-74C2-416C-962C-208A8CC26451}">
      <dgm:prSet>
        <dgm:style>
          <a:lnRef idx="2">
            <a:schemeClr val="accent5"/>
          </a:lnRef>
          <a:fillRef idx="1">
            <a:schemeClr val="lt1"/>
          </a:fillRef>
          <a:effectRef idx="0">
            <a:schemeClr val="accent5"/>
          </a:effectRef>
          <a:fontRef idx="minor">
            <a:schemeClr val="dk1"/>
          </a:fontRef>
        </dgm:style>
      </dgm:prSet>
      <dgm:spPr/>
      <dgm:t>
        <a:bodyPr/>
        <a:lstStyle/>
        <a:p>
          <a:r>
            <a:rPr lang="en-US" b="1"/>
            <a:t>Physical Design</a:t>
          </a:r>
        </a:p>
      </dgm:t>
    </dgm:pt>
    <dgm:pt modelId="{9E752F19-DAF8-4077-BC1B-196EAE64B4D1}" type="parTrans" cxnId="{A3436A63-0B7B-4E1F-9868-5311457F2073}">
      <dgm:prSet/>
      <dgm:spPr/>
      <dgm:t>
        <a:bodyPr/>
        <a:lstStyle/>
        <a:p>
          <a:endParaRPr lang="en-US"/>
        </a:p>
      </dgm:t>
    </dgm:pt>
    <dgm:pt modelId="{BCA34D4F-D34A-4E7F-8060-EE5CDCEDEBC9}" type="sibTrans" cxnId="{A3436A63-0B7B-4E1F-9868-5311457F2073}">
      <dgm:prSet/>
      <dgm:spPr/>
      <dgm:t>
        <a:bodyPr/>
        <a:lstStyle/>
        <a:p>
          <a:endParaRPr lang="en-US"/>
        </a:p>
      </dgm:t>
    </dgm:pt>
    <dgm:pt modelId="{2063F73A-6D48-4171-9BCC-3A5159FCFBE3}">
      <dgm:prSet>
        <dgm:style>
          <a:lnRef idx="2">
            <a:schemeClr val="accent5"/>
          </a:lnRef>
          <a:fillRef idx="1">
            <a:schemeClr val="lt1"/>
          </a:fillRef>
          <a:effectRef idx="0">
            <a:schemeClr val="accent5"/>
          </a:effectRef>
          <a:fontRef idx="minor">
            <a:schemeClr val="dk1"/>
          </a:fontRef>
        </dgm:style>
      </dgm:prSet>
      <dgm:spPr/>
      <dgm:t>
        <a:bodyPr/>
        <a:lstStyle/>
        <a:p>
          <a:r>
            <a:rPr lang="en-US" b="1"/>
            <a:t>Installation and Maintenance</a:t>
          </a:r>
        </a:p>
      </dgm:t>
    </dgm:pt>
    <dgm:pt modelId="{25077567-7832-4BBF-8124-97EF66740E53}" type="parTrans" cxnId="{4AD42824-2F58-47D8-B6AC-498408ADB519}">
      <dgm:prSet/>
      <dgm:spPr/>
      <dgm:t>
        <a:bodyPr/>
        <a:lstStyle/>
        <a:p>
          <a:endParaRPr lang="en-US"/>
        </a:p>
      </dgm:t>
    </dgm:pt>
    <dgm:pt modelId="{DE743DFC-3175-4315-B0E1-7CE8009342DB}" type="sibTrans" cxnId="{4AD42824-2F58-47D8-B6AC-498408ADB519}">
      <dgm:prSet/>
      <dgm:spPr/>
      <dgm:t>
        <a:bodyPr/>
        <a:lstStyle/>
        <a:p>
          <a:endParaRPr lang="en-US"/>
        </a:p>
      </dgm:t>
    </dgm:pt>
    <dgm:pt modelId="{ADFB60DE-7B6B-42C9-98FD-F94B3F204B4D}">
      <dgm:prSet>
        <dgm:style>
          <a:lnRef idx="0">
            <a:schemeClr val="accent1"/>
          </a:lnRef>
          <a:fillRef idx="3">
            <a:schemeClr val="accent1"/>
          </a:fillRef>
          <a:effectRef idx="3">
            <a:schemeClr val="accent1"/>
          </a:effectRef>
          <a:fontRef idx="minor">
            <a:schemeClr val="lt1"/>
          </a:fontRef>
        </dgm:style>
      </dgm:prSet>
      <dgm:spPr/>
      <dgm:t>
        <a:bodyPr/>
        <a:lstStyle/>
        <a:p>
          <a:r>
            <a:rPr lang="en-US" b="1" dirty="0"/>
            <a:t>Analysis</a:t>
          </a:r>
        </a:p>
      </dgm:t>
    </dgm:pt>
    <dgm:pt modelId="{A97DF006-03C2-4032-A233-78BD76A63D3D}" type="sibTrans" cxnId="{150939AA-2A95-4B47-BDB9-FCBABC3FCAF5}">
      <dgm:prSet/>
      <dgm:spPr/>
      <dgm:t>
        <a:bodyPr/>
        <a:lstStyle/>
        <a:p>
          <a:endParaRPr lang="en-US"/>
        </a:p>
      </dgm:t>
    </dgm:pt>
    <dgm:pt modelId="{A671AC3F-4FF4-419F-B14B-178228C3B3F5}" type="parTrans" cxnId="{150939AA-2A95-4B47-BDB9-FCBABC3FCAF5}">
      <dgm:prSet/>
      <dgm:spPr/>
      <dgm:t>
        <a:bodyPr/>
        <a:lstStyle/>
        <a:p>
          <a:endParaRPr lang="en-US"/>
        </a:p>
      </dgm:t>
    </dgm:pt>
    <dgm:pt modelId="{A992AD57-2B29-405E-A673-4C8FE2DCB2F0}">
      <dgm:prSet>
        <dgm:style>
          <a:lnRef idx="2">
            <a:schemeClr val="dk1"/>
          </a:lnRef>
          <a:fillRef idx="1">
            <a:schemeClr val="lt1"/>
          </a:fillRef>
          <a:effectRef idx="0">
            <a:schemeClr val="dk1"/>
          </a:effectRef>
          <a:fontRef idx="minor">
            <a:schemeClr val="dk1"/>
          </a:fontRef>
        </dgm:style>
      </dgm:prSet>
      <dgm:spPr/>
      <dgm:t>
        <a:bodyPr/>
        <a:lstStyle/>
        <a:p>
          <a:r>
            <a:rPr lang="en-US" dirty="0"/>
            <a:t>Determine needs of: </a:t>
          </a:r>
        </a:p>
      </dgm:t>
    </dgm:pt>
    <dgm:pt modelId="{A107BC28-DE52-4594-8495-7F55B444C020}" type="parTrans" cxnId="{9D26AD6A-9892-4AC4-A58F-4C551EC94151}">
      <dgm:prSet/>
      <dgm:spPr/>
      <dgm:t>
        <a:bodyPr/>
        <a:lstStyle/>
        <a:p>
          <a:endParaRPr lang="en-US"/>
        </a:p>
      </dgm:t>
    </dgm:pt>
    <dgm:pt modelId="{E8BD408A-94EB-4640-B731-4BB67C578ABF}" type="sibTrans" cxnId="{9D26AD6A-9892-4AC4-A58F-4C551EC94151}">
      <dgm:prSet/>
      <dgm:spPr/>
      <dgm:t>
        <a:bodyPr/>
        <a:lstStyle/>
        <a:p>
          <a:endParaRPr lang="en-US"/>
        </a:p>
      </dgm:t>
    </dgm:pt>
    <dgm:pt modelId="{4ED935BC-B6F4-4023-8157-90A00E4288D9}">
      <dgm:prSet>
        <dgm:style>
          <a:lnRef idx="2">
            <a:schemeClr val="dk1"/>
          </a:lnRef>
          <a:fillRef idx="1">
            <a:schemeClr val="lt1"/>
          </a:fillRef>
          <a:effectRef idx="0">
            <a:schemeClr val="dk1"/>
          </a:effectRef>
          <a:fontRef idx="minor">
            <a:schemeClr val="dk1"/>
          </a:fontRef>
        </dgm:style>
      </dgm:prSet>
      <dgm:spPr/>
      <dgm:t>
        <a:bodyPr/>
        <a:lstStyle/>
        <a:p>
          <a:r>
            <a:rPr lang="en-US"/>
            <a:t>Business</a:t>
          </a:r>
        </a:p>
      </dgm:t>
    </dgm:pt>
    <dgm:pt modelId="{770B9806-9CD8-4654-A8B8-3D70D0747D19}" type="parTrans" cxnId="{7A7BB4F0-1C5C-48CB-8901-89C2F8777FD9}">
      <dgm:prSet/>
      <dgm:spPr/>
      <dgm:t>
        <a:bodyPr/>
        <a:lstStyle/>
        <a:p>
          <a:endParaRPr lang="en-US"/>
        </a:p>
      </dgm:t>
    </dgm:pt>
    <dgm:pt modelId="{615EA72B-289C-47B9-87A6-D11B04775F76}" type="sibTrans" cxnId="{7A7BB4F0-1C5C-48CB-8901-89C2F8777FD9}">
      <dgm:prSet/>
      <dgm:spPr/>
      <dgm:t>
        <a:bodyPr/>
        <a:lstStyle/>
        <a:p>
          <a:endParaRPr lang="en-US"/>
        </a:p>
      </dgm:t>
    </dgm:pt>
    <dgm:pt modelId="{C9BC02D3-DAF3-483D-B2B5-6A810A3E5D23}">
      <dgm:prSet>
        <dgm:style>
          <a:lnRef idx="2">
            <a:schemeClr val="dk1"/>
          </a:lnRef>
          <a:fillRef idx="1">
            <a:schemeClr val="lt1"/>
          </a:fillRef>
          <a:effectRef idx="0">
            <a:schemeClr val="dk1"/>
          </a:effectRef>
          <a:fontRef idx="minor">
            <a:schemeClr val="dk1"/>
          </a:fontRef>
        </dgm:style>
      </dgm:prSet>
      <dgm:spPr/>
      <dgm:t>
        <a:bodyPr/>
        <a:lstStyle/>
        <a:p>
          <a:r>
            <a:rPr lang="en-US"/>
            <a:t>Users</a:t>
          </a:r>
        </a:p>
      </dgm:t>
    </dgm:pt>
    <dgm:pt modelId="{0D7DD7AB-4B3F-4B26-9699-8D069D27EBFE}" type="parTrans" cxnId="{78A882AF-41EB-40C3-8636-7416EA57980A}">
      <dgm:prSet/>
      <dgm:spPr/>
      <dgm:t>
        <a:bodyPr/>
        <a:lstStyle/>
        <a:p>
          <a:endParaRPr lang="en-US"/>
        </a:p>
      </dgm:t>
    </dgm:pt>
    <dgm:pt modelId="{14A04E87-4E78-4857-8660-A2A290C3C448}" type="sibTrans" cxnId="{78A882AF-41EB-40C3-8636-7416EA57980A}">
      <dgm:prSet/>
      <dgm:spPr/>
      <dgm:t>
        <a:bodyPr/>
        <a:lstStyle/>
        <a:p>
          <a:endParaRPr lang="en-US"/>
        </a:p>
      </dgm:t>
    </dgm:pt>
    <dgm:pt modelId="{0F52510D-04B1-43CC-97FD-7BBD63C4D854}">
      <dgm:prSet>
        <dgm:style>
          <a:lnRef idx="2">
            <a:schemeClr val="dk1"/>
          </a:lnRef>
          <a:fillRef idx="1">
            <a:schemeClr val="lt1"/>
          </a:fillRef>
          <a:effectRef idx="0">
            <a:schemeClr val="dk1"/>
          </a:effectRef>
          <a:fontRef idx="minor">
            <a:schemeClr val="dk1"/>
          </a:fontRef>
        </dgm:style>
      </dgm:prSet>
      <dgm:spPr/>
      <dgm:t>
        <a:bodyPr/>
        <a:lstStyle/>
        <a:p>
          <a:r>
            <a:rPr lang="en-US"/>
            <a:t>Applications</a:t>
          </a:r>
        </a:p>
      </dgm:t>
    </dgm:pt>
    <dgm:pt modelId="{7A0826B7-80B0-4499-9F07-B0CEFEBCCB15}" type="parTrans" cxnId="{CD2010FC-CBD9-4366-BBB7-A2370EB4C245}">
      <dgm:prSet/>
      <dgm:spPr/>
      <dgm:t>
        <a:bodyPr/>
        <a:lstStyle/>
        <a:p>
          <a:endParaRPr lang="en-US"/>
        </a:p>
      </dgm:t>
    </dgm:pt>
    <dgm:pt modelId="{000FE71D-E956-498B-A2D5-3FE5EE89E851}" type="sibTrans" cxnId="{CD2010FC-CBD9-4366-BBB7-A2370EB4C245}">
      <dgm:prSet/>
      <dgm:spPr/>
      <dgm:t>
        <a:bodyPr/>
        <a:lstStyle/>
        <a:p>
          <a:endParaRPr lang="en-US"/>
        </a:p>
      </dgm:t>
    </dgm:pt>
    <dgm:pt modelId="{5B1735AB-8363-41EB-A9A6-B25D2636DC13}">
      <dgm:prSet>
        <dgm:style>
          <a:lnRef idx="2">
            <a:schemeClr val="dk1"/>
          </a:lnRef>
          <a:fillRef idx="1">
            <a:schemeClr val="lt1"/>
          </a:fillRef>
          <a:effectRef idx="0">
            <a:schemeClr val="dk1"/>
          </a:effectRef>
          <a:fontRef idx="minor">
            <a:schemeClr val="dk1"/>
          </a:fontRef>
        </dgm:style>
      </dgm:prSet>
      <dgm:spPr/>
      <dgm:t>
        <a:bodyPr/>
        <a:lstStyle/>
        <a:p>
          <a:r>
            <a:rPr lang="en-US"/>
            <a:t>Network</a:t>
          </a:r>
        </a:p>
      </dgm:t>
    </dgm:pt>
    <dgm:pt modelId="{258247BB-E99C-4C40-A6F3-2BCFF7F3F021}" type="parTrans" cxnId="{66DE21FB-DA00-48E7-8841-EB738D68F62C}">
      <dgm:prSet/>
      <dgm:spPr/>
      <dgm:t>
        <a:bodyPr/>
        <a:lstStyle/>
        <a:p>
          <a:endParaRPr lang="en-US"/>
        </a:p>
      </dgm:t>
    </dgm:pt>
    <dgm:pt modelId="{A1728D92-C6B8-42BE-B7DA-7498106C25C1}" type="sibTrans" cxnId="{66DE21FB-DA00-48E7-8841-EB738D68F62C}">
      <dgm:prSet/>
      <dgm:spPr/>
      <dgm:t>
        <a:bodyPr/>
        <a:lstStyle/>
        <a:p>
          <a:endParaRPr lang="en-US"/>
        </a:p>
      </dgm:t>
    </dgm:pt>
    <dgm:pt modelId="{801389A1-08AD-4217-99F1-17D044229FA0}">
      <dgm:prSet>
        <dgm:style>
          <a:lnRef idx="0">
            <a:schemeClr val="accent1"/>
          </a:lnRef>
          <a:fillRef idx="3">
            <a:schemeClr val="accent1"/>
          </a:fillRef>
          <a:effectRef idx="3">
            <a:schemeClr val="accent1"/>
          </a:effectRef>
          <a:fontRef idx="minor">
            <a:schemeClr val="lt1"/>
          </a:fontRef>
        </dgm:style>
      </dgm:prSet>
      <dgm:spPr/>
      <dgm:t>
        <a:bodyPr/>
        <a:lstStyle/>
        <a:p>
          <a:r>
            <a:rPr lang="en-US"/>
            <a:t>Estimate and measure traffic and device utilization</a:t>
          </a:r>
        </a:p>
      </dgm:t>
    </dgm:pt>
    <dgm:pt modelId="{BC314620-F755-43B8-B2B8-D38FEAD5BE47}" type="parTrans" cxnId="{17E4239A-DE32-4B78-BE06-CFE7B8B50D59}">
      <dgm:prSet/>
      <dgm:spPr/>
      <dgm:t>
        <a:bodyPr/>
        <a:lstStyle/>
        <a:p>
          <a:endParaRPr lang="en-US"/>
        </a:p>
      </dgm:t>
    </dgm:pt>
    <dgm:pt modelId="{9C7BD2E7-B2D7-4F25-A967-AB9E699AD0E3}" type="sibTrans" cxnId="{17E4239A-DE32-4B78-BE06-CFE7B8B50D59}">
      <dgm:prSet/>
      <dgm:spPr/>
      <dgm:t>
        <a:bodyPr/>
        <a:lstStyle/>
        <a:p>
          <a:endParaRPr lang="en-US"/>
        </a:p>
      </dgm:t>
    </dgm:pt>
    <dgm:pt modelId="{B27230E2-A17D-4220-80FE-46D64297B343}">
      <dgm:prSet>
        <dgm:style>
          <a:lnRef idx="2">
            <a:schemeClr val="dk1"/>
          </a:lnRef>
          <a:fillRef idx="1">
            <a:schemeClr val="lt1"/>
          </a:fillRef>
          <a:effectRef idx="0">
            <a:schemeClr val="dk1"/>
          </a:effectRef>
          <a:fontRef idx="minor">
            <a:schemeClr val="dk1"/>
          </a:fontRef>
        </dgm:style>
      </dgm:prSet>
      <dgm:spPr/>
      <dgm:t>
        <a:bodyPr/>
        <a:lstStyle/>
        <a:p>
          <a:r>
            <a:rPr lang="en-US"/>
            <a:t>Choose technologies that meet the requirements</a:t>
          </a:r>
        </a:p>
      </dgm:t>
    </dgm:pt>
    <dgm:pt modelId="{D985146F-41BC-41F7-BD5A-34637F24A6B1}" type="parTrans" cxnId="{E1DB8706-943A-41DE-857B-FD1004514511}">
      <dgm:prSet/>
      <dgm:spPr/>
      <dgm:t>
        <a:bodyPr/>
        <a:lstStyle/>
        <a:p>
          <a:endParaRPr lang="en-US"/>
        </a:p>
      </dgm:t>
    </dgm:pt>
    <dgm:pt modelId="{1D9A2E75-6B4A-4BA3-BDC6-C1C8E25DEF5F}" type="sibTrans" cxnId="{E1DB8706-943A-41DE-857B-FD1004514511}">
      <dgm:prSet/>
      <dgm:spPr/>
      <dgm:t>
        <a:bodyPr/>
        <a:lstStyle/>
        <a:p>
          <a:endParaRPr lang="en-US"/>
        </a:p>
      </dgm:t>
    </dgm:pt>
    <dgm:pt modelId="{FF9F707B-CECE-4E78-99EB-914DC0A31ECF}">
      <dgm:prSet>
        <dgm:style>
          <a:lnRef idx="2">
            <a:schemeClr val="accent5"/>
          </a:lnRef>
          <a:fillRef idx="1">
            <a:schemeClr val="lt1"/>
          </a:fillRef>
          <a:effectRef idx="0">
            <a:schemeClr val="accent5"/>
          </a:effectRef>
          <a:fontRef idx="minor">
            <a:schemeClr val="dk1"/>
          </a:fontRef>
        </dgm:style>
      </dgm:prSet>
      <dgm:spPr/>
      <dgm:t>
        <a:bodyPr/>
        <a:lstStyle/>
        <a:p>
          <a:r>
            <a:rPr lang="en-US"/>
            <a:t>Apply the Logical Design to the physical space</a:t>
          </a:r>
        </a:p>
      </dgm:t>
    </dgm:pt>
    <dgm:pt modelId="{FB17E8DF-B400-423B-9CB4-4C38E1A393D0}" type="parTrans" cxnId="{FEEA18CF-B05D-4F84-9B2B-A59126D73B0B}">
      <dgm:prSet/>
      <dgm:spPr/>
      <dgm:t>
        <a:bodyPr/>
        <a:lstStyle/>
        <a:p>
          <a:endParaRPr lang="en-US"/>
        </a:p>
      </dgm:t>
    </dgm:pt>
    <dgm:pt modelId="{1B2FE90C-EAEA-4A43-A64F-69ABBDDABCEB}" type="sibTrans" cxnId="{FEEA18CF-B05D-4F84-9B2B-A59126D73B0B}">
      <dgm:prSet/>
      <dgm:spPr/>
      <dgm:t>
        <a:bodyPr/>
        <a:lstStyle/>
        <a:p>
          <a:endParaRPr lang="en-US"/>
        </a:p>
      </dgm:t>
    </dgm:pt>
    <dgm:pt modelId="{66FFFF39-03D1-479F-A004-0C1A91BCD012}">
      <dgm:prSet>
        <dgm:style>
          <a:lnRef idx="2">
            <a:schemeClr val="accent5"/>
          </a:lnRef>
          <a:fillRef idx="1">
            <a:schemeClr val="lt1"/>
          </a:fillRef>
          <a:effectRef idx="0">
            <a:schemeClr val="accent5"/>
          </a:effectRef>
          <a:fontRef idx="minor">
            <a:schemeClr val="dk1"/>
          </a:fontRef>
        </dgm:style>
      </dgm:prSet>
      <dgm:spPr/>
      <dgm:t>
        <a:bodyPr/>
        <a:lstStyle/>
        <a:p>
          <a:r>
            <a:rPr lang="en-US"/>
            <a:t>Implement the Physical Design</a:t>
          </a:r>
        </a:p>
      </dgm:t>
    </dgm:pt>
    <dgm:pt modelId="{4A5EDA08-68C0-4719-B835-6AECC589A5D1}" type="parTrans" cxnId="{CCB86B93-3845-428F-8411-A023AC4BDDEB}">
      <dgm:prSet/>
      <dgm:spPr/>
      <dgm:t>
        <a:bodyPr/>
        <a:lstStyle/>
        <a:p>
          <a:endParaRPr lang="en-US"/>
        </a:p>
      </dgm:t>
    </dgm:pt>
    <dgm:pt modelId="{775A41F0-E2CD-483C-948E-4C4DCDBE23C6}" type="sibTrans" cxnId="{CCB86B93-3845-428F-8411-A023AC4BDDEB}">
      <dgm:prSet/>
      <dgm:spPr/>
      <dgm:t>
        <a:bodyPr/>
        <a:lstStyle/>
        <a:p>
          <a:endParaRPr lang="en-US"/>
        </a:p>
      </dgm:t>
    </dgm:pt>
    <dgm:pt modelId="{33C77B4B-AC4C-4101-BE80-BB3417553860}" type="pres">
      <dgm:prSet presAssocID="{E3F7B911-0DB8-46F7-A6CB-A937DE7F5972}" presName="Name0" presStyleCnt="0">
        <dgm:presLayoutVars>
          <dgm:dir/>
          <dgm:resizeHandles val="exact"/>
        </dgm:presLayoutVars>
      </dgm:prSet>
      <dgm:spPr/>
    </dgm:pt>
    <dgm:pt modelId="{69C0042D-507E-4F9E-94A8-E94955ADB76F}" type="pres">
      <dgm:prSet presAssocID="{43DA3B73-85CC-44C7-99AF-E8675AAB11F1}" presName="node" presStyleLbl="node1" presStyleIdx="0" presStyleCnt="5">
        <dgm:presLayoutVars>
          <dgm:bulletEnabled val="1"/>
        </dgm:presLayoutVars>
      </dgm:prSet>
      <dgm:spPr/>
    </dgm:pt>
    <dgm:pt modelId="{C995A894-0AFA-453F-8460-3BDDD034C9F0}" type="pres">
      <dgm:prSet presAssocID="{A3169168-C8F4-4A32-9005-27C2332994A7}" presName="sibTrans" presStyleLbl="sibTrans2D1" presStyleIdx="0" presStyleCnt="4"/>
      <dgm:spPr/>
    </dgm:pt>
    <dgm:pt modelId="{8C1AB374-B3F6-4375-BF8E-0EF0B9A03D5F}" type="pres">
      <dgm:prSet presAssocID="{A3169168-C8F4-4A32-9005-27C2332994A7}" presName="connectorText" presStyleLbl="sibTrans2D1" presStyleIdx="0" presStyleCnt="4"/>
      <dgm:spPr/>
    </dgm:pt>
    <dgm:pt modelId="{94DB21CA-9344-453D-8C21-40F12F0D3889}" type="pres">
      <dgm:prSet presAssocID="{ADFB60DE-7B6B-42C9-98FD-F94B3F204B4D}" presName="node" presStyleLbl="node1" presStyleIdx="1" presStyleCnt="5">
        <dgm:presLayoutVars>
          <dgm:bulletEnabled val="1"/>
        </dgm:presLayoutVars>
      </dgm:prSet>
      <dgm:spPr/>
    </dgm:pt>
    <dgm:pt modelId="{60985EB9-42F5-4968-91E1-F1C3464F83DB}" type="pres">
      <dgm:prSet presAssocID="{A97DF006-03C2-4032-A233-78BD76A63D3D}" presName="sibTrans" presStyleLbl="sibTrans2D1" presStyleIdx="1" presStyleCnt="4"/>
      <dgm:spPr/>
    </dgm:pt>
    <dgm:pt modelId="{EAD196ED-2637-4521-AC20-12D40696FBB7}" type="pres">
      <dgm:prSet presAssocID="{A97DF006-03C2-4032-A233-78BD76A63D3D}" presName="connectorText" presStyleLbl="sibTrans2D1" presStyleIdx="1" presStyleCnt="4"/>
      <dgm:spPr/>
    </dgm:pt>
    <dgm:pt modelId="{BCD86AF2-2522-4648-B7B2-23EC01768288}" type="pres">
      <dgm:prSet presAssocID="{360C9A48-81FE-4D65-9516-B232CA206B0B}" presName="node" presStyleLbl="node1" presStyleIdx="2" presStyleCnt="5">
        <dgm:presLayoutVars>
          <dgm:bulletEnabled val="1"/>
        </dgm:presLayoutVars>
      </dgm:prSet>
      <dgm:spPr/>
    </dgm:pt>
    <dgm:pt modelId="{42963792-B266-4648-A606-495C07C981FB}" type="pres">
      <dgm:prSet presAssocID="{E97D0C73-F383-4117-A7E5-7A3FF09471D3}" presName="sibTrans" presStyleLbl="sibTrans2D1" presStyleIdx="2" presStyleCnt="4"/>
      <dgm:spPr/>
    </dgm:pt>
    <dgm:pt modelId="{C7FE0866-5A38-4AB6-9BDD-3EA0723D1400}" type="pres">
      <dgm:prSet presAssocID="{E97D0C73-F383-4117-A7E5-7A3FF09471D3}" presName="connectorText" presStyleLbl="sibTrans2D1" presStyleIdx="2" presStyleCnt="4"/>
      <dgm:spPr/>
    </dgm:pt>
    <dgm:pt modelId="{0941CEB6-4744-4A4C-B3F9-AE9B3291FC66}" type="pres">
      <dgm:prSet presAssocID="{A38E3FB1-74C2-416C-962C-208A8CC26451}" presName="node" presStyleLbl="node1" presStyleIdx="3" presStyleCnt="5">
        <dgm:presLayoutVars>
          <dgm:bulletEnabled val="1"/>
        </dgm:presLayoutVars>
      </dgm:prSet>
      <dgm:spPr/>
    </dgm:pt>
    <dgm:pt modelId="{2297CA2F-E4E3-4CAA-9DAC-31EBDE18A66E}" type="pres">
      <dgm:prSet presAssocID="{BCA34D4F-D34A-4E7F-8060-EE5CDCEDEBC9}" presName="sibTrans" presStyleLbl="sibTrans2D1" presStyleIdx="3" presStyleCnt="4"/>
      <dgm:spPr/>
    </dgm:pt>
    <dgm:pt modelId="{54FB4166-E42F-4144-9064-5D0A6108B512}" type="pres">
      <dgm:prSet presAssocID="{BCA34D4F-D34A-4E7F-8060-EE5CDCEDEBC9}" presName="connectorText" presStyleLbl="sibTrans2D1" presStyleIdx="3" presStyleCnt="4"/>
      <dgm:spPr/>
    </dgm:pt>
    <dgm:pt modelId="{7807F26B-8DA3-4C05-AC81-9B09DFFBB862}" type="pres">
      <dgm:prSet presAssocID="{2063F73A-6D48-4171-9BCC-3A5159FCFBE3}" presName="node" presStyleLbl="node1" presStyleIdx="4" presStyleCnt="5">
        <dgm:presLayoutVars>
          <dgm:bulletEnabled val="1"/>
        </dgm:presLayoutVars>
      </dgm:prSet>
      <dgm:spPr/>
    </dgm:pt>
  </dgm:ptLst>
  <dgm:cxnLst>
    <dgm:cxn modelId="{373BB105-BD9B-482D-93E7-3D2A93F643C0}" type="presOf" srcId="{0F52510D-04B1-43CC-97FD-7BBD63C4D854}" destId="{69C0042D-507E-4F9E-94A8-E94955ADB76F}" srcOrd="0" destOrd="4" presId="urn:microsoft.com/office/officeart/2005/8/layout/process1"/>
    <dgm:cxn modelId="{E1DB8706-943A-41DE-857B-FD1004514511}" srcId="{360C9A48-81FE-4D65-9516-B232CA206B0B}" destId="{B27230E2-A17D-4220-80FE-46D64297B343}" srcOrd="0" destOrd="0" parTransId="{D985146F-41BC-41F7-BD5A-34637F24A6B1}" sibTransId="{1D9A2E75-6B4A-4BA3-BDC6-C1C8E25DEF5F}"/>
    <dgm:cxn modelId="{8B50E507-1CF5-4604-8206-39FABB967420}" type="presOf" srcId="{A97DF006-03C2-4032-A233-78BD76A63D3D}" destId="{60985EB9-42F5-4968-91E1-F1C3464F83DB}" srcOrd="0" destOrd="0" presId="urn:microsoft.com/office/officeart/2005/8/layout/process1"/>
    <dgm:cxn modelId="{E8787317-170A-4679-B5D4-515276EDD2E3}" type="presOf" srcId="{A3169168-C8F4-4A32-9005-27C2332994A7}" destId="{C995A894-0AFA-453F-8460-3BDDD034C9F0}" srcOrd="0" destOrd="0" presId="urn:microsoft.com/office/officeart/2005/8/layout/process1"/>
    <dgm:cxn modelId="{4AD42824-2F58-47D8-B6AC-498408ADB519}" srcId="{E3F7B911-0DB8-46F7-A6CB-A937DE7F5972}" destId="{2063F73A-6D48-4171-9BCC-3A5159FCFBE3}" srcOrd="4" destOrd="0" parTransId="{25077567-7832-4BBF-8124-97EF66740E53}" sibTransId="{DE743DFC-3175-4315-B0E1-7CE8009342DB}"/>
    <dgm:cxn modelId="{97B9692E-411D-4838-88AD-1C43A6F73083}" type="presOf" srcId="{360C9A48-81FE-4D65-9516-B232CA206B0B}" destId="{BCD86AF2-2522-4648-B7B2-23EC01768288}" srcOrd="0" destOrd="0" presId="urn:microsoft.com/office/officeart/2005/8/layout/process1"/>
    <dgm:cxn modelId="{13C49C2F-310A-4CF0-8235-FBDCD86AF66B}" type="presOf" srcId="{A38E3FB1-74C2-416C-962C-208A8CC26451}" destId="{0941CEB6-4744-4A4C-B3F9-AE9B3291FC66}" srcOrd="0" destOrd="0" presId="urn:microsoft.com/office/officeart/2005/8/layout/process1"/>
    <dgm:cxn modelId="{14F43930-AB62-4374-97B3-C3B06522240C}" type="presOf" srcId="{C9BC02D3-DAF3-483D-B2B5-6A810A3E5D23}" destId="{69C0042D-507E-4F9E-94A8-E94955ADB76F}" srcOrd="0" destOrd="3" presId="urn:microsoft.com/office/officeart/2005/8/layout/process1"/>
    <dgm:cxn modelId="{11B67C38-C0BB-4056-ABB9-B9C8C359F9CA}" type="presOf" srcId="{2063F73A-6D48-4171-9BCC-3A5159FCFBE3}" destId="{7807F26B-8DA3-4C05-AC81-9B09DFFBB862}" srcOrd="0" destOrd="0" presId="urn:microsoft.com/office/officeart/2005/8/layout/process1"/>
    <dgm:cxn modelId="{1079F93D-EFC9-4F63-A7D2-BA33A86E4DFC}" type="presOf" srcId="{BCA34D4F-D34A-4E7F-8060-EE5CDCEDEBC9}" destId="{2297CA2F-E4E3-4CAA-9DAC-31EBDE18A66E}" srcOrd="0" destOrd="0" presId="urn:microsoft.com/office/officeart/2005/8/layout/process1"/>
    <dgm:cxn modelId="{26FA8D5C-9E2D-43A2-86DB-EE2A3FA661CA}" type="presOf" srcId="{A97DF006-03C2-4032-A233-78BD76A63D3D}" destId="{EAD196ED-2637-4521-AC20-12D40696FBB7}" srcOrd="1" destOrd="0" presId="urn:microsoft.com/office/officeart/2005/8/layout/process1"/>
    <dgm:cxn modelId="{A3436A63-0B7B-4E1F-9868-5311457F2073}" srcId="{E3F7B911-0DB8-46F7-A6CB-A937DE7F5972}" destId="{A38E3FB1-74C2-416C-962C-208A8CC26451}" srcOrd="3" destOrd="0" parTransId="{9E752F19-DAF8-4077-BC1B-196EAE64B4D1}" sibTransId="{BCA34D4F-D34A-4E7F-8060-EE5CDCEDEBC9}"/>
    <dgm:cxn modelId="{8C6FAC44-1A20-4525-8EB8-2F9740001F7B}" type="presOf" srcId="{4ED935BC-B6F4-4023-8157-90A00E4288D9}" destId="{69C0042D-507E-4F9E-94A8-E94955ADB76F}" srcOrd="0" destOrd="2" presId="urn:microsoft.com/office/officeart/2005/8/layout/process1"/>
    <dgm:cxn modelId="{D680D866-82DC-42E8-93B4-13F314842A5A}" type="presOf" srcId="{66FFFF39-03D1-479F-A004-0C1A91BCD012}" destId="{7807F26B-8DA3-4C05-AC81-9B09DFFBB862}" srcOrd="0" destOrd="1" presId="urn:microsoft.com/office/officeart/2005/8/layout/process1"/>
    <dgm:cxn modelId="{C99CE768-EC43-4487-A92D-7422C1A1183F}" type="presOf" srcId="{FF9F707B-CECE-4E78-99EB-914DC0A31ECF}" destId="{0941CEB6-4744-4A4C-B3F9-AE9B3291FC66}" srcOrd="0" destOrd="1" presId="urn:microsoft.com/office/officeart/2005/8/layout/process1"/>
    <dgm:cxn modelId="{9D26AD6A-9892-4AC4-A58F-4C551EC94151}" srcId="{43DA3B73-85CC-44C7-99AF-E8675AAB11F1}" destId="{A992AD57-2B29-405E-A673-4C8FE2DCB2F0}" srcOrd="0" destOrd="0" parTransId="{A107BC28-DE52-4594-8495-7F55B444C020}" sibTransId="{E8BD408A-94EB-4640-B731-4BB67C578ABF}"/>
    <dgm:cxn modelId="{BB46DB6A-79CE-4A48-9BD1-A2DD18A4D36D}" type="presOf" srcId="{E3F7B911-0DB8-46F7-A6CB-A937DE7F5972}" destId="{33C77B4B-AC4C-4101-BE80-BB3417553860}" srcOrd="0" destOrd="0" presId="urn:microsoft.com/office/officeart/2005/8/layout/process1"/>
    <dgm:cxn modelId="{2067A66C-5E78-49CD-BF13-380CF2200C11}" type="presOf" srcId="{BCA34D4F-D34A-4E7F-8060-EE5CDCEDEBC9}" destId="{54FB4166-E42F-4144-9064-5D0A6108B512}" srcOrd="1" destOrd="0" presId="urn:microsoft.com/office/officeart/2005/8/layout/process1"/>
    <dgm:cxn modelId="{131F2674-DD6F-469D-917E-E2EE098B29BC}" srcId="{E3F7B911-0DB8-46F7-A6CB-A937DE7F5972}" destId="{43DA3B73-85CC-44C7-99AF-E8675AAB11F1}" srcOrd="0" destOrd="0" parTransId="{9F019D3D-4D19-4593-B070-40268D2F2EB5}" sibTransId="{A3169168-C8F4-4A32-9005-27C2332994A7}"/>
    <dgm:cxn modelId="{541F8A77-0852-4130-A267-CB2C1482A6E8}" type="presOf" srcId="{E97D0C73-F383-4117-A7E5-7A3FF09471D3}" destId="{42963792-B266-4648-A606-495C07C981FB}" srcOrd="0" destOrd="0" presId="urn:microsoft.com/office/officeart/2005/8/layout/process1"/>
    <dgm:cxn modelId="{78861782-068A-488A-B1C5-09CC575B5D80}" srcId="{E3F7B911-0DB8-46F7-A6CB-A937DE7F5972}" destId="{360C9A48-81FE-4D65-9516-B232CA206B0B}" srcOrd="2" destOrd="0" parTransId="{0B625C4F-CCA9-4175-983E-88805D77AAC5}" sibTransId="{E97D0C73-F383-4117-A7E5-7A3FF09471D3}"/>
    <dgm:cxn modelId="{CCB86B93-3845-428F-8411-A023AC4BDDEB}" srcId="{2063F73A-6D48-4171-9BCC-3A5159FCFBE3}" destId="{66FFFF39-03D1-479F-A004-0C1A91BCD012}" srcOrd="0" destOrd="0" parTransId="{4A5EDA08-68C0-4719-B835-6AECC589A5D1}" sibTransId="{775A41F0-E2CD-483C-948E-4C4DCDBE23C6}"/>
    <dgm:cxn modelId="{17E4239A-DE32-4B78-BE06-CFE7B8B50D59}" srcId="{ADFB60DE-7B6B-42C9-98FD-F94B3F204B4D}" destId="{801389A1-08AD-4217-99F1-17D044229FA0}" srcOrd="0" destOrd="0" parTransId="{BC314620-F755-43B8-B2B8-D38FEAD5BE47}" sibTransId="{9C7BD2E7-B2D7-4F25-A967-AB9E699AD0E3}"/>
    <dgm:cxn modelId="{150939AA-2A95-4B47-BDB9-FCBABC3FCAF5}" srcId="{E3F7B911-0DB8-46F7-A6CB-A937DE7F5972}" destId="{ADFB60DE-7B6B-42C9-98FD-F94B3F204B4D}" srcOrd="1" destOrd="0" parTransId="{A671AC3F-4FF4-419F-B14B-178228C3B3F5}" sibTransId="{A97DF006-03C2-4032-A233-78BD76A63D3D}"/>
    <dgm:cxn modelId="{881D80AA-1DB5-4D05-B4BE-DEB9948C817E}" type="presOf" srcId="{A3169168-C8F4-4A32-9005-27C2332994A7}" destId="{8C1AB374-B3F6-4375-BF8E-0EF0B9A03D5F}" srcOrd="1" destOrd="0" presId="urn:microsoft.com/office/officeart/2005/8/layout/process1"/>
    <dgm:cxn modelId="{78A882AF-41EB-40C3-8636-7416EA57980A}" srcId="{A992AD57-2B29-405E-A673-4C8FE2DCB2F0}" destId="{C9BC02D3-DAF3-483D-B2B5-6A810A3E5D23}" srcOrd="1" destOrd="0" parTransId="{0D7DD7AB-4B3F-4B26-9699-8D069D27EBFE}" sibTransId="{14A04E87-4E78-4857-8660-A2A290C3C448}"/>
    <dgm:cxn modelId="{E38AD1BC-B1F2-48A3-9F4E-9F4B093FDAEC}" type="presOf" srcId="{43DA3B73-85CC-44C7-99AF-E8675AAB11F1}" destId="{69C0042D-507E-4F9E-94A8-E94955ADB76F}" srcOrd="0" destOrd="0" presId="urn:microsoft.com/office/officeart/2005/8/layout/process1"/>
    <dgm:cxn modelId="{B714FBC5-D059-4484-9BC2-66EECB500B12}" type="presOf" srcId="{A992AD57-2B29-405E-A673-4C8FE2DCB2F0}" destId="{69C0042D-507E-4F9E-94A8-E94955ADB76F}" srcOrd="0" destOrd="1" presId="urn:microsoft.com/office/officeart/2005/8/layout/process1"/>
    <dgm:cxn modelId="{E20D28C7-268F-4C82-A0F1-EBBD25300B26}" type="presOf" srcId="{E97D0C73-F383-4117-A7E5-7A3FF09471D3}" destId="{C7FE0866-5A38-4AB6-9BDD-3EA0723D1400}" srcOrd="1" destOrd="0" presId="urn:microsoft.com/office/officeart/2005/8/layout/process1"/>
    <dgm:cxn modelId="{0DC4C7C8-8BFE-40E5-83C2-29B21DE73171}" type="presOf" srcId="{ADFB60DE-7B6B-42C9-98FD-F94B3F204B4D}" destId="{94DB21CA-9344-453D-8C21-40F12F0D3889}" srcOrd="0" destOrd="0" presId="urn:microsoft.com/office/officeart/2005/8/layout/process1"/>
    <dgm:cxn modelId="{AAC299C9-BA83-43E5-94A0-81B18092AFEC}" type="presOf" srcId="{5B1735AB-8363-41EB-A9A6-B25D2636DC13}" destId="{69C0042D-507E-4F9E-94A8-E94955ADB76F}" srcOrd="0" destOrd="5" presId="urn:microsoft.com/office/officeart/2005/8/layout/process1"/>
    <dgm:cxn modelId="{FEEA18CF-B05D-4F84-9B2B-A59126D73B0B}" srcId="{A38E3FB1-74C2-416C-962C-208A8CC26451}" destId="{FF9F707B-CECE-4E78-99EB-914DC0A31ECF}" srcOrd="0" destOrd="0" parTransId="{FB17E8DF-B400-423B-9CB4-4C38E1A393D0}" sibTransId="{1B2FE90C-EAEA-4A43-A64F-69ABBDDABCEB}"/>
    <dgm:cxn modelId="{AB8346D2-7479-4A8A-9B9E-3E06B25A4101}" type="presOf" srcId="{801389A1-08AD-4217-99F1-17D044229FA0}" destId="{94DB21CA-9344-453D-8C21-40F12F0D3889}" srcOrd="0" destOrd="1" presId="urn:microsoft.com/office/officeart/2005/8/layout/process1"/>
    <dgm:cxn modelId="{7A7BB4F0-1C5C-48CB-8901-89C2F8777FD9}" srcId="{A992AD57-2B29-405E-A673-4C8FE2DCB2F0}" destId="{4ED935BC-B6F4-4023-8157-90A00E4288D9}" srcOrd="0" destOrd="0" parTransId="{770B9806-9CD8-4654-A8B8-3D70D0747D19}" sibTransId="{615EA72B-289C-47B9-87A6-D11B04775F76}"/>
    <dgm:cxn modelId="{66DE21FB-DA00-48E7-8841-EB738D68F62C}" srcId="{A992AD57-2B29-405E-A673-4C8FE2DCB2F0}" destId="{5B1735AB-8363-41EB-A9A6-B25D2636DC13}" srcOrd="3" destOrd="0" parTransId="{258247BB-E99C-4C40-A6F3-2BCFF7F3F021}" sibTransId="{A1728D92-C6B8-42BE-B7DA-7498106C25C1}"/>
    <dgm:cxn modelId="{CD2010FC-CBD9-4366-BBB7-A2370EB4C245}" srcId="{A992AD57-2B29-405E-A673-4C8FE2DCB2F0}" destId="{0F52510D-04B1-43CC-97FD-7BBD63C4D854}" srcOrd="2" destOrd="0" parTransId="{7A0826B7-80B0-4499-9F07-B0CEFEBCCB15}" sibTransId="{000FE71D-E956-498B-A2D5-3FE5EE89E851}"/>
    <dgm:cxn modelId="{44EB4AFF-CFAA-4C07-A2E3-FCFCFC4805D0}" type="presOf" srcId="{B27230E2-A17D-4220-80FE-46D64297B343}" destId="{BCD86AF2-2522-4648-B7B2-23EC01768288}" srcOrd="0" destOrd="1" presId="urn:microsoft.com/office/officeart/2005/8/layout/process1"/>
    <dgm:cxn modelId="{A3EEBC4C-D696-420C-9548-292C5BAFC381}" type="presParOf" srcId="{33C77B4B-AC4C-4101-BE80-BB3417553860}" destId="{69C0042D-507E-4F9E-94A8-E94955ADB76F}" srcOrd="0" destOrd="0" presId="urn:microsoft.com/office/officeart/2005/8/layout/process1"/>
    <dgm:cxn modelId="{74064A54-7EF8-41C7-AE1A-BB20A8BAC8C0}" type="presParOf" srcId="{33C77B4B-AC4C-4101-BE80-BB3417553860}" destId="{C995A894-0AFA-453F-8460-3BDDD034C9F0}" srcOrd="1" destOrd="0" presId="urn:microsoft.com/office/officeart/2005/8/layout/process1"/>
    <dgm:cxn modelId="{42219523-EF2A-4B71-AADE-F502E30D150F}" type="presParOf" srcId="{C995A894-0AFA-453F-8460-3BDDD034C9F0}" destId="{8C1AB374-B3F6-4375-BF8E-0EF0B9A03D5F}" srcOrd="0" destOrd="0" presId="urn:microsoft.com/office/officeart/2005/8/layout/process1"/>
    <dgm:cxn modelId="{2E862AAC-1707-4857-9DE2-CB1A6192A062}" type="presParOf" srcId="{33C77B4B-AC4C-4101-BE80-BB3417553860}" destId="{94DB21CA-9344-453D-8C21-40F12F0D3889}" srcOrd="2" destOrd="0" presId="urn:microsoft.com/office/officeart/2005/8/layout/process1"/>
    <dgm:cxn modelId="{E56D702D-0BD3-45F5-9E8A-6285E21BF72E}" type="presParOf" srcId="{33C77B4B-AC4C-4101-BE80-BB3417553860}" destId="{60985EB9-42F5-4968-91E1-F1C3464F83DB}" srcOrd="3" destOrd="0" presId="urn:microsoft.com/office/officeart/2005/8/layout/process1"/>
    <dgm:cxn modelId="{89C02620-D853-4447-8CB1-200CE276630A}" type="presParOf" srcId="{60985EB9-42F5-4968-91E1-F1C3464F83DB}" destId="{EAD196ED-2637-4521-AC20-12D40696FBB7}" srcOrd="0" destOrd="0" presId="urn:microsoft.com/office/officeart/2005/8/layout/process1"/>
    <dgm:cxn modelId="{41356EBF-EA7A-4518-B314-C85465DD60D5}" type="presParOf" srcId="{33C77B4B-AC4C-4101-BE80-BB3417553860}" destId="{BCD86AF2-2522-4648-B7B2-23EC01768288}" srcOrd="4" destOrd="0" presId="urn:microsoft.com/office/officeart/2005/8/layout/process1"/>
    <dgm:cxn modelId="{FBE42AA9-721C-4844-B0F1-CCA2BAD003BC}" type="presParOf" srcId="{33C77B4B-AC4C-4101-BE80-BB3417553860}" destId="{42963792-B266-4648-A606-495C07C981FB}" srcOrd="5" destOrd="0" presId="urn:microsoft.com/office/officeart/2005/8/layout/process1"/>
    <dgm:cxn modelId="{33FB0A03-6E92-4F9C-8F36-2CA9B558087D}" type="presParOf" srcId="{42963792-B266-4648-A606-495C07C981FB}" destId="{C7FE0866-5A38-4AB6-9BDD-3EA0723D1400}" srcOrd="0" destOrd="0" presId="urn:microsoft.com/office/officeart/2005/8/layout/process1"/>
    <dgm:cxn modelId="{95CA412C-C13C-4F33-B878-9724F580FF8B}" type="presParOf" srcId="{33C77B4B-AC4C-4101-BE80-BB3417553860}" destId="{0941CEB6-4744-4A4C-B3F9-AE9B3291FC66}" srcOrd="6" destOrd="0" presId="urn:microsoft.com/office/officeart/2005/8/layout/process1"/>
    <dgm:cxn modelId="{1D45963A-9C3B-4EE7-8BAA-42AA1C291C18}" type="presParOf" srcId="{33C77B4B-AC4C-4101-BE80-BB3417553860}" destId="{2297CA2F-E4E3-4CAA-9DAC-31EBDE18A66E}" srcOrd="7" destOrd="0" presId="urn:microsoft.com/office/officeart/2005/8/layout/process1"/>
    <dgm:cxn modelId="{B786256B-F892-41CF-BC10-7B27DA60562C}" type="presParOf" srcId="{2297CA2F-E4E3-4CAA-9DAC-31EBDE18A66E}" destId="{54FB4166-E42F-4144-9064-5D0A6108B512}" srcOrd="0" destOrd="0" presId="urn:microsoft.com/office/officeart/2005/8/layout/process1"/>
    <dgm:cxn modelId="{046152D9-7E35-49B9-B8FD-DC77E07E82E9}" type="presParOf" srcId="{33C77B4B-AC4C-4101-BE80-BB3417553860}" destId="{7807F26B-8DA3-4C05-AC81-9B09DFFBB862}" srcOrd="8"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E3F7B911-0DB8-46F7-A6CB-A937DE7F5972}" type="doc">
      <dgm:prSet loTypeId="urn:microsoft.com/office/officeart/2005/8/layout/process1" loCatId="process" qsTypeId="urn:microsoft.com/office/officeart/2005/8/quickstyle/simple5" qsCatId="simple" csTypeId="urn:microsoft.com/office/officeart/2005/8/colors/accent1_2" csCatId="accent1" phldr="1"/>
      <dgm:spPr/>
      <dgm:t>
        <a:bodyPr/>
        <a:lstStyle/>
        <a:p>
          <a:endParaRPr lang="en-US"/>
        </a:p>
      </dgm:t>
    </dgm:pt>
    <dgm:pt modelId="{43DA3B73-85CC-44C7-99AF-E8675AAB11F1}">
      <dgm:prSet phldrT="[Text]">
        <dgm:style>
          <a:lnRef idx="2">
            <a:schemeClr val="dk1"/>
          </a:lnRef>
          <a:fillRef idx="1">
            <a:schemeClr val="lt1"/>
          </a:fillRef>
          <a:effectRef idx="0">
            <a:schemeClr val="dk1"/>
          </a:effectRef>
          <a:fontRef idx="minor">
            <a:schemeClr val="dk1"/>
          </a:fontRef>
        </dgm:style>
      </dgm:prSet>
      <dgm:spPr/>
      <dgm:t>
        <a:bodyPr/>
        <a:lstStyle/>
        <a:p>
          <a:r>
            <a:rPr lang="en-US" b="1" dirty="0"/>
            <a:t>Requirement Gathering</a:t>
          </a:r>
        </a:p>
      </dgm:t>
    </dgm:pt>
    <dgm:pt modelId="{9F019D3D-4D19-4593-B070-40268D2F2EB5}" type="parTrans" cxnId="{131F2674-DD6F-469D-917E-E2EE098B29BC}">
      <dgm:prSet/>
      <dgm:spPr/>
      <dgm:t>
        <a:bodyPr/>
        <a:lstStyle/>
        <a:p>
          <a:endParaRPr lang="en-US"/>
        </a:p>
      </dgm:t>
    </dgm:pt>
    <dgm:pt modelId="{A3169168-C8F4-4A32-9005-27C2332994A7}" type="sibTrans" cxnId="{131F2674-DD6F-469D-917E-E2EE098B29BC}">
      <dgm:prSet/>
      <dgm:spPr/>
      <dgm:t>
        <a:bodyPr/>
        <a:lstStyle/>
        <a:p>
          <a:endParaRPr lang="en-US"/>
        </a:p>
      </dgm:t>
    </dgm:pt>
    <dgm:pt modelId="{360C9A48-81FE-4D65-9516-B232CA206B0B}">
      <dgm:prSet>
        <dgm:style>
          <a:lnRef idx="2">
            <a:schemeClr val="dk1"/>
          </a:lnRef>
          <a:fillRef idx="1">
            <a:schemeClr val="lt1"/>
          </a:fillRef>
          <a:effectRef idx="0">
            <a:schemeClr val="dk1"/>
          </a:effectRef>
          <a:fontRef idx="minor">
            <a:schemeClr val="dk1"/>
          </a:fontRef>
        </dgm:style>
      </dgm:prSet>
      <dgm:spPr/>
      <dgm:t>
        <a:bodyPr/>
        <a:lstStyle/>
        <a:p>
          <a:r>
            <a:rPr lang="en-US" b="1"/>
            <a:t>Logical Design</a:t>
          </a:r>
        </a:p>
      </dgm:t>
    </dgm:pt>
    <dgm:pt modelId="{0B625C4F-CCA9-4175-983E-88805D77AAC5}" type="parTrans" cxnId="{78861782-068A-488A-B1C5-09CC575B5D80}">
      <dgm:prSet/>
      <dgm:spPr/>
      <dgm:t>
        <a:bodyPr/>
        <a:lstStyle/>
        <a:p>
          <a:endParaRPr lang="en-US"/>
        </a:p>
      </dgm:t>
    </dgm:pt>
    <dgm:pt modelId="{E97D0C73-F383-4117-A7E5-7A3FF09471D3}" type="sibTrans" cxnId="{78861782-068A-488A-B1C5-09CC575B5D80}">
      <dgm:prSet/>
      <dgm:spPr/>
      <dgm:t>
        <a:bodyPr/>
        <a:lstStyle/>
        <a:p>
          <a:endParaRPr lang="en-US"/>
        </a:p>
      </dgm:t>
    </dgm:pt>
    <dgm:pt modelId="{A38E3FB1-74C2-416C-962C-208A8CC26451}">
      <dgm:prSet>
        <dgm:style>
          <a:lnRef idx="2">
            <a:schemeClr val="accent5"/>
          </a:lnRef>
          <a:fillRef idx="1">
            <a:schemeClr val="lt1"/>
          </a:fillRef>
          <a:effectRef idx="0">
            <a:schemeClr val="accent5"/>
          </a:effectRef>
          <a:fontRef idx="minor">
            <a:schemeClr val="dk1"/>
          </a:fontRef>
        </dgm:style>
      </dgm:prSet>
      <dgm:spPr/>
      <dgm:t>
        <a:bodyPr/>
        <a:lstStyle/>
        <a:p>
          <a:r>
            <a:rPr lang="en-US" b="1"/>
            <a:t>Physical Design</a:t>
          </a:r>
        </a:p>
      </dgm:t>
    </dgm:pt>
    <dgm:pt modelId="{9E752F19-DAF8-4077-BC1B-196EAE64B4D1}" type="parTrans" cxnId="{A3436A63-0B7B-4E1F-9868-5311457F2073}">
      <dgm:prSet/>
      <dgm:spPr/>
      <dgm:t>
        <a:bodyPr/>
        <a:lstStyle/>
        <a:p>
          <a:endParaRPr lang="en-US"/>
        </a:p>
      </dgm:t>
    </dgm:pt>
    <dgm:pt modelId="{BCA34D4F-D34A-4E7F-8060-EE5CDCEDEBC9}" type="sibTrans" cxnId="{A3436A63-0B7B-4E1F-9868-5311457F2073}">
      <dgm:prSet/>
      <dgm:spPr/>
      <dgm:t>
        <a:bodyPr/>
        <a:lstStyle/>
        <a:p>
          <a:endParaRPr lang="en-US"/>
        </a:p>
      </dgm:t>
    </dgm:pt>
    <dgm:pt modelId="{2063F73A-6D48-4171-9BCC-3A5159FCFBE3}">
      <dgm:prSet>
        <dgm:style>
          <a:lnRef idx="2">
            <a:schemeClr val="accent5"/>
          </a:lnRef>
          <a:fillRef idx="1">
            <a:schemeClr val="lt1"/>
          </a:fillRef>
          <a:effectRef idx="0">
            <a:schemeClr val="accent5"/>
          </a:effectRef>
          <a:fontRef idx="minor">
            <a:schemeClr val="dk1"/>
          </a:fontRef>
        </dgm:style>
      </dgm:prSet>
      <dgm:spPr/>
      <dgm:t>
        <a:bodyPr/>
        <a:lstStyle/>
        <a:p>
          <a:r>
            <a:rPr lang="en-US" b="1"/>
            <a:t>Installation and Maintenance</a:t>
          </a:r>
        </a:p>
      </dgm:t>
    </dgm:pt>
    <dgm:pt modelId="{25077567-7832-4BBF-8124-97EF66740E53}" type="parTrans" cxnId="{4AD42824-2F58-47D8-B6AC-498408ADB519}">
      <dgm:prSet/>
      <dgm:spPr/>
      <dgm:t>
        <a:bodyPr/>
        <a:lstStyle/>
        <a:p>
          <a:endParaRPr lang="en-US"/>
        </a:p>
      </dgm:t>
    </dgm:pt>
    <dgm:pt modelId="{DE743DFC-3175-4315-B0E1-7CE8009342DB}" type="sibTrans" cxnId="{4AD42824-2F58-47D8-B6AC-498408ADB519}">
      <dgm:prSet/>
      <dgm:spPr/>
      <dgm:t>
        <a:bodyPr/>
        <a:lstStyle/>
        <a:p>
          <a:endParaRPr lang="en-US"/>
        </a:p>
      </dgm:t>
    </dgm:pt>
    <dgm:pt modelId="{ADFB60DE-7B6B-42C9-98FD-F94B3F204B4D}">
      <dgm:prSet>
        <dgm:style>
          <a:lnRef idx="0">
            <a:schemeClr val="accent1"/>
          </a:lnRef>
          <a:fillRef idx="3">
            <a:schemeClr val="accent1"/>
          </a:fillRef>
          <a:effectRef idx="3">
            <a:schemeClr val="accent1"/>
          </a:effectRef>
          <a:fontRef idx="minor">
            <a:schemeClr val="lt1"/>
          </a:fontRef>
        </dgm:style>
      </dgm:prSet>
      <dgm:spPr/>
      <dgm:t>
        <a:bodyPr/>
        <a:lstStyle/>
        <a:p>
          <a:r>
            <a:rPr lang="en-US" b="1" dirty="0"/>
            <a:t>Analysis</a:t>
          </a:r>
        </a:p>
      </dgm:t>
    </dgm:pt>
    <dgm:pt modelId="{A97DF006-03C2-4032-A233-78BD76A63D3D}" type="sibTrans" cxnId="{150939AA-2A95-4B47-BDB9-FCBABC3FCAF5}">
      <dgm:prSet/>
      <dgm:spPr/>
      <dgm:t>
        <a:bodyPr/>
        <a:lstStyle/>
        <a:p>
          <a:endParaRPr lang="en-US"/>
        </a:p>
      </dgm:t>
    </dgm:pt>
    <dgm:pt modelId="{A671AC3F-4FF4-419F-B14B-178228C3B3F5}" type="parTrans" cxnId="{150939AA-2A95-4B47-BDB9-FCBABC3FCAF5}">
      <dgm:prSet/>
      <dgm:spPr/>
      <dgm:t>
        <a:bodyPr/>
        <a:lstStyle/>
        <a:p>
          <a:endParaRPr lang="en-US"/>
        </a:p>
      </dgm:t>
    </dgm:pt>
    <dgm:pt modelId="{A992AD57-2B29-405E-A673-4C8FE2DCB2F0}">
      <dgm:prSet>
        <dgm:style>
          <a:lnRef idx="2">
            <a:schemeClr val="dk1"/>
          </a:lnRef>
          <a:fillRef idx="1">
            <a:schemeClr val="lt1"/>
          </a:fillRef>
          <a:effectRef idx="0">
            <a:schemeClr val="dk1"/>
          </a:effectRef>
          <a:fontRef idx="minor">
            <a:schemeClr val="dk1"/>
          </a:fontRef>
        </dgm:style>
      </dgm:prSet>
      <dgm:spPr/>
      <dgm:t>
        <a:bodyPr/>
        <a:lstStyle/>
        <a:p>
          <a:r>
            <a:rPr lang="en-US" dirty="0"/>
            <a:t>Determine needs of: </a:t>
          </a:r>
        </a:p>
      </dgm:t>
    </dgm:pt>
    <dgm:pt modelId="{A107BC28-DE52-4594-8495-7F55B444C020}" type="parTrans" cxnId="{9D26AD6A-9892-4AC4-A58F-4C551EC94151}">
      <dgm:prSet/>
      <dgm:spPr/>
      <dgm:t>
        <a:bodyPr/>
        <a:lstStyle/>
        <a:p>
          <a:endParaRPr lang="en-US"/>
        </a:p>
      </dgm:t>
    </dgm:pt>
    <dgm:pt modelId="{E8BD408A-94EB-4640-B731-4BB67C578ABF}" type="sibTrans" cxnId="{9D26AD6A-9892-4AC4-A58F-4C551EC94151}">
      <dgm:prSet/>
      <dgm:spPr/>
      <dgm:t>
        <a:bodyPr/>
        <a:lstStyle/>
        <a:p>
          <a:endParaRPr lang="en-US"/>
        </a:p>
      </dgm:t>
    </dgm:pt>
    <dgm:pt modelId="{4ED935BC-B6F4-4023-8157-90A00E4288D9}">
      <dgm:prSet>
        <dgm:style>
          <a:lnRef idx="2">
            <a:schemeClr val="dk1"/>
          </a:lnRef>
          <a:fillRef idx="1">
            <a:schemeClr val="lt1"/>
          </a:fillRef>
          <a:effectRef idx="0">
            <a:schemeClr val="dk1"/>
          </a:effectRef>
          <a:fontRef idx="minor">
            <a:schemeClr val="dk1"/>
          </a:fontRef>
        </dgm:style>
      </dgm:prSet>
      <dgm:spPr/>
      <dgm:t>
        <a:bodyPr/>
        <a:lstStyle/>
        <a:p>
          <a:r>
            <a:rPr lang="en-US"/>
            <a:t>Business</a:t>
          </a:r>
        </a:p>
      </dgm:t>
    </dgm:pt>
    <dgm:pt modelId="{770B9806-9CD8-4654-A8B8-3D70D0747D19}" type="parTrans" cxnId="{7A7BB4F0-1C5C-48CB-8901-89C2F8777FD9}">
      <dgm:prSet/>
      <dgm:spPr/>
      <dgm:t>
        <a:bodyPr/>
        <a:lstStyle/>
        <a:p>
          <a:endParaRPr lang="en-US"/>
        </a:p>
      </dgm:t>
    </dgm:pt>
    <dgm:pt modelId="{615EA72B-289C-47B9-87A6-D11B04775F76}" type="sibTrans" cxnId="{7A7BB4F0-1C5C-48CB-8901-89C2F8777FD9}">
      <dgm:prSet/>
      <dgm:spPr/>
      <dgm:t>
        <a:bodyPr/>
        <a:lstStyle/>
        <a:p>
          <a:endParaRPr lang="en-US"/>
        </a:p>
      </dgm:t>
    </dgm:pt>
    <dgm:pt modelId="{C9BC02D3-DAF3-483D-B2B5-6A810A3E5D23}">
      <dgm:prSet>
        <dgm:style>
          <a:lnRef idx="2">
            <a:schemeClr val="dk1"/>
          </a:lnRef>
          <a:fillRef idx="1">
            <a:schemeClr val="lt1"/>
          </a:fillRef>
          <a:effectRef idx="0">
            <a:schemeClr val="dk1"/>
          </a:effectRef>
          <a:fontRef idx="minor">
            <a:schemeClr val="dk1"/>
          </a:fontRef>
        </dgm:style>
      </dgm:prSet>
      <dgm:spPr/>
      <dgm:t>
        <a:bodyPr/>
        <a:lstStyle/>
        <a:p>
          <a:r>
            <a:rPr lang="en-US"/>
            <a:t>Users</a:t>
          </a:r>
        </a:p>
      </dgm:t>
    </dgm:pt>
    <dgm:pt modelId="{0D7DD7AB-4B3F-4B26-9699-8D069D27EBFE}" type="parTrans" cxnId="{78A882AF-41EB-40C3-8636-7416EA57980A}">
      <dgm:prSet/>
      <dgm:spPr/>
      <dgm:t>
        <a:bodyPr/>
        <a:lstStyle/>
        <a:p>
          <a:endParaRPr lang="en-US"/>
        </a:p>
      </dgm:t>
    </dgm:pt>
    <dgm:pt modelId="{14A04E87-4E78-4857-8660-A2A290C3C448}" type="sibTrans" cxnId="{78A882AF-41EB-40C3-8636-7416EA57980A}">
      <dgm:prSet/>
      <dgm:spPr/>
      <dgm:t>
        <a:bodyPr/>
        <a:lstStyle/>
        <a:p>
          <a:endParaRPr lang="en-US"/>
        </a:p>
      </dgm:t>
    </dgm:pt>
    <dgm:pt modelId="{0F52510D-04B1-43CC-97FD-7BBD63C4D854}">
      <dgm:prSet>
        <dgm:style>
          <a:lnRef idx="2">
            <a:schemeClr val="dk1"/>
          </a:lnRef>
          <a:fillRef idx="1">
            <a:schemeClr val="lt1"/>
          </a:fillRef>
          <a:effectRef idx="0">
            <a:schemeClr val="dk1"/>
          </a:effectRef>
          <a:fontRef idx="minor">
            <a:schemeClr val="dk1"/>
          </a:fontRef>
        </dgm:style>
      </dgm:prSet>
      <dgm:spPr/>
      <dgm:t>
        <a:bodyPr/>
        <a:lstStyle/>
        <a:p>
          <a:r>
            <a:rPr lang="en-US"/>
            <a:t>Applications</a:t>
          </a:r>
        </a:p>
      </dgm:t>
    </dgm:pt>
    <dgm:pt modelId="{7A0826B7-80B0-4499-9F07-B0CEFEBCCB15}" type="parTrans" cxnId="{CD2010FC-CBD9-4366-BBB7-A2370EB4C245}">
      <dgm:prSet/>
      <dgm:spPr/>
      <dgm:t>
        <a:bodyPr/>
        <a:lstStyle/>
        <a:p>
          <a:endParaRPr lang="en-US"/>
        </a:p>
      </dgm:t>
    </dgm:pt>
    <dgm:pt modelId="{000FE71D-E956-498B-A2D5-3FE5EE89E851}" type="sibTrans" cxnId="{CD2010FC-CBD9-4366-BBB7-A2370EB4C245}">
      <dgm:prSet/>
      <dgm:spPr/>
      <dgm:t>
        <a:bodyPr/>
        <a:lstStyle/>
        <a:p>
          <a:endParaRPr lang="en-US"/>
        </a:p>
      </dgm:t>
    </dgm:pt>
    <dgm:pt modelId="{5B1735AB-8363-41EB-A9A6-B25D2636DC13}">
      <dgm:prSet>
        <dgm:style>
          <a:lnRef idx="2">
            <a:schemeClr val="dk1"/>
          </a:lnRef>
          <a:fillRef idx="1">
            <a:schemeClr val="lt1"/>
          </a:fillRef>
          <a:effectRef idx="0">
            <a:schemeClr val="dk1"/>
          </a:effectRef>
          <a:fontRef idx="minor">
            <a:schemeClr val="dk1"/>
          </a:fontRef>
        </dgm:style>
      </dgm:prSet>
      <dgm:spPr/>
      <dgm:t>
        <a:bodyPr/>
        <a:lstStyle/>
        <a:p>
          <a:r>
            <a:rPr lang="en-US"/>
            <a:t>Network</a:t>
          </a:r>
        </a:p>
      </dgm:t>
    </dgm:pt>
    <dgm:pt modelId="{258247BB-E99C-4C40-A6F3-2BCFF7F3F021}" type="parTrans" cxnId="{66DE21FB-DA00-48E7-8841-EB738D68F62C}">
      <dgm:prSet/>
      <dgm:spPr/>
      <dgm:t>
        <a:bodyPr/>
        <a:lstStyle/>
        <a:p>
          <a:endParaRPr lang="en-US"/>
        </a:p>
      </dgm:t>
    </dgm:pt>
    <dgm:pt modelId="{A1728D92-C6B8-42BE-B7DA-7498106C25C1}" type="sibTrans" cxnId="{66DE21FB-DA00-48E7-8841-EB738D68F62C}">
      <dgm:prSet/>
      <dgm:spPr/>
      <dgm:t>
        <a:bodyPr/>
        <a:lstStyle/>
        <a:p>
          <a:endParaRPr lang="en-US"/>
        </a:p>
      </dgm:t>
    </dgm:pt>
    <dgm:pt modelId="{801389A1-08AD-4217-99F1-17D044229FA0}">
      <dgm:prSet>
        <dgm:style>
          <a:lnRef idx="0">
            <a:schemeClr val="accent1"/>
          </a:lnRef>
          <a:fillRef idx="3">
            <a:schemeClr val="accent1"/>
          </a:fillRef>
          <a:effectRef idx="3">
            <a:schemeClr val="accent1"/>
          </a:effectRef>
          <a:fontRef idx="minor">
            <a:schemeClr val="lt1"/>
          </a:fontRef>
        </dgm:style>
      </dgm:prSet>
      <dgm:spPr/>
      <dgm:t>
        <a:bodyPr/>
        <a:lstStyle/>
        <a:p>
          <a:r>
            <a:rPr lang="en-US"/>
            <a:t>Estimate and measure traffic and device utilization</a:t>
          </a:r>
        </a:p>
      </dgm:t>
    </dgm:pt>
    <dgm:pt modelId="{BC314620-F755-43B8-B2B8-D38FEAD5BE47}" type="parTrans" cxnId="{17E4239A-DE32-4B78-BE06-CFE7B8B50D59}">
      <dgm:prSet/>
      <dgm:spPr/>
      <dgm:t>
        <a:bodyPr/>
        <a:lstStyle/>
        <a:p>
          <a:endParaRPr lang="en-US"/>
        </a:p>
      </dgm:t>
    </dgm:pt>
    <dgm:pt modelId="{9C7BD2E7-B2D7-4F25-A967-AB9E699AD0E3}" type="sibTrans" cxnId="{17E4239A-DE32-4B78-BE06-CFE7B8B50D59}">
      <dgm:prSet/>
      <dgm:spPr/>
      <dgm:t>
        <a:bodyPr/>
        <a:lstStyle/>
        <a:p>
          <a:endParaRPr lang="en-US"/>
        </a:p>
      </dgm:t>
    </dgm:pt>
    <dgm:pt modelId="{B27230E2-A17D-4220-80FE-46D64297B343}">
      <dgm:prSet>
        <dgm:style>
          <a:lnRef idx="2">
            <a:schemeClr val="dk1"/>
          </a:lnRef>
          <a:fillRef idx="1">
            <a:schemeClr val="lt1"/>
          </a:fillRef>
          <a:effectRef idx="0">
            <a:schemeClr val="dk1"/>
          </a:effectRef>
          <a:fontRef idx="minor">
            <a:schemeClr val="dk1"/>
          </a:fontRef>
        </dgm:style>
      </dgm:prSet>
      <dgm:spPr/>
      <dgm:t>
        <a:bodyPr/>
        <a:lstStyle/>
        <a:p>
          <a:r>
            <a:rPr lang="en-US"/>
            <a:t>Choose technologies that meet the requirements</a:t>
          </a:r>
        </a:p>
      </dgm:t>
    </dgm:pt>
    <dgm:pt modelId="{D985146F-41BC-41F7-BD5A-34637F24A6B1}" type="parTrans" cxnId="{E1DB8706-943A-41DE-857B-FD1004514511}">
      <dgm:prSet/>
      <dgm:spPr/>
      <dgm:t>
        <a:bodyPr/>
        <a:lstStyle/>
        <a:p>
          <a:endParaRPr lang="en-US"/>
        </a:p>
      </dgm:t>
    </dgm:pt>
    <dgm:pt modelId="{1D9A2E75-6B4A-4BA3-BDC6-C1C8E25DEF5F}" type="sibTrans" cxnId="{E1DB8706-943A-41DE-857B-FD1004514511}">
      <dgm:prSet/>
      <dgm:spPr/>
      <dgm:t>
        <a:bodyPr/>
        <a:lstStyle/>
        <a:p>
          <a:endParaRPr lang="en-US"/>
        </a:p>
      </dgm:t>
    </dgm:pt>
    <dgm:pt modelId="{FF9F707B-CECE-4E78-99EB-914DC0A31ECF}">
      <dgm:prSet>
        <dgm:style>
          <a:lnRef idx="2">
            <a:schemeClr val="accent5"/>
          </a:lnRef>
          <a:fillRef idx="1">
            <a:schemeClr val="lt1"/>
          </a:fillRef>
          <a:effectRef idx="0">
            <a:schemeClr val="accent5"/>
          </a:effectRef>
          <a:fontRef idx="minor">
            <a:schemeClr val="dk1"/>
          </a:fontRef>
        </dgm:style>
      </dgm:prSet>
      <dgm:spPr/>
      <dgm:t>
        <a:bodyPr/>
        <a:lstStyle/>
        <a:p>
          <a:r>
            <a:rPr lang="en-US"/>
            <a:t>Apply the Logical Design to the physical space</a:t>
          </a:r>
        </a:p>
      </dgm:t>
    </dgm:pt>
    <dgm:pt modelId="{FB17E8DF-B400-423B-9CB4-4C38E1A393D0}" type="parTrans" cxnId="{FEEA18CF-B05D-4F84-9B2B-A59126D73B0B}">
      <dgm:prSet/>
      <dgm:spPr/>
      <dgm:t>
        <a:bodyPr/>
        <a:lstStyle/>
        <a:p>
          <a:endParaRPr lang="en-US"/>
        </a:p>
      </dgm:t>
    </dgm:pt>
    <dgm:pt modelId="{1B2FE90C-EAEA-4A43-A64F-69ABBDDABCEB}" type="sibTrans" cxnId="{FEEA18CF-B05D-4F84-9B2B-A59126D73B0B}">
      <dgm:prSet/>
      <dgm:spPr/>
      <dgm:t>
        <a:bodyPr/>
        <a:lstStyle/>
        <a:p>
          <a:endParaRPr lang="en-US"/>
        </a:p>
      </dgm:t>
    </dgm:pt>
    <dgm:pt modelId="{66FFFF39-03D1-479F-A004-0C1A91BCD012}">
      <dgm:prSet>
        <dgm:style>
          <a:lnRef idx="2">
            <a:schemeClr val="accent5"/>
          </a:lnRef>
          <a:fillRef idx="1">
            <a:schemeClr val="lt1"/>
          </a:fillRef>
          <a:effectRef idx="0">
            <a:schemeClr val="accent5"/>
          </a:effectRef>
          <a:fontRef idx="minor">
            <a:schemeClr val="dk1"/>
          </a:fontRef>
        </dgm:style>
      </dgm:prSet>
      <dgm:spPr/>
      <dgm:t>
        <a:bodyPr/>
        <a:lstStyle/>
        <a:p>
          <a:r>
            <a:rPr lang="en-US"/>
            <a:t>Implement the Physical Design</a:t>
          </a:r>
        </a:p>
      </dgm:t>
    </dgm:pt>
    <dgm:pt modelId="{4A5EDA08-68C0-4719-B835-6AECC589A5D1}" type="parTrans" cxnId="{CCB86B93-3845-428F-8411-A023AC4BDDEB}">
      <dgm:prSet/>
      <dgm:spPr/>
      <dgm:t>
        <a:bodyPr/>
        <a:lstStyle/>
        <a:p>
          <a:endParaRPr lang="en-US"/>
        </a:p>
      </dgm:t>
    </dgm:pt>
    <dgm:pt modelId="{775A41F0-E2CD-483C-948E-4C4DCDBE23C6}" type="sibTrans" cxnId="{CCB86B93-3845-428F-8411-A023AC4BDDEB}">
      <dgm:prSet/>
      <dgm:spPr/>
      <dgm:t>
        <a:bodyPr/>
        <a:lstStyle/>
        <a:p>
          <a:endParaRPr lang="en-US"/>
        </a:p>
      </dgm:t>
    </dgm:pt>
    <dgm:pt modelId="{33C77B4B-AC4C-4101-BE80-BB3417553860}" type="pres">
      <dgm:prSet presAssocID="{E3F7B911-0DB8-46F7-A6CB-A937DE7F5972}" presName="Name0" presStyleCnt="0">
        <dgm:presLayoutVars>
          <dgm:dir/>
          <dgm:resizeHandles val="exact"/>
        </dgm:presLayoutVars>
      </dgm:prSet>
      <dgm:spPr/>
    </dgm:pt>
    <dgm:pt modelId="{69C0042D-507E-4F9E-94A8-E94955ADB76F}" type="pres">
      <dgm:prSet presAssocID="{43DA3B73-85CC-44C7-99AF-E8675AAB11F1}" presName="node" presStyleLbl="node1" presStyleIdx="0" presStyleCnt="5">
        <dgm:presLayoutVars>
          <dgm:bulletEnabled val="1"/>
        </dgm:presLayoutVars>
      </dgm:prSet>
      <dgm:spPr/>
    </dgm:pt>
    <dgm:pt modelId="{C995A894-0AFA-453F-8460-3BDDD034C9F0}" type="pres">
      <dgm:prSet presAssocID="{A3169168-C8F4-4A32-9005-27C2332994A7}" presName="sibTrans" presStyleLbl="sibTrans2D1" presStyleIdx="0" presStyleCnt="4"/>
      <dgm:spPr/>
    </dgm:pt>
    <dgm:pt modelId="{8C1AB374-B3F6-4375-BF8E-0EF0B9A03D5F}" type="pres">
      <dgm:prSet presAssocID="{A3169168-C8F4-4A32-9005-27C2332994A7}" presName="connectorText" presStyleLbl="sibTrans2D1" presStyleIdx="0" presStyleCnt="4"/>
      <dgm:spPr/>
    </dgm:pt>
    <dgm:pt modelId="{94DB21CA-9344-453D-8C21-40F12F0D3889}" type="pres">
      <dgm:prSet presAssocID="{ADFB60DE-7B6B-42C9-98FD-F94B3F204B4D}" presName="node" presStyleLbl="node1" presStyleIdx="1" presStyleCnt="5">
        <dgm:presLayoutVars>
          <dgm:bulletEnabled val="1"/>
        </dgm:presLayoutVars>
      </dgm:prSet>
      <dgm:spPr/>
    </dgm:pt>
    <dgm:pt modelId="{60985EB9-42F5-4968-91E1-F1C3464F83DB}" type="pres">
      <dgm:prSet presAssocID="{A97DF006-03C2-4032-A233-78BD76A63D3D}" presName="sibTrans" presStyleLbl="sibTrans2D1" presStyleIdx="1" presStyleCnt="4"/>
      <dgm:spPr/>
    </dgm:pt>
    <dgm:pt modelId="{EAD196ED-2637-4521-AC20-12D40696FBB7}" type="pres">
      <dgm:prSet presAssocID="{A97DF006-03C2-4032-A233-78BD76A63D3D}" presName="connectorText" presStyleLbl="sibTrans2D1" presStyleIdx="1" presStyleCnt="4"/>
      <dgm:spPr/>
    </dgm:pt>
    <dgm:pt modelId="{BCD86AF2-2522-4648-B7B2-23EC01768288}" type="pres">
      <dgm:prSet presAssocID="{360C9A48-81FE-4D65-9516-B232CA206B0B}" presName="node" presStyleLbl="node1" presStyleIdx="2" presStyleCnt="5">
        <dgm:presLayoutVars>
          <dgm:bulletEnabled val="1"/>
        </dgm:presLayoutVars>
      </dgm:prSet>
      <dgm:spPr/>
    </dgm:pt>
    <dgm:pt modelId="{42963792-B266-4648-A606-495C07C981FB}" type="pres">
      <dgm:prSet presAssocID="{E97D0C73-F383-4117-A7E5-7A3FF09471D3}" presName="sibTrans" presStyleLbl="sibTrans2D1" presStyleIdx="2" presStyleCnt="4"/>
      <dgm:spPr/>
    </dgm:pt>
    <dgm:pt modelId="{C7FE0866-5A38-4AB6-9BDD-3EA0723D1400}" type="pres">
      <dgm:prSet presAssocID="{E97D0C73-F383-4117-A7E5-7A3FF09471D3}" presName="connectorText" presStyleLbl="sibTrans2D1" presStyleIdx="2" presStyleCnt="4"/>
      <dgm:spPr/>
    </dgm:pt>
    <dgm:pt modelId="{0941CEB6-4744-4A4C-B3F9-AE9B3291FC66}" type="pres">
      <dgm:prSet presAssocID="{A38E3FB1-74C2-416C-962C-208A8CC26451}" presName="node" presStyleLbl="node1" presStyleIdx="3" presStyleCnt="5">
        <dgm:presLayoutVars>
          <dgm:bulletEnabled val="1"/>
        </dgm:presLayoutVars>
      </dgm:prSet>
      <dgm:spPr/>
    </dgm:pt>
    <dgm:pt modelId="{2297CA2F-E4E3-4CAA-9DAC-31EBDE18A66E}" type="pres">
      <dgm:prSet presAssocID="{BCA34D4F-D34A-4E7F-8060-EE5CDCEDEBC9}" presName="sibTrans" presStyleLbl="sibTrans2D1" presStyleIdx="3" presStyleCnt="4"/>
      <dgm:spPr/>
    </dgm:pt>
    <dgm:pt modelId="{54FB4166-E42F-4144-9064-5D0A6108B512}" type="pres">
      <dgm:prSet presAssocID="{BCA34D4F-D34A-4E7F-8060-EE5CDCEDEBC9}" presName="connectorText" presStyleLbl="sibTrans2D1" presStyleIdx="3" presStyleCnt="4"/>
      <dgm:spPr/>
    </dgm:pt>
    <dgm:pt modelId="{7807F26B-8DA3-4C05-AC81-9B09DFFBB862}" type="pres">
      <dgm:prSet presAssocID="{2063F73A-6D48-4171-9BCC-3A5159FCFBE3}" presName="node" presStyleLbl="node1" presStyleIdx="4" presStyleCnt="5">
        <dgm:presLayoutVars>
          <dgm:bulletEnabled val="1"/>
        </dgm:presLayoutVars>
      </dgm:prSet>
      <dgm:spPr/>
    </dgm:pt>
  </dgm:ptLst>
  <dgm:cxnLst>
    <dgm:cxn modelId="{373BB105-BD9B-482D-93E7-3D2A93F643C0}" type="presOf" srcId="{0F52510D-04B1-43CC-97FD-7BBD63C4D854}" destId="{69C0042D-507E-4F9E-94A8-E94955ADB76F}" srcOrd="0" destOrd="4" presId="urn:microsoft.com/office/officeart/2005/8/layout/process1"/>
    <dgm:cxn modelId="{E1DB8706-943A-41DE-857B-FD1004514511}" srcId="{360C9A48-81FE-4D65-9516-B232CA206B0B}" destId="{B27230E2-A17D-4220-80FE-46D64297B343}" srcOrd="0" destOrd="0" parTransId="{D985146F-41BC-41F7-BD5A-34637F24A6B1}" sibTransId="{1D9A2E75-6B4A-4BA3-BDC6-C1C8E25DEF5F}"/>
    <dgm:cxn modelId="{8B50E507-1CF5-4604-8206-39FABB967420}" type="presOf" srcId="{A97DF006-03C2-4032-A233-78BD76A63D3D}" destId="{60985EB9-42F5-4968-91E1-F1C3464F83DB}" srcOrd="0" destOrd="0" presId="urn:microsoft.com/office/officeart/2005/8/layout/process1"/>
    <dgm:cxn modelId="{E8787317-170A-4679-B5D4-515276EDD2E3}" type="presOf" srcId="{A3169168-C8F4-4A32-9005-27C2332994A7}" destId="{C995A894-0AFA-453F-8460-3BDDD034C9F0}" srcOrd="0" destOrd="0" presId="urn:microsoft.com/office/officeart/2005/8/layout/process1"/>
    <dgm:cxn modelId="{4AD42824-2F58-47D8-B6AC-498408ADB519}" srcId="{E3F7B911-0DB8-46F7-A6CB-A937DE7F5972}" destId="{2063F73A-6D48-4171-9BCC-3A5159FCFBE3}" srcOrd="4" destOrd="0" parTransId="{25077567-7832-4BBF-8124-97EF66740E53}" sibTransId="{DE743DFC-3175-4315-B0E1-7CE8009342DB}"/>
    <dgm:cxn modelId="{97B9692E-411D-4838-88AD-1C43A6F73083}" type="presOf" srcId="{360C9A48-81FE-4D65-9516-B232CA206B0B}" destId="{BCD86AF2-2522-4648-B7B2-23EC01768288}" srcOrd="0" destOrd="0" presId="urn:microsoft.com/office/officeart/2005/8/layout/process1"/>
    <dgm:cxn modelId="{13C49C2F-310A-4CF0-8235-FBDCD86AF66B}" type="presOf" srcId="{A38E3FB1-74C2-416C-962C-208A8CC26451}" destId="{0941CEB6-4744-4A4C-B3F9-AE9B3291FC66}" srcOrd="0" destOrd="0" presId="urn:microsoft.com/office/officeart/2005/8/layout/process1"/>
    <dgm:cxn modelId="{14F43930-AB62-4374-97B3-C3B06522240C}" type="presOf" srcId="{C9BC02D3-DAF3-483D-B2B5-6A810A3E5D23}" destId="{69C0042D-507E-4F9E-94A8-E94955ADB76F}" srcOrd="0" destOrd="3" presId="urn:microsoft.com/office/officeart/2005/8/layout/process1"/>
    <dgm:cxn modelId="{11B67C38-C0BB-4056-ABB9-B9C8C359F9CA}" type="presOf" srcId="{2063F73A-6D48-4171-9BCC-3A5159FCFBE3}" destId="{7807F26B-8DA3-4C05-AC81-9B09DFFBB862}" srcOrd="0" destOrd="0" presId="urn:microsoft.com/office/officeart/2005/8/layout/process1"/>
    <dgm:cxn modelId="{1079F93D-EFC9-4F63-A7D2-BA33A86E4DFC}" type="presOf" srcId="{BCA34D4F-D34A-4E7F-8060-EE5CDCEDEBC9}" destId="{2297CA2F-E4E3-4CAA-9DAC-31EBDE18A66E}" srcOrd="0" destOrd="0" presId="urn:microsoft.com/office/officeart/2005/8/layout/process1"/>
    <dgm:cxn modelId="{26FA8D5C-9E2D-43A2-86DB-EE2A3FA661CA}" type="presOf" srcId="{A97DF006-03C2-4032-A233-78BD76A63D3D}" destId="{EAD196ED-2637-4521-AC20-12D40696FBB7}" srcOrd="1" destOrd="0" presId="urn:microsoft.com/office/officeart/2005/8/layout/process1"/>
    <dgm:cxn modelId="{A3436A63-0B7B-4E1F-9868-5311457F2073}" srcId="{E3F7B911-0DB8-46F7-A6CB-A937DE7F5972}" destId="{A38E3FB1-74C2-416C-962C-208A8CC26451}" srcOrd="3" destOrd="0" parTransId="{9E752F19-DAF8-4077-BC1B-196EAE64B4D1}" sibTransId="{BCA34D4F-D34A-4E7F-8060-EE5CDCEDEBC9}"/>
    <dgm:cxn modelId="{8C6FAC44-1A20-4525-8EB8-2F9740001F7B}" type="presOf" srcId="{4ED935BC-B6F4-4023-8157-90A00E4288D9}" destId="{69C0042D-507E-4F9E-94A8-E94955ADB76F}" srcOrd="0" destOrd="2" presId="urn:microsoft.com/office/officeart/2005/8/layout/process1"/>
    <dgm:cxn modelId="{D680D866-82DC-42E8-93B4-13F314842A5A}" type="presOf" srcId="{66FFFF39-03D1-479F-A004-0C1A91BCD012}" destId="{7807F26B-8DA3-4C05-AC81-9B09DFFBB862}" srcOrd="0" destOrd="1" presId="urn:microsoft.com/office/officeart/2005/8/layout/process1"/>
    <dgm:cxn modelId="{C99CE768-EC43-4487-A92D-7422C1A1183F}" type="presOf" srcId="{FF9F707B-CECE-4E78-99EB-914DC0A31ECF}" destId="{0941CEB6-4744-4A4C-B3F9-AE9B3291FC66}" srcOrd="0" destOrd="1" presId="urn:microsoft.com/office/officeart/2005/8/layout/process1"/>
    <dgm:cxn modelId="{9D26AD6A-9892-4AC4-A58F-4C551EC94151}" srcId="{43DA3B73-85CC-44C7-99AF-E8675AAB11F1}" destId="{A992AD57-2B29-405E-A673-4C8FE2DCB2F0}" srcOrd="0" destOrd="0" parTransId="{A107BC28-DE52-4594-8495-7F55B444C020}" sibTransId="{E8BD408A-94EB-4640-B731-4BB67C578ABF}"/>
    <dgm:cxn modelId="{BB46DB6A-79CE-4A48-9BD1-A2DD18A4D36D}" type="presOf" srcId="{E3F7B911-0DB8-46F7-A6CB-A937DE7F5972}" destId="{33C77B4B-AC4C-4101-BE80-BB3417553860}" srcOrd="0" destOrd="0" presId="urn:microsoft.com/office/officeart/2005/8/layout/process1"/>
    <dgm:cxn modelId="{2067A66C-5E78-49CD-BF13-380CF2200C11}" type="presOf" srcId="{BCA34D4F-D34A-4E7F-8060-EE5CDCEDEBC9}" destId="{54FB4166-E42F-4144-9064-5D0A6108B512}" srcOrd="1" destOrd="0" presId="urn:microsoft.com/office/officeart/2005/8/layout/process1"/>
    <dgm:cxn modelId="{131F2674-DD6F-469D-917E-E2EE098B29BC}" srcId="{E3F7B911-0DB8-46F7-A6CB-A937DE7F5972}" destId="{43DA3B73-85CC-44C7-99AF-E8675AAB11F1}" srcOrd="0" destOrd="0" parTransId="{9F019D3D-4D19-4593-B070-40268D2F2EB5}" sibTransId="{A3169168-C8F4-4A32-9005-27C2332994A7}"/>
    <dgm:cxn modelId="{541F8A77-0852-4130-A267-CB2C1482A6E8}" type="presOf" srcId="{E97D0C73-F383-4117-A7E5-7A3FF09471D3}" destId="{42963792-B266-4648-A606-495C07C981FB}" srcOrd="0" destOrd="0" presId="urn:microsoft.com/office/officeart/2005/8/layout/process1"/>
    <dgm:cxn modelId="{78861782-068A-488A-B1C5-09CC575B5D80}" srcId="{E3F7B911-0DB8-46F7-A6CB-A937DE7F5972}" destId="{360C9A48-81FE-4D65-9516-B232CA206B0B}" srcOrd="2" destOrd="0" parTransId="{0B625C4F-CCA9-4175-983E-88805D77AAC5}" sibTransId="{E97D0C73-F383-4117-A7E5-7A3FF09471D3}"/>
    <dgm:cxn modelId="{CCB86B93-3845-428F-8411-A023AC4BDDEB}" srcId="{2063F73A-6D48-4171-9BCC-3A5159FCFBE3}" destId="{66FFFF39-03D1-479F-A004-0C1A91BCD012}" srcOrd="0" destOrd="0" parTransId="{4A5EDA08-68C0-4719-B835-6AECC589A5D1}" sibTransId="{775A41F0-E2CD-483C-948E-4C4DCDBE23C6}"/>
    <dgm:cxn modelId="{17E4239A-DE32-4B78-BE06-CFE7B8B50D59}" srcId="{ADFB60DE-7B6B-42C9-98FD-F94B3F204B4D}" destId="{801389A1-08AD-4217-99F1-17D044229FA0}" srcOrd="0" destOrd="0" parTransId="{BC314620-F755-43B8-B2B8-D38FEAD5BE47}" sibTransId="{9C7BD2E7-B2D7-4F25-A967-AB9E699AD0E3}"/>
    <dgm:cxn modelId="{150939AA-2A95-4B47-BDB9-FCBABC3FCAF5}" srcId="{E3F7B911-0DB8-46F7-A6CB-A937DE7F5972}" destId="{ADFB60DE-7B6B-42C9-98FD-F94B3F204B4D}" srcOrd="1" destOrd="0" parTransId="{A671AC3F-4FF4-419F-B14B-178228C3B3F5}" sibTransId="{A97DF006-03C2-4032-A233-78BD76A63D3D}"/>
    <dgm:cxn modelId="{881D80AA-1DB5-4D05-B4BE-DEB9948C817E}" type="presOf" srcId="{A3169168-C8F4-4A32-9005-27C2332994A7}" destId="{8C1AB374-B3F6-4375-BF8E-0EF0B9A03D5F}" srcOrd="1" destOrd="0" presId="urn:microsoft.com/office/officeart/2005/8/layout/process1"/>
    <dgm:cxn modelId="{78A882AF-41EB-40C3-8636-7416EA57980A}" srcId="{A992AD57-2B29-405E-A673-4C8FE2DCB2F0}" destId="{C9BC02D3-DAF3-483D-B2B5-6A810A3E5D23}" srcOrd="1" destOrd="0" parTransId="{0D7DD7AB-4B3F-4B26-9699-8D069D27EBFE}" sibTransId="{14A04E87-4E78-4857-8660-A2A290C3C448}"/>
    <dgm:cxn modelId="{E38AD1BC-B1F2-48A3-9F4E-9F4B093FDAEC}" type="presOf" srcId="{43DA3B73-85CC-44C7-99AF-E8675AAB11F1}" destId="{69C0042D-507E-4F9E-94A8-E94955ADB76F}" srcOrd="0" destOrd="0" presId="urn:microsoft.com/office/officeart/2005/8/layout/process1"/>
    <dgm:cxn modelId="{B714FBC5-D059-4484-9BC2-66EECB500B12}" type="presOf" srcId="{A992AD57-2B29-405E-A673-4C8FE2DCB2F0}" destId="{69C0042D-507E-4F9E-94A8-E94955ADB76F}" srcOrd="0" destOrd="1" presId="urn:microsoft.com/office/officeart/2005/8/layout/process1"/>
    <dgm:cxn modelId="{E20D28C7-268F-4C82-A0F1-EBBD25300B26}" type="presOf" srcId="{E97D0C73-F383-4117-A7E5-7A3FF09471D3}" destId="{C7FE0866-5A38-4AB6-9BDD-3EA0723D1400}" srcOrd="1" destOrd="0" presId="urn:microsoft.com/office/officeart/2005/8/layout/process1"/>
    <dgm:cxn modelId="{0DC4C7C8-8BFE-40E5-83C2-29B21DE73171}" type="presOf" srcId="{ADFB60DE-7B6B-42C9-98FD-F94B3F204B4D}" destId="{94DB21CA-9344-453D-8C21-40F12F0D3889}" srcOrd="0" destOrd="0" presId="urn:microsoft.com/office/officeart/2005/8/layout/process1"/>
    <dgm:cxn modelId="{AAC299C9-BA83-43E5-94A0-81B18092AFEC}" type="presOf" srcId="{5B1735AB-8363-41EB-A9A6-B25D2636DC13}" destId="{69C0042D-507E-4F9E-94A8-E94955ADB76F}" srcOrd="0" destOrd="5" presId="urn:microsoft.com/office/officeart/2005/8/layout/process1"/>
    <dgm:cxn modelId="{FEEA18CF-B05D-4F84-9B2B-A59126D73B0B}" srcId="{A38E3FB1-74C2-416C-962C-208A8CC26451}" destId="{FF9F707B-CECE-4E78-99EB-914DC0A31ECF}" srcOrd="0" destOrd="0" parTransId="{FB17E8DF-B400-423B-9CB4-4C38E1A393D0}" sibTransId="{1B2FE90C-EAEA-4A43-A64F-69ABBDDABCEB}"/>
    <dgm:cxn modelId="{AB8346D2-7479-4A8A-9B9E-3E06B25A4101}" type="presOf" srcId="{801389A1-08AD-4217-99F1-17D044229FA0}" destId="{94DB21CA-9344-453D-8C21-40F12F0D3889}" srcOrd="0" destOrd="1" presId="urn:microsoft.com/office/officeart/2005/8/layout/process1"/>
    <dgm:cxn modelId="{7A7BB4F0-1C5C-48CB-8901-89C2F8777FD9}" srcId="{A992AD57-2B29-405E-A673-4C8FE2DCB2F0}" destId="{4ED935BC-B6F4-4023-8157-90A00E4288D9}" srcOrd="0" destOrd="0" parTransId="{770B9806-9CD8-4654-A8B8-3D70D0747D19}" sibTransId="{615EA72B-289C-47B9-87A6-D11B04775F76}"/>
    <dgm:cxn modelId="{66DE21FB-DA00-48E7-8841-EB738D68F62C}" srcId="{A992AD57-2B29-405E-A673-4C8FE2DCB2F0}" destId="{5B1735AB-8363-41EB-A9A6-B25D2636DC13}" srcOrd="3" destOrd="0" parTransId="{258247BB-E99C-4C40-A6F3-2BCFF7F3F021}" sibTransId="{A1728D92-C6B8-42BE-B7DA-7498106C25C1}"/>
    <dgm:cxn modelId="{CD2010FC-CBD9-4366-BBB7-A2370EB4C245}" srcId="{A992AD57-2B29-405E-A673-4C8FE2DCB2F0}" destId="{0F52510D-04B1-43CC-97FD-7BBD63C4D854}" srcOrd="2" destOrd="0" parTransId="{7A0826B7-80B0-4499-9F07-B0CEFEBCCB15}" sibTransId="{000FE71D-E956-498B-A2D5-3FE5EE89E851}"/>
    <dgm:cxn modelId="{44EB4AFF-CFAA-4C07-A2E3-FCFCFC4805D0}" type="presOf" srcId="{B27230E2-A17D-4220-80FE-46D64297B343}" destId="{BCD86AF2-2522-4648-B7B2-23EC01768288}" srcOrd="0" destOrd="1" presId="urn:microsoft.com/office/officeart/2005/8/layout/process1"/>
    <dgm:cxn modelId="{A3EEBC4C-D696-420C-9548-292C5BAFC381}" type="presParOf" srcId="{33C77B4B-AC4C-4101-BE80-BB3417553860}" destId="{69C0042D-507E-4F9E-94A8-E94955ADB76F}" srcOrd="0" destOrd="0" presId="urn:microsoft.com/office/officeart/2005/8/layout/process1"/>
    <dgm:cxn modelId="{74064A54-7EF8-41C7-AE1A-BB20A8BAC8C0}" type="presParOf" srcId="{33C77B4B-AC4C-4101-BE80-BB3417553860}" destId="{C995A894-0AFA-453F-8460-3BDDD034C9F0}" srcOrd="1" destOrd="0" presId="urn:microsoft.com/office/officeart/2005/8/layout/process1"/>
    <dgm:cxn modelId="{42219523-EF2A-4B71-AADE-F502E30D150F}" type="presParOf" srcId="{C995A894-0AFA-453F-8460-3BDDD034C9F0}" destId="{8C1AB374-B3F6-4375-BF8E-0EF0B9A03D5F}" srcOrd="0" destOrd="0" presId="urn:microsoft.com/office/officeart/2005/8/layout/process1"/>
    <dgm:cxn modelId="{2E862AAC-1707-4857-9DE2-CB1A6192A062}" type="presParOf" srcId="{33C77B4B-AC4C-4101-BE80-BB3417553860}" destId="{94DB21CA-9344-453D-8C21-40F12F0D3889}" srcOrd="2" destOrd="0" presId="urn:microsoft.com/office/officeart/2005/8/layout/process1"/>
    <dgm:cxn modelId="{E56D702D-0BD3-45F5-9E8A-6285E21BF72E}" type="presParOf" srcId="{33C77B4B-AC4C-4101-BE80-BB3417553860}" destId="{60985EB9-42F5-4968-91E1-F1C3464F83DB}" srcOrd="3" destOrd="0" presId="urn:microsoft.com/office/officeart/2005/8/layout/process1"/>
    <dgm:cxn modelId="{89C02620-D853-4447-8CB1-200CE276630A}" type="presParOf" srcId="{60985EB9-42F5-4968-91E1-F1C3464F83DB}" destId="{EAD196ED-2637-4521-AC20-12D40696FBB7}" srcOrd="0" destOrd="0" presId="urn:microsoft.com/office/officeart/2005/8/layout/process1"/>
    <dgm:cxn modelId="{41356EBF-EA7A-4518-B314-C85465DD60D5}" type="presParOf" srcId="{33C77B4B-AC4C-4101-BE80-BB3417553860}" destId="{BCD86AF2-2522-4648-B7B2-23EC01768288}" srcOrd="4" destOrd="0" presId="urn:microsoft.com/office/officeart/2005/8/layout/process1"/>
    <dgm:cxn modelId="{FBE42AA9-721C-4844-B0F1-CCA2BAD003BC}" type="presParOf" srcId="{33C77B4B-AC4C-4101-BE80-BB3417553860}" destId="{42963792-B266-4648-A606-495C07C981FB}" srcOrd="5" destOrd="0" presId="urn:microsoft.com/office/officeart/2005/8/layout/process1"/>
    <dgm:cxn modelId="{33FB0A03-6E92-4F9C-8F36-2CA9B558087D}" type="presParOf" srcId="{42963792-B266-4648-A606-495C07C981FB}" destId="{C7FE0866-5A38-4AB6-9BDD-3EA0723D1400}" srcOrd="0" destOrd="0" presId="urn:microsoft.com/office/officeart/2005/8/layout/process1"/>
    <dgm:cxn modelId="{95CA412C-C13C-4F33-B878-9724F580FF8B}" type="presParOf" srcId="{33C77B4B-AC4C-4101-BE80-BB3417553860}" destId="{0941CEB6-4744-4A4C-B3F9-AE9B3291FC66}" srcOrd="6" destOrd="0" presId="urn:microsoft.com/office/officeart/2005/8/layout/process1"/>
    <dgm:cxn modelId="{1D45963A-9C3B-4EE7-8BAA-42AA1C291C18}" type="presParOf" srcId="{33C77B4B-AC4C-4101-BE80-BB3417553860}" destId="{2297CA2F-E4E3-4CAA-9DAC-31EBDE18A66E}" srcOrd="7" destOrd="0" presId="urn:microsoft.com/office/officeart/2005/8/layout/process1"/>
    <dgm:cxn modelId="{B786256B-F892-41CF-BC10-7B27DA60562C}" type="presParOf" srcId="{2297CA2F-E4E3-4CAA-9DAC-31EBDE18A66E}" destId="{54FB4166-E42F-4144-9064-5D0A6108B512}" srcOrd="0" destOrd="0" presId="urn:microsoft.com/office/officeart/2005/8/layout/process1"/>
    <dgm:cxn modelId="{046152D9-7E35-49B9-B8FD-DC77E07E82E9}" type="presParOf" srcId="{33C77B4B-AC4C-4101-BE80-BB3417553860}" destId="{7807F26B-8DA3-4C05-AC81-9B09DFFBB862}" srcOrd="8"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E3F7B911-0DB8-46F7-A6CB-A937DE7F5972}" type="doc">
      <dgm:prSet loTypeId="urn:microsoft.com/office/officeart/2005/8/layout/process1" loCatId="process" qsTypeId="urn:microsoft.com/office/officeart/2005/8/quickstyle/simple5" qsCatId="simple" csTypeId="urn:microsoft.com/office/officeart/2005/8/colors/accent1_2" csCatId="accent1" phldr="1"/>
      <dgm:spPr/>
      <dgm:t>
        <a:bodyPr/>
        <a:lstStyle/>
        <a:p>
          <a:endParaRPr lang="en-US"/>
        </a:p>
      </dgm:t>
    </dgm:pt>
    <dgm:pt modelId="{43DA3B73-85CC-44C7-99AF-E8675AAB11F1}">
      <dgm:prSet phldrT="[Text]">
        <dgm:style>
          <a:lnRef idx="2">
            <a:schemeClr val="dk1"/>
          </a:lnRef>
          <a:fillRef idx="1">
            <a:schemeClr val="lt1"/>
          </a:fillRef>
          <a:effectRef idx="0">
            <a:schemeClr val="dk1"/>
          </a:effectRef>
          <a:fontRef idx="minor">
            <a:schemeClr val="dk1"/>
          </a:fontRef>
        </dgm:style>
      </dgm:prSet>
      <dgm:spPr/>
      <dgm:t>
        <a:bodyPr/>
        <a:lstStyle/>
        <a:p>
          <a:r>
            <a:rPr lang="en-US" b="1" dirty="0"/>
            <a:t>Requirement Gathering</a:t>
          </a:r>
        </a:p>
      </dgm:t>
    </dgm:pt>
    <dgm:pt modelId="{9F019D3D-4D19-4593-B070-40268D2F2EB5}" type="parTrans" cxnId="{131F2674-DD6F-469D-917E-E2EE098B29BC}">
      <dgm:prSet/>
      <dgm:spPr/>
      <dgm:t>
        <a:bodyPr/>
        <a:lstStyle/>
        <a:p>
          <a:endParaRPr lang="en-US"/>
        </a:p>
      </dgm:t>
    </dgm:pt>
    <dgm:pt modelId="{A3169168-C8F4-4A32-9005-27C2332994A7}" type="sibTrans" cxnId="{131F2674-DD6F-469D-917E-E2EE098B29BC}">
      <dgm:prSet/>
      <dgm:spPr/>
      <dgm:t>
        <a:bodyPr/>
        <a:lstStyle/>
        <a:p>
          <a:endParaRPr lang="en-US"/>
        </a:p>
      </dgm:t>
    </dgm:pt>
    <dgm:pt modelId="{360C9A48-81FE-4D65-9516-B232CA206B0B}">
      <dgm:prSet>
        <dgm:style>
          <a:lnRef idx="2">
            <a:schemeClr val="dk1"/>
          </a:lnRef>
          <a:fillRef idx="1">
            <a:schemeClr val="lt1"/>
          </a:fillRef>
          <a:effectRef idx="0">
            <a:schemeClr val="dk1"/>
          </a:effectRef>
          <a:fontRef idx="minor">
            <a:schemeClr val="dk1"/>
          </a:fontRef>
        </dgm:style>
      </dgm:prSet>
      <dgm:spPr/>
      <dgm:t>
        <a:bodyPr/>
        <a:lstStyle/>
        <a:p>
          <a:r>
            <a:rPr lang="en-US" b="1"/>
            <a:t>Logical Design</a:t>
          </a:r>
        </a:p>
      </dgm:t>
    </dgm:pt>
    <dgm:pt modelId="{0B625C4F-CCA9-4175-983E-88805D77AAC5}" type="parTrans" cxnId="{78861782-068A-488A-B1C5-09CC575B5D80}">
      <dgm:prSet/>
      <dgm:spPr/>
      <dgm:t>
        <a:bodyPr/>
        <a:lstStyle/>
        <a:p>
          <a:endParaRPr lang="en-US"/>
        </a:p>
      </dgm:t>
    </dgm:pt>
    <dgm:pt modelId="{E97D0C73-F383-4117-A7E5-7A3FF09471D3}" type="sibTrans" cxnId="{78861782-068A-488A-B1C5-09CC575B5D80}">
      <dgm:prSet/>
      <dgm:spPr/>
      <dgm:t>
        <a:bodyPr/>
        <a:lstStyle/>
        <a:p>
          <a:endParaRPr lang="en-US"/>
        </a:p>
      </dgm:t>
    </dgm:pt>
    <dgm:pt modelId="{A38E3FB1-74C2-416C-962C-208A8CC26451}">
      <dgm:prSet>
        <dgm:style>
          <a:lnRef idx="2">
            <a:schemeClr val="accent5"/>
          </a:lnRef>
          <a:fillRef idx="1">
            <a:schemeClr val="lt1"/>
          </a:fillRef>
          <a:effectRef idx="0">
            <a:schemeClr val="accent5"/>
          </a:effectRef>
          <a:fontRef idx="minor">
            <a:schemeClr val="dk1"/>
          </a:fontRef>
        </dgm:style>
      </dgm:prSet>
      <dgm:spPr/>
      <dgm:t>
        <a:bodyPr/>
        <a:lstStyle/>
        <a:p>
          <a:r>
            <a:rPr lang="en-US" b="1"/>
            <a:t>Physical Design</a:t>
          </a:r>
        </a:p>
      </dgm:t>
    </dgm:pt>
    <dgm:pt modelId="{9E752F19-DAF8-4077-BC1B-196EAE64B4D1}" type="parTrans" cxnId="{A3436A63-0B7B-4E1F-9868-5311457F2073}">
      <dgm:prSet/>
      <dgm:spPr/>
      <dgm:t>
        <a:bodyPr/>
        <a:lstStyle/>
        <a:p>
          <a:endParaRPr lang="en-US"/>
        </a:p>
      </dgm:t>
    </dgm:pt>
    <dgm:pt modelId="{BCA34D4F-D34A-4E7F-8060-EE5CDCEDEBC9}" type="sibTrans" cxnId="{A3436A63-0B7B-4E1F-9868-5311457F2073}">
      <dgm:prSet/>
      <dgm:spPr/>
      <dgm:t>
        <a:bodyPr/>
        <a:lstStyle/>
        <a:p>
          <a:endParaRPr lang="en-US"/>
        </a:p>
      </dgm:t>
    </dgm:pt>
    <dgm:pt modelId="{2063F73A-6D48-4171-9BCC-3A5159FCFBE3}">
      <dgm:prSet>
        <dgm:style>
          <a:lnRef idx="2">
            <a:schemeClr val="accent5"/>
          </a:lnRef>
          <a:fillRef idx="1">
            <a:schemeClr val="lt1"/>
          </a:fillRef>
          <a:effectRef idx="0">
            <a:schemeClr val="accent5"/>
          </a:effectRef>
          <a:fontRef idx="minor">
            <a:schemeClr val="dk1"/>
          </a:fontRef>
        </dgm:style>
      </dgm:prSet>
      <dgm:spPr/>
      <dgm:t>
        <a:bodyPr/>
        <a:lstStyle/>
        <a:p>
          <a:r>
            <a:rPr lang="en-US" b="1"/>
            <a:t>Installation and Maintenance</a:t>
          </a:r>
        </a:p>
      </dgm:t>
    </dgm:pt>
    <dgm:pt modelId="{25077567-7832-4BBF-8124-97EF66740E53}" type="parTrans" cxnId="{4AD42824-2F58-47D8-B6AC-498408ADB519}">
      <dgm:prSet/>
      <dgm:spPr/>
      <dgm:t>
        <a:bodyPr/>
        <a:lstStyle/>
        <a:p>
          <a:endParaRPr lang="en-US"/>
        </a:p>
      </dgm:t>
    </dgm:pt>
    <dgm:pt modelId="{DE743DFC-3175-4315-B0E1-7CE8009342DB}" type="sibTrans" cxnId="{4AD42824-2F58-47D8-B6AC-498408ADB519}">
      <dgm:prSet/>
      <dgm:spPr/>
      <dgm:t>
        <a:bodyPr/>
        <a:lstStyle/>
        <a:p>
          <a:endParaRPr lang="en-US"/>
        </a:p>
      </dgm:t>
    </dgm:pt>
    <dgm:pt modelId="{ADFB60DE-7B6B-42C9-98FD-F94B3F204B4D}">
      <dgm:prSet>
        <dgm:style>
          <a:lnRef idx="0">
            <a:schemeClr val="accent1"/>
          </a:lnRef>
          <a:fillRef idx="3">
            <a:schemeClr val="accent1"/>
          </a:fillRef>
          <a:effectRef idx="3">
            <a:schemeClr val="accent1"/>
          </a:effectRef>
          <a:fontRef idx="minor">
            <a:schemeClr val="lt1"/>
          </a:fontRef>
        </dgm:style>
      </dgm:prSet>
      <dgm:spPr/>
      <dgm:t>
        <a:bodyPr/>
        <a:lstStyle/>
        <a:p>
          <a:r>
            <a:rPr lang="en-US" b="1" dirty="0"/>
            <a:t>Analysis</a:t>
          </a:r>
        </a:p>
      </dgm:t>
    </dgm:pt>
    <dgm:pt modelId="{A97DF006-03C2-4032-A233-78BD76A63D3D}" type="sibTrans" cxnId="{150939AA-2A95-4B47-BDB9-FCBABC3FCAF5}">
      <dgm:prSet/>
      <dgm:spPr/>
      <dgm:t>
        <a:bodyPr/>
        <a:lstStyle/>
        <a:p>
          <a:endParaRPr lang="en-US"/>
        </a:p>
      </dgm:t>
    </dgm:pt>
    <dgm:pt modelId="{A671AC3F-4FF4-419F-B14B-178228C3B3F5}" type="parTrans" cxnId="{150939AA-2A95-4B47-BDB9-FCBABC3FCAF5}">
      <dgm:prSet/>
      <dgm:spPr/>
      <dgm:t>
        <a:bodyPr/>
        <a:lstStyle/>
        <a:p>
          <a:endParaRPr lang="en-US"/>
        </a:p>
      </dgm:t>
    </dgm:pt>
    <dgm:pt modelId="{A992AD57-2B29-405E-A673-4C8FE2DCB2F0}">
      <dgm:prSet>
        <dgm:style>
          <a:lnRef idx="2">
            <a:schemeClr val="dk1"/>
          </a:lnRef>
          <a:fillRef idx="1">
            <a:schemeClr val="lt1"/>
          </a:fillRef>
          <a:effectRef idx="0">
            <a:schemeClr val="dk1"/>
          </a:effectRef>
          <a:fontRef idx="minor">
            <a:schemeClr val="dk1"/>
          </a:fontRef>
        </dgm:style>
      </dgm:prSet>
      <dgm:spPr/>
      <dgm:t>
        <a:bodyPr/>
        <a:lstStyle/>
        <a:p>
          <a:r>
            <a:rPr lang="en-US" dirty="0"/>
            <a:t>Determine needs of: </a:t>
          </a:r>
        </a:p>
      </dgm:t>
    </dgm:pt>
    <dgm:pt modelId="{A107BC28-DE52-4594-8495-7F55B444C020}" type="parTrans" cxnId="{9D26AD6A-9892-4AC4-A58F-4C551EC94151}">
      <dgm:prSet/>
      <dgm:spPr/>
      <dgm:t>
        <a:bodyPr/>
        <a:lstStyle/>
        <a:p>
          <a:endParaRPr lang="en-US"/>
        </a:p>
      </dgm:t>
    </dgm:pt>
    <dgm:pt modelId="{E8BD408A-94EB-4640-B731-4BB67C578ABF}" type="sibTrans" cxnId="{9D26AD6A-9892-4AC4-A58F-4C551EC94151}">
      <dgm:prSet/>
      <dgm:spPr/>
      <dgm:t>
        <a:bodyPr/>
        <a:lstStyle/>
        <a:p>
          <a:endParaRPr lang="en-US"/>
        </a:p>
      </dgm:t>
    </dgm:pt>
    <dgm:pt modelId="{4ED935BC-B6F4-4023-8157-90A00E4288D9}">
      <dgm:prSet>
        <dgm:style>
          <a:lnRef idx="2">
            <a:schemeClr val="dk1"/>
          </a:lnRef>
          <a:fillRef idx="1">
            <a:schemeClr val="lt1"/>
          </a:fillRef>
          <a:effectRef idx="0">
            <a:schemeClr val="dk1"/>
          </a:effectRef>
          <a:fontRef idx="minor">
            <a:schemeClr val="dk1"/>
          </a:fontRef>
        </dgm:style>
      </dgm:prSet>
      <dgm:spPr/>
      <dgm:t>
        <a:bodyPr/>
        <a:lstStyle/>
        <a:p>
          <a:r>
            <a:rPr lang="en-US"/>
            <a:t>Business</a:t>
          </a:r>
        </a:p>
      </dgm:t>
    </dgm:pt>
    <dgm:pt modelId="{770B9806-9CD8-4654-A8B8-3D70D0747D19}" type="parTrans" cxnId="{7A7BB4F0-1C5C-48CB-8901-89C2F8777FD9}">
      <dgm:prSet/>
      <dgm:spPr/>
      <dgm:t>
        <a:bodyPr/>
        <a:lstStyle/>
        <a:p>
          <a:endParaRPr lang="en-US"/>
        </a:p>
      </dgm:t>
    </dgm:pt>
    <dgm:pt modelId="{615EA72B-289C-47B9-87A6-D11B04775F76}" type="sibTrans" cxnId="{7A7BB4F0-1C5C-48CB-8901-89C2F8777FD9}">
      <dgm:prSet/>
      <dgm:spPr/>
      <dgm:t>
        <a:bodyPr/>
        <a:lstStyle/>
        <a:p>
          <a:endParaRPr lang="en-US"/>
        </a:p>
      </dgm:t>
    </dgm:pt>
    <dgm:pt modelId="{C9BC02D3-DAF3-483D-B2B5-6A810A3E5D23}">
      <dgm:prSet>
        <dgm:style>
          <a:lnRef idx="2">
            <a:schemeClr val="dk1"/>
          </a:lnRef>
          <a:fillRef idx="1">
            <a:schemeClr val="lt1"/>
          </a:fillRef>
          <a:effectRef idx="0">
            <a:schemeClr val="dk1"/>
          </a:effectRef>
          <a:fontRef idx="minor">
            <a:schemeClr val="dk1"/>
          </a:fontRef>
        </dgm:style>
      </dgm:prSet>
      <dgm:spPr/>
      <dgm:t>
        <a:bodyPr/>
        <a:lstStyle/>
        <a:p>
          <a:r>
            <a:rPr lang="en-US"/>
            <a:t>Users</a:t>
          </a:r>
        </a:p>
      </dgm:t>
    </dgm:pt>
    <dgm:pt modelId="{0D7DD7AB-4B3F-4B26-9699-8D069D27EBFE}" type="parTrans" cxnId="{78A882AF-41EB-40C3-8636-7416EA57980A}">
      <dgm:prSet/>
      <dgm:spPr/>
      <dgm:t>
        <a:bodyPr/>
        <a:lstStyle/>
        <a:p>
          <a:endParaRPr lang="en-US"/>
        </a:p>
      </dgm:t>
    </dgm:pt>
    <dgm:pt modelId="{14A04E87-4E78-4857-8660-A2A290C3C448}" type="sibTrans" cxnId="{78A882AF-41EB-40C3-8636-7416EA57980A}">
      <dgm:prSet/>
      <dgm:spPr/>
      <dgm:t>
        <a:bodyPr/>
        <a:lstStyle/>
        <a:p>
          <a:endParaRPr lang="en-US"/>
        </a:p>
      </dgm:t>
    </dgm:pt>
    <dgm:pt modelId="{0F52510D-04B1-43CC-97FD-7BBD63C4D854}">
      <dgm:prSet>
        <dgm:style>
          <a:lnRef idx="2">
            <a:schemeClr val="dk1"/>
          </a:lnRef>
          <a:fillRef idx="1">
            <a:schemeClr val="lt1"/>
          </a:fillRef>
          <a:effectRef idx="0">
            <a:schemeClr val="dk1"/>
          </a:effectRef>
          <a:fontRef idx="minor">
            <a:schemeClr val="dk1"/>
          </a:fontRef>
        </dgm:style>
      </dgm:prSet>
      <dgm:spPr/>
      <dgm:t>
        <a:bodyPr/>
        <a:lstStyle/>
        <a:p>
          <a:r>
            <a:rPr lang="en-US"/>
            <a:t>Applications</a:t>
          </a:r>
        </a:p>
      </dgm:t>
    </dgm:pt>
    <dgm:pt modelId="{7A0826B7-80B0-4499-9F07-B0CEFEBCCB15}" type="parTrans" cxnId="{CD2010FC-CBD9-4366-BBB7-A2370EB4C245}">
      <dgm:prSet/>
      <dgm:spPr/>
      <dgm:t>
        <a:bodyPr/>
        <a:lstStyle/>
        <a:p>
          <a:endParaRPr lang="en-US"/>
        </a:p>
      </dgm:t>
    </dgm:pt>
    <dgm:pt modelId="{000FE71D-E956-498B-A2D5-3FE5EE89E851}" type="sibTrans" cxnId="{CD2010FC-CBD9-4366-BBB7-A2370EB4C245}">
      <dgm:prSet/>
      <dgm:spPr/>
      <dgm:t>
        <a:bodyPr/>
        <a:lstStyle/>
        <a:p>
          <a:endParaRPr lang="en-US"/>
        </a:p>
      </dgm:t>
    </dgm:pt>
    <dgm:pt modelId="{5B1735AB-8363-41EB-A9A6-B25D2636DC13}">
      <dgm:prSet>
        <dgm:style>
          <a:lnRef idx="2">
            <a:schemeClr val="dk1"/>
          </a:lnRef>
          <a:fillRef idx="1">
            <a:schemeClr val="lt1"/>
          </a:fillRef>
          <a:effectRef idx="0">
            <a:schemeClr val="dk1"/>
          </a:effectRef>
          <a:fontRef idx="minor">
            <a:schemeClr val="dk1"/>
          </a:fontRef>
        </dgm:style>
      </dgm:prSet>
      <dgm:spPr/>
      <dgm:t>
        <a:bodyPr/>
        <a:lstStyle/>
        <a:p>
          <a:r>
            <a:rPr lang="en-US"/>
            <a:t>Network</a:t>
          </a:r>
        </a:p>
      </dgm:t>
    </dgm:pt>
    <dgm:pt modelId="{258247BB-E99C-4C40-A6F3-2BCFF7F3F021}" type="parTrans" cxnId="{66DE21FB-DA00-48E7-8841-EB738D68F62C}">
      <dgm:prSet/>
      <dgm:spPr/>
      <dgm:t>
        <a:bodyPr/>
        <a:lstStyle/>
        <a:p>
          <a:endParaRPr lang="en-US"/>
        </a:p>
      </dgm:t>
    </dgm:pt>
    <dgm:pt modelId="{A1728D92-C6B8-42BE-B7DA-7498106C25C1}" type="sibTrans" cxnId="{66DE21FB-DA00-48E7-8841-EB738D68F62C}">
      <dgm:prSet/>
      <dgm:spPr/>
      <dgm:t>
        <a:bodyPr/>
        <a:lstStyle/>
        <a:p>
          <a:endParaRPr lang="en-US"/>
        </a:p>
      </dgm:t>
    </dgm:pt>
    <dgm:pt modelId="{801389A1-08AD-4217-99F1-17D044229FA0}">
      <dgm:prSet>
        <dgm:style>
          <a:lnRef idx="0">
            <a:schemeClr val="accent1"/>
          </a:lnRef>
          <a:fillRef idx="3">
            <a:schemeClr val="accent1"/>
          </a:fillRef>
          <a:effectRef idx="3">
            <a:schemeClr val="accent1"/>
          </a:effectRef>
          <a:fontRef idx="minor">
            <a:schemeClr val="lt1"/>
          </a:fontRef>
        </dgm:style>
      </dgm:prSet>
      <dgm:spPr/>
      <dgm:t>
        <a:bodyPr/>
        <a:lstStyle/>
        <a:p>
          <a:r>
            <a:rPr lang="en-US"/>
            <a:t>Estimate and measure traffic and device utilization</a:t>
          </a:r>
        </a:p>
      </dgm:t>
    </dgm:pt>
    <dgm:pt modelId="{BC314620-F755-43B8-B2B8-D38FEAD5BE47}" type="parTrans" cxnId="{17E4239A-DE32-4B78-BE06-CFE7B8B50D59}">
      <dgm:prSet/>
      <dgm:spPr/>
      <dgm:t>
        <a:bodyPr/>
        <a:lstStyle/>
        <a:p>
          <a:endParaRPr lang="en-US"/>
        </a:p>
      </dgm:t>
    </dgm:pt>
    <dgm:pt modelId="{9C7BD2E7-B2D7-4F25-A967-AB9E699AD0E3}" type="sibTrans" cxnId="{17E4239A-DE32-4B78-BE06-CFE7B8B50D59}">
      <dgm:prSet/>
      <dgm:spPr/>
      <dgm:t>
        <a:bodyPr/>
        <a:lstStyle/>
        <a:p>
          <a:endParaRPr lang="en-US"/>
        </a:p>
      </dgm:t>
    </dgm:pt>
    <dgm:pt modelId="{B27230E2-A17D-4220-80FE-46D64297B343}">
      <dgm:prSet>
        <dgm:style>
          <a:lnRef idx="2">
            <a:schemeClr val="dk1"/>
          </a:lnRef>
          <a:fillRef idx="1">
            <a:schemeClr val="lt1"/>
          </a:fillRef>
          <a:effectRef idx="0">
            <a:schemeClr val="dk1"/>
          </a:effectRef>
          <a:fontRef idx="minor">
            <a:schemeClr val="dk1"/>
          </a:fontRef>
        </dgm:style>
      </dgm:prSet>
      <dgm:spPr/>
      <dgm:t>
        <a:bodyPr/>
        <a:lstStyle/>
        <a:p>
          <a:r>
            <a:rPr lang="en-US"/>
            <a:t>Choose technologies that meet the requirements</a:t>
          </a:r>
        </a:p>
      </dgm:t>
    </dgm:pt>
    <dgm:pt modelId="{D985146F-41BC-41F7-BD5A-34637F24A6B1}" type="parTrans" cxnId="{E1DB8706-943A-41DE-857B-FD1004514511}">
      <dgm:prSet/>
      <dgm:spPr/>
      <dgm:t>
        <a:bodyPr/>
        <a:lstStyle/>
        <a:p>
          <a:endParaRPr lang="en-US"/>
        </a:p>
      </dgm:t>
    </dgm:pt>
    <dgm:pt modelId="{1D9A2E75-6B4A-4BA3-BDC6-C1C8E25DEF5F}" type="sibTrans" cxnId="{E1DB8706-943A-41DE-857B-FD1004514511}">
      <dgm:prSet/>
      <dgm:spPr/>
      <dgm:t>
        <a:bodyPr/>
        <a:lstStyle/>
        <a:p>
          <a:endParaRPr lang="en-US"/>
        </a:p>
      </dgm:t>
    </dgm:pt>
    <dgm:pt modelId="{FF9F707B-CECE-4E78-99EB-914DC0A31ECF}">
      <dgm:prSet>
        <dgm:style>
          <a:lnRef idx="2">
            <a:schemeClr val="accent5"/>
          </a:lnRef>
          <a:fillRef idx="1">
            <a:schemeClr val="lt1"/>
          </a:fillRef>
          <a:effectRef idx="0">
            <a:schemeClr val="accent5"/>
          </a:effectRef>
          <a:fontRef idx="minor">
            <a:schemeClr val="dk1"/>
          </a:fontRef>
        </dgm:style>
      </dgm:prSet>
      <dgm:spPr/>
      <dgm:t>
        <a:bodyPr/>
        <a:lstStyle/>
        <a:p>
          <a:r>
            <a:rPr lang="en-US"/>
            <a:t>Apply the Logical Design to the physical space</a:t>
          </a:r>
        </a:p>
      </dgm:t>
    </dgm:pt>
    <dgm:pt modelId="{FB17E8DF-B400-423B-9CB4-4C38E1A393D0}" type="parTrans" cxnId="{FEEA18CF-B05D-4F84-9B2B-A59126D73B0B}">
      <dgm:prSet/>
      <dgm:spPr/>
      <dgm:t>
        <a:bodyPr/>
        <a:lstStyle/>
        <a:p>
          <a:endParaRPr lang="en-US"/>
        </a:p>
      </dgm:t>
    </dgm:pt>
    <dgm:pt modelId="{1B2FE90C-EAEA-4A43-A64F-69ABBDDABCEB}" type="sibTrans" cxnId="{FEEA18CF-B05D-4F84-9B2B-A59126D73B0B}">
      <dgm:prSet/>
      <dgm:spPr/>
      <dgm:t>
        <a:bodyPr/>
        <a:lstStyle/>
        <a:p>
          <a:endParaRPr lang="en-US"/>
        </a:p>
      </dgm:t>
    </dgm:pt>
    <dgm:pt modelId="{66FFFF39-03D1-479F-A004-0C1A91BCD012}">
      <dgm:prSet>
        <dgm:style>
          <a:lnRef idx="2">
            <a:schemeClr val="accent5"/>
          </a:lnRef>
          <a:fillRef idx="1">
            <a:schemeClr val="lt1"/>
          </a:fillRef>
          <a:effectRef idx="0">
            <a:schemeClr val="accent5"/>
          </a:effectRef>
          <a:fontRef idx="minor">
            <a:schemeClr val="dk1"/>
          </a:fontRef>
        </dgm:style>
      </dgm:prSet>
      <dgm:spPr/>
      <dgm:t>
        <a:bodyPr/>
        <a:lstStyle/>
        <a:p>
          <a:r>
            <a:rPr lang="en-US"/>
            <a:t>Implement the Physical Design</a:t>
          </a:r>
        </a:p>
      </dgm:t>
    </dgm:pt>
    <dgm:pt modelId="{4A5EDA08-68C0-4719-B835-6AECC589A5D1}" type="parTrans" cxnId="{CCB86B93-3845-428F-8411-A023AC4BDDEB}">
      <dgm:prSet/>
      <dgm:spPr/>
      <dgm:t>
        <a:bodyPr/>
        <a:lstStyle/>
        <a:p>
          <a:endParaRPr lang="en-US"/>
        </a:p>
      </dgm:t>
    </dgm:pt>
    <dgm:pt modelId="{775A41F0-E2CD-483C-948E-4C4DCDBE23C6}" type="sibTrans" cxnId="{CCB86B93-3845-428F-8411-A023AC4BDDEB}">
      <dgm:prSet/>
      <dgm:spPr/>
      <dgm:t>
        <a:bodyPr/>
        <a:lstStyle/>
        <a:p>
          <a:endParaRPr lang="en-US"/>
        </a:p>
      </dgm:t>
    </dgm:pt>
    <dgm:pt modelId="{33C77B4B-AC4C-4101-BE80-BB3417553860}" type="pres">
      <dgm:prSet presAssocID="{E3F7B911-0DB8-46F7-A6CB-A937DE7F5972}" presName="Name0" presStyleCnt="0">
        <dgm:presLayoutVars>
          <dgm:dir/>
          <dgm:resizeHandles val="exact"/>
        </dgm:presLayoutVars>
      </dgm:prSet>
      <dgm:spPr/>
    </dgm:pt>
    <dgm:pt modelId="{69C0042D-507E-4F9E-94A8-E94955ADB76F}" type="pres">
      <dgm:prSet presAssocID="{43DA3B73-85CC-44C7-99AF-E8675AAB11F1}" presName="node" presStyleLbl="node1" presStyleIdx="0" presStyleCnt="5">
        <dgm:presLayoutVars>
          <dgm:bulletEnabled val="1"/>
        </dgm:presLayoutVars>
      </dgm:prSet>
      <dgm:spPr/>
    </dgm:pt>
    <dgm:pt modelId="{C995A894-0AFA-453F-8460-3BDDD034C9F0}" type="pres">
      <dgm:prSet presAssocID="{A3169168-C8F4-4A32-9005-27C2332994A7}" presName="sibTrans" presStyleLbl="sibTrans2D1" presStyleIdx="0" presStyleCnt="4"/>
      <dgm:spPr/>
    </dgm:pt>
    <dgm:pt modelId="{8C1AB374-B3F6-4375-BF8E-0EF0B9A03D5F}" type="pres">
      <dgm:prSet presAssocID="{A3169168-C8F4-4A32-9005-27C2332994A7}" presName="connectorText" presStyleLbl="sibTrans2D1" presStyleIdx="0" presStyleCnt="4"/>
      <dgm:spPr/>
    </dgm:pt>
    <dgm:pt modelId="{94DB21CA-9344-453D-8C21-40F12F0D3889}" type="pres">
      <dgm:prSet presAssocID="{ADFB60DE-7B6B-42C9-98FD-F94B3F204B4D}" presName="node" presStyleLbl="node1" presStyleIdx="1" presStyleCnt="5">
        <dgm:presLayoutVars>
          <dgm:bulletEnabled val="1"/>
        </dgm:presLayoutVars>
      </dgm:prSet>
      <dgm:spPr/>
    </dgm:pt>
    <dgm:pt modelId="{60985EB9-42F5-4968-91E1-F1C3464F83DB}" type="pres">
      <dgm:prSet presAssocID="{A97DF006-03C2-4032-A233-78BD76A63D3D}" presName="sibTrans" presStyleLbl="sibTrans2D1" presStyleIdx="1" presStyleCnt="4"/>
      <dgm:spPr/>
    </dgm:pt>
    <dgm:pt modelId="{EAD196ED-2637-4521-AC20-12D40696FBB7}" type="pres">
      <dgm:prSet presAssocID="{A97DF006-03C2-4032-A233-78BD76A63D3D}" presName="connectorText" presStyleLbl="sibTrans2D1" presStyleIdx="1" presStyleCnt="4"/>
      <dgm:spPr/>
    </dgm:pt>
    <dgm:pt modelId="{BCD86AF2-2522-4648-B7B2-23EC01768288}" type="pres">
      <dgm:prSet presAssocID="{360C9A48-81FE-4D65-9516-B232CA206B0B}" presName="node" presStyleLbl="node1" presStyleIdx="2" presStyleCnt="5">
        <dgm:presLayoutVars>
          <dgm:bulletEnabled val="1"/>
        </dgm:presLayoutVars>
      </dgm:prSet>
      <dgm:spPr/>
    </dgm:pt>
    <dgm:pt modelId="{42963792-B266-4648-A606-495C07C981FB}" type="pres">
      <dgm:prSet presAssocID="{E97D0C73-F383-4117-A7E5-7A3FF09471D3}" presName="sibTrans" presStyleLbl="sibTrans2D1" presStyleIdx="2" presStyleCnt="4"/>
      <dgm:spPr/>
    </dgm:pt>
    <dgm:pt modelId="{C7FE0866-5A38-4AB6-9BDD-3EA0723D1400}" type="pres">
      <dgm:prSet presAssocID="{E97D0C73-F383-4117-A7E5-7A3FF09471D3}" presName="connectorText" presStyleLbl="sibTrans2D1" presStyleIdx="2" presStyleCnt="4"/>
      <dgm:spPr/>
    </dgm:pt>
    <dgm:pt modelId="{0941CEB6-4744-4A4C-B3F9-AE9B3291FC66}" type="pres">
      <dgm:prSet presAssocID="{A38E3FB1-74C2-416C-962C-208A8CC26451}" presName="node" presStyleLbl="node1" presStyleIdx="3" presStyleCnt="5">
        <dgm:presLayoutVars>
          <dgm:bulletEnabled val="1"/>
        </dgm:presLayoutVars>
      </dgm:prSet>
      <dgm:spPr/>
    </dgm:pt>
    <dgm:pt modelId="{2297CA2F-E4E3-4CAA-9DAC-31EBDE18A66E}" type="pres">
      <dgm:prSet presAssocID="{BCA34D4F-D34A-4E7F-8060-EE5CDCEDEBC9}" presName="sibTrans" presStyleLbl="sibTrans2D1" presStyleIdx="3" presStyleCnt="4"/>
      <dgm:spPr/>
    </dgm:pt>
    <dgm:pt modelId="{54FB4166-E42F-4144-9064-5D0A6108B512}" type="pres">
      <dgm:prSet presAssocID="{BCA34D4F-D34A-4E7F-8060-EE5CDCEDEBC9}" presName="connectorText" presStyleLbl="sibTrans2D1" presStyleIdx="3" presStyleCnt="4"/>
      <dgm:spPr/>
    </dgm:pt>
    <dgm:pt modelId="{7807F26B-8DA3-4C05-AC81-9B09DFFBB862}" type="pres">
      <dgm:prSet presAssocID="{2063F73A-6D48-4171-9BCC-3A5159FCFBE3}" presName="node" presStyleLbl="node1" presStyleIdx="4" presStyleCnt="5">
        <dgm:presLayoutVars>
          <dgm:bulletEnabled val="1"/>
        </dgm:presLayoutVars>
      </dgm:prSet>
      <dgm:spPr/>
    </dgm:pt>
  </dgm:ptLst>
  <dgm:cxnLst>
    <dgm:cxn modelId="{373BB105-BD9B-482D-93E7-3D2A93F643C0}" type="presOf" srcId="{0F52510D-04B1-43CC-97FD-7BBD63C4D854}" destId="{69C0042D-507E-4F9E-94A8-E94955ADB76F}" srcOrd="0" destOrd="4" presId="urn:microsoft.com/office/officeart/2005/8/layout/process1"/>
    <dgm:cxn modelId="{E1DB8706-943A-41DE-857B-FD1004514511}" srcId="{360C9A48-81FE-4D65-9516-B232CA206B0B}" destId="{B27230E2-A17D-4220-80FE-46D64297B343}" srcOrd="0" destOrd="0" parTransId="{D985146F-41BC-41F7-BD5A-34637F24A6B1}" sibTransId="{1D9A2E75-6B4A-4BA3-BDC6-C1C8E25DEF5F}"/>
    <dgm:cxn modelId="{8B50E507-1CF5-4604-8206-39FABB967420}" type="presOf" srcId="{A97DF006-03C2-4032-A233-78BD76A63D3D}" destId="{60985EB9-42F5-4968-91E1-F1C3464F83DB}" srcOrd="0" destOrd="0" presId="urn:microsoft.com/office/officeart/2005/8/layout/process1"/>
    <dgm:cxn modelId="{E8787317-170A-4679-B5D4-515276EDD2E3}" type="presOf" srcId="{A3169168-C8F4-4A32-9005-27C2332994A7}" destId="{C995A894-0AFA-453F-8460-3BDDD034C9F0}" srcOrd="0" destOrd="0" presId="urn:microsoft.com/office/officeart/2005/8/layout/process1"/>
    <dgm:cxn modelId="{4AD42824-2F58-47D8-B6AC-498408ADB519}" srcId="{E3F7B911-0DB8-46F7-A6CB-A937DE7F5972}" destId="{2063F73A-6D48-4171-9BCC-3A5159FCFBE3}" srcOrd="4" destOrd="0" parTransId="{25077567-7832-4BBF-8124-97EF66740E53}" sibTransId="{DE743DFC-3175-4315-B0E1-7CE8009342DB}"/>
    <dgm:cxn modelId="{97B9692E-411D-4838-88AD-1C43A6F73083}" type="presOf" srcId="{360C9A48-81FE-4D65-9516-B232CA206B0B}" destId="{BCD86AF2-2522-4648-B7B2-23EC01768288}" srcOrd="0" destOrd="0" presId="urn:microsoft.com/office/officeart/2005/8/layout/process1"/>
    <dgm:cxn modelId="{13C49C2F-310A-4CF0-8235-FBDCD86AF66B}" type="presOf" srcId="{A38E3FB1-74C2-416C-962C-208A8CC26451}" destId="{0941CEB6-4744-4A4C-B3F9-AE9B3291FC66}" srcOrd="0" destOrd="0" presId="urn:microsoft.com/office/officeart/2005/8/layout/process1"/>
    <dgm:cxn modelId="{14F43930-AB62-4374-97B3-C3B06522240C}" type="presOf" srcId="{C9BC02D3-DAF3-483D-B2B5-6A810A3E5D23}" destId="{69C0042D-507E-4F9E-94A8-E94955ADB76F}" srcOrd="0" destOrd="3" presId="urn:microsoft.com/office/officeart/2005/8/layout/process1"/>
    <dgm:cxn modelId="{11B67C38-C0BB-4056-ABB9-B9C8C359F9CA}" type="presOf" srcId="{2063F73A-6D48-4171-9BCC-3A5159FCFBE3}" destId="{7807F26B-8DA3-4C05-AC81-9B09DFFBB862}" srcOrd="0" destOrd="0" presId="urn:microsoft.com/office/officeart/2005/8/layout/process1"/>
    <dgm:cxn modelId="{1079F93D-EFC9-4F63-A7D2-BA33A86E4DFC}" type="presOf" srcId="{BCA34D4F-D34A-4E7F-8060-EE5CDCEDEBC9}" destId="{2297CA2F-E4E3-4CAA-9DAC-31EBDE18A66E}" srcOrd="0" destOrd="0" presId="urn:microsoft.com/office/officeart/2005/8/layout/process1"/>
    <dgm:cxn modelId="{26FA8D5C-9E2D-43A2-86DB-EE2A3FA661CA}" type="presOf" srcId="{A97DF006-03C2-4032-A233-78BD76A63D3D}" destId="{EAD196ED-2637-4521-AC20-12D40696FBB7}" srcOrd="1" destOrd="0" presId="urn:microsoft.com/office/officeart/2005/8/layout/process1"/>
    <dgm:cxn modelId="{A3436A63-0B7B-4E1F-9868-5311457F2073}" srcId="{E3F7B911-0DB8-46F7-A6CB-A937DE7F5972}" destId="{A38E3FB1-74C2-416C-962C-208A8CC26451}" srcOrd="3" destOrd="0" parTransId="{9E752F19-DAF8-4077-BC1B-196EAE64B4D1}" sibTransId="{BCA34D4F-D34A-4E7F-8060-EE5CDCEDEBC9}"/>
    <dgm:cxn modelId="{8C6FAC44-1A20-4525-8EB8-2F9740001F7B}" type="presOf" srcId="{4ED935BC-B6F4-4023-8157-90A00E4288D9}" destId="{69C0042D-507E-4F9E-94A8-E94955ADB76F}" srcOrd="0" destOrd="2" presId="urn:microsoft.com/office/officeart/2005/8/layout/process1"/>
    <dgm:cxn modelId="{D680D866-82DC-42E8-93B4-13F314842A5A}" type="presOf" srcId="{66FFFF39-03D1-479F-A004-0C1A91BCD012}" destId="{7807F26B-8DA3-4C05-AC81-9B09DFFBB862}" srcOrd="0" destOrd="1" presId="urn:microsoft.com/office/officeart/2005/8/layout/process1"/>
    <dgm:cxn modelId="{C99CE768-EC43-4487-A92D-7422C1A1183F}" type="presOf" srcId="{FF9F707B-CECE-4E78-99EB-914DC0A31ECF}" destId="{0941CEB6-4744-4A4C-B3F9-AE9B3291FC66}" srcOrd="0" destOrd="1" presId="urn:microsoft.com/office/officeart/2005/8/layout/process1"/>
    <dgm:cxn modelId="{9D26AD6A-9892-4AC4-A58F-4C551EC94151}" srcId="{43DA3B73-85CC-44C7-99AF-E8675AAB11F1}" destId="{A992AD57-2B29-405E-A673-4C8FE2DCB2F0}" srcOrd="0" destOrd="0" parTransId="{A107BC28-DE52-4594-8495-7F55B444C020}" sibTransId="{E8BD408A-94EB-4640-B731-4BB67C578ABF}"/>
    <dgm:cxn modelId="{BB46DB6A-79CE-4A48-9BD1-A2DD18A4D36D}" type="presOf" srcId="{E3F7B911-0DB8-46F7-A6CB-A937DE7F5972}" destId="{33C77B4B-AC4C-4101-BE80-BB3417553860}" srcOrd="0" destOrd="0" presId="urn:microsoft.com/office/officeart/2005/8/layout/process1"/>
    <dgm:cxn modelId="{2067A66C-5E78-49CD-BF13-380CF2200C11}" type="presOf" srcId="{BCA34D4F-D34A-4E7F-8060-EE5CDCEDEBC9}" destId="{54FB4166-E42F-4144-9064-5D0A6108B512}" srcOrd="1" destOrd="0" presId="urn:microsoft.com/office/officeart/2005/8/layout/process1"/>
    <dgm:cxn modelId="{131F2674-DD6F-469D-917E-E2EE098B29BC}" srcId="{E3F7B911-0DB8-46F7-A6CB-A937DE7F5972}" destId="{43DA3B73-85CC-44C7-99AF-E8675AAB11F1}" srcOrd="0" destOrd="0" parTransId="{9F019D3D-4D19-4593-B070-40268D2F2EB5}" sibTransId="{A3169168-C8F4-4A32-9005-27C2332994A7}"/>
    <dgm:cxn modelId="{541F8A77-0852-4130-A267-CB2C1482A6E8}" type="presOf" srcId="{E97D0C73-F383-4117-A7E5-7A3FF09471D3}" destId="{42963792-B266-4648-A606-495C07C981FB}" srcOrd="0" destOrd="0" presId="urn:microsoft.com/office/officeart/2005/8/layout/process1"/>
    <dgm:cxn modelId="{78861782-068A-488A-B1C5-09CC575B5D80}" srcId="{E3F7B911-0DB8-46F7-A6CB-A937DE7F5972}" destId="{360C9A48-81FE-4D65-9516-B232CA206B0B}" srcOrd="2" destOrd="0" parTransId="{0B625C4F-CCA9-4175-983E-88805D77AAC5}" sibTransId="{E97D0C73-F383-4117-A7E5-7A3FF09471D3}"/>
    <dgm:cxn modelId="{CCB86B93-3845-428F-8411-A023AC4BDDEB}" srcId="{2063F73A-6D48-4171-9BCC-3A5159FCFBE3}" destId="{66FFFF39-03D1-479F-A004-0C1A91BCD012}" srcOrd="0" destOrd="0" parTransId="{4A5EDA08-68C0-4719-B835-6AECC589A5D1}" sibTransId="{775A41F0-E2CD-483C-948E-4C4DCDBE23C6}"/>
    <dgm:cxn modelId="{17E4239A-DE32-4B78-BE06-CFE7B8B50D59}" srcId="{ADFB60DE-7B6B-42C9-98FD-F94B3F204B4D}" destId="{801389A1-08AD-4217-99F1-17D044229FA0}" srcOrd="0" destOrd="0" parTransId="{BC314620-F755-43B8-B2B8-D38FEAD5BE47}" sibTransId="{9C7BD2E7-B2D7-4F25-A967-AB9E699AD0E3}"/>
    <dgm:cxn modelId="{150939AA-2A95-4B47-BDB9-FCBABC3FCAF5}" srcId="{E3F7B911-0DB8-46F7-A6CB-A937DE7F5972}" destId="{ADFB60DE-7B6B-42C9-98FD-F94B3F204B4D}" srcOrd="1" destOrd="0" parTransId="{A671AC3F-4FF4-419F-B14B-178228C3B3F5}" sibTransId="{A97DF006-03C2-4032-A233-78BD76A63D3D}"/>
    <dgm:cxn modelId="{881D80AA-1DB5-4D05-B4BE-DEB9948C817E}" type="presOf" srcId="{A3169168-C8F4-4A32-9005-27C2332994A7}" destId="{8C1AB374-B3F6-4375-BF8E-0EF0B9A03D5F}" srcOrd="1" destOrd="0" presId="urn:microsoft.com/office/officeart/2005/8/layout/process1"/>
    <dgm:cxn modelId="{78A882AF-41EB-40C3-8636-7416EA57980A}" srcId="{A992AD57-2B29-405E-A673-4C8FE2DCB2F0}" destId="{C9BC02D3-DAF3-483D-B2B5-6A810A3E5D23}" srcOrd="1" destOrd="0" parTransId="{0D7DD7AB-4B3F-4B26-9699-8D069D27EBFE}" sibTransId="{14A04E87-4E78-4857-8660-A2A290C3C448}"/>
    <dgm:cxn modelId="{E38AD1BC-B1F2-48A3-9F4E-9F4B093FDAEC}" type="presOf" srcId="{43DA3B73-85CC-44C7-99AF-E8675AAB11F1}" destId="{69C0042D-507E-4F9E-94A8-E94955ADB76F}" srcOrd="0" destOrd="0" presId="urn:microsoft.com/office/officeart/2005/8/layout/process1"/>
    <dgm:cxn modelId="{B714FBC5-D059-4484-9BC2-66EECB500B12}" type="presOf" srcId="{A992AD57-2B29-405E-A673-4C8FE2DCB2F0}" destId="{69C0042D-507E-4F9E-94A8-E94955ADB76F}" srcOrd="0" destOrd="1" presId="urn:microsoft.com/office/officeart/2005/8/layout/process1"/>
    <dgm:cxn modelId="{E20D28C7-268F-4C82-A0F1-EBBD25300B26}" type="presOf" srcId="{E97D0C73-F383-4117-A7E5-7A3FF09471D3}" destId="{C7FE0866-5A38-4AB6-9BDD-3EA0723D1400}" srcOrd="1" destOrd="0" presId="urn:microsoft.com/office/officeart/2005/8/layout/process1"/>
    <dgm:cxn modelId="{0DC4C7C8-8BFE-40E5-83C2-29B21DE73171}" type="presOf" srcId="{ADFB60DE-7B6B-42C9-98FD-F94B3F204B4D}" destId="{94DB21CA-9344-453D-8C21-40F12F0D3889}" srcOrd="0" destOrd="0" presId="urn:microsoft.com/office/officeart/2005/8/layout/process1"/>
    <dgm:cxn modelId="{AAC299C9-BA83-43E5-94A0-81B18092AFEC}" type="presOf" srcId="{5B1735AB-8363-41EB-A9A6-B25D2636DC13}" destId="{69C0042D-507E-4F9E-94A8-E94955ADB76F}" srcOrd="0" destOrd="5" presId="urn:microsoft.com/office/officeart/2005/8/layout/process1"/>
    <dgm:cxn modelId="{FEEA18CF-B05D-4F84-9B2B-A59126D73B0B}" srcId="{A38E3FB1-74C2-416C-962C-208A8CC26451}" destId="{FF9F707B-CECE-4E78-99EB-914DC0A31ECF}" srcOrd="0" destOrd="0" parTransId="{FB17E8DF-B400-423B-9CB4-4C38E1A393D0}" sibTransId="{1B2FE90C-EAEA-4A43-A64F-69ABBDDABCEB}"/>
    <dgm:cxn modelId="{AB8346D2-7479-4A8A-9B9E-3E06B25A4101}" type="presOf" srcId="{801389A1-08AD-4217-99F1-17D044229FA0}" destId="{94DB21CA-9344-453D-8C21-40F12F0D3889}" srcOrd="0" destOrd="1" presId="urn:microsoft.com/office/officeart/2005/8/layout/process1"/>
    <dgm:cxn modelId="{7A7BB4F0-1C5C-48CB-8901-89C2F8777FD9}" srcId="{A992AD57-2B29-405E-A673-4C8FE2DCB2F0}" destId="{4ED935BC-B6F4-4023-8157-90A00E4288D9}" srcOrd="0" destOrd="0" parTransId="{770B9806-9CD8-4654-A8B8-3D70D0747D19}" sibTransId="{615EA72B-289C-47B9-87A6-D11B04775F76}"/>
    <dgm:cxn modelId="{66DE21FB-DA00-48E7-8841-EB738D68F62C}" srcId="{A992AD57-2B29-405E-A673-4C8FE2DCB2F0}" destId="{5B1735AB-8363-41EB-A9A6-B25D2636DC13}" srcOrd="3" destOrd="0" parTransId="{258247BB-E99C-4C40-A6F3-2BCFF7F3F021}" sibTransId="{A1728D92-C6B8-42BE-B7DA-7498106C25C1}"/>
    <dgm:cxn modelId="{CD2010FC-CBD9-4366-BBB7-A2370EB4C245}" srcId="{A992AD57-2B29-405E-A673-4C8FE2DCB2F0}" destId="{0F52510D-04B1-43CC-97FD-7BBD63C4D854}" srcOrd="2" destOrd="0" parTransId="{7A0826B7-80B0-4499-9F07-B0CEFEBCCB15}" sibTransId="{000FE71D-E956-498B-A2D5-3FE5EE89E851}"/>
    <dgm:cxn modelId="{44EB4AFF-CFAA-4C07-A2E3-FCFCFC4805D0}" type="presOf" srcId="{B27230E2-A17D-4220-80FE-46D64297B343}" destId="{BCD86AF2-2522-4648-B7B2-23EC01768288}" srcOrd="0" destOrd="1" presId="urn:microsoft.com/office/officeart/2005/8/layout/process1"/>
    <dgm:cxn modelId="{A3EEBC4C-D696-420C-9548-292C5BAFC381}" type="presParOf" srcId="{33C77B4B-AC4C-4101-BE80-BB3417553860}" destId="{69C0042D-507E-4F9E-94A8-E94955ADB76F}" srcOrd="0" destOrd="0" presId="urn:microsoft.com/office/officeart/2005/8/layout/process1"/>
    <dgm:cxn modelId="{74064A54-7EF8-41C7-AE1A-BB20A8BAC8C0}" type="presParOf" srcId="{33C77B4B-AC4C-4101-BE80-BB3417553860}" destId="{C995A894-0AFA-453F-8460-3BDDD034C9F0}" srcOrd="1" destOrd="0" presId="urn:microsoft.com/office/officeart/2005/8/layout/process1"/>
    <dgm:cxn modelId="{42219523-EF2A-4B71-AADE-F502E30D150F}" type="presParOf" srcId="{C995A894-0AFA-453F-8460-3BDDD034C9F0}" destId="{8C1AB374-B3F6-4375-BF8E-0EF0B9A03D5F}" srcOrd="0" destOrd="0" presId="urn:microsoft.com/office/officeart/2005/8/layout/process1"/>
    <dgm:cxn modelId="{2E862AAC-1707-4857-9DE2-CB1A6192A062}" type="presParOf" srcId="{33C77B4B-AC4C-4101-BE80-BB3417553860}" destId="{94DB21CA-9344-453D-8C21-40F12F0D3889}" srcOrd="2" destOrd="0" presId="urn:microsoft.com/office/officeart/2005/8/layout/process1"/>
    <dgm:cxn modelId="{E56D702D-0BD3-45F5-9E8A-6285E21BF72E}" type="presParOf" srcId="{33C77B4B-AC4C-4101-BE80-BB3417553860}" destId="{60985EB9-42F5-4968-91E1-F1C3464F83DB}" srcOrd="3" destOrd="0" presId="urn:microsoft.com/office/officeart/2005/8/layout/process1"/>
    <dgm:cxn modelId="{89C02620-D853-4447-8CB1-200CE276630A}" type="presParOf" srcId="{60985EB9-42F5-4968-91E1-F1C3464F83DB}" destId="{EAD196ED-2637-4521-AC20-12D40696FBB7}" srcOrd="0" destOrd="0" presId="urn:microsoft.com/office/officeart/2005/8/layout/process1"/>
    <dgm:cxn modelId="{41356EBF-EA7A-4518-B314-C85465DD60D5}" type="presParOf" srcId="{33C77B4B-AC4C-4101-BE80-BB3417553860}" destId="{BCD86AF2-2522-4648-B7B2-23EC01768288}" srcOrd="4" destOrd="0" presId="urn:microsoft.com/office/officeart/2005/8/layout/process1"/>
    <dgm:cxn modelId="{FBE42AA9-721C-4844-B0F1-CCA2BAD003BC}" type="presParOf" srcId="{33C77B4B-AC4C-4101-BE80-BB3417553860}" destId="{42963792-B266-4648-A606-495C07C981FB}" srcOrd="5" destOrd="0" presId="urn:microsoft.com/office/officeart/2005/8/layout/process1"/>
    <dgm:cxn modelId="{33FB0A03-6E92-4F9C-8F36-2CA9B558087D}" type="presParOf" srcId="{42963792-B266-4648-A606-495C07C981FB}" destId="{C7FE0866-5A38-4AB6-9BDD-3EA0723D1400}" srcOrd="0" destOrd="0" presId="urn:microsoft.com/office/officeart/2005/8/layout/process1"/>
    <dgm:cxn modelId="{95CA412C-C13C-4F33-B878-9724F580FF8B}" type="presParOf" srcId="{33C77B4B-AC4C-4101-BE80-BB3417553860}" destId="{0941CEB6-4744-4A4C-B3F9-AE9B3291FC66}" srcOrd="6" destOrd="0" presId="urn:microsoft.com/office/officeart/2005/8/layout/process1"/>
    <dgm:cxn modelId="{1D45963A-9C3B-4EE7-8BAA-42AA1C291C18}" type="presParOf" srcId="{33C77B4B-AC4C-4101-BE80-BB3417553860}" destId="{2297CA2F-E4E3-4CAA-9DAC-31EBDE18A66E}" srcOrd="7" destOrd="0" presId="urn:microsoft.com/office/officeart/2005/8/layout/process1"/>
    <dgm:cxn modelId="{B786256B-F892-41CF-BC10-7B27DA60562C}" type="presParOf" srcId="{2297CA2F-E4E3-4CAA-9DAC-31EBDE18A66E}" destId="{54FB4166-E42F-4144-9064-5D0A6108B512}" srcOrd="0" destOrd="0" presId="urn:microsoft.com/office/officeart/2005/8/layout/process1"/>
    <dgm:cxn modelId="{046152D9-7E35-49B9-B8FD-DC77E07E82E9}" type="presParOf" srcId="{33C77B4B-AC4C-4101-BE80-BB3417553860}" destId="{7807F26B-8DA3-4C05-AC81-9B09DFFBB862}" srcOrd="8"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E3F7B911-0DB8-46F7-A6CB-A937DE7F5972}" type="doc">
      <dgm:prSet loTypeId="urn:microsoft.com/office/officeart/2005/8/layout/process1" loCatId="process" qsTypeId="urn:microsoft.com/office/officeart/2005/8/quickstyle/simple5" qsCatId="simple" csTypeId="urn:microsoft.com/office/officeart/2005/8/colors/accent1_2" csCatId="accent1" phldr="1"/>
      <dgm:spPr/>
      <dgm:t>
        <a:bodyPr/>
        <a:lstStyle/>
        <a:p>
          <a:endParaRPr lang="en-US"/>
        </a:p>
      </dgm:t>
    </dgm:pt>
    <dgm:pt modelId="{43DA3B73-85CC-44C7-99AF-E8675AAB11F1}">
      <dgm:prSet phldrT="[Text]">
        <dgm:style>
          <a:lnRef idx="2">
            <a:schemeClr val="dk1"/>
          </a:lnRef>
          <a:fillRef idx="1">
            <a:schemeClr val="lt1"/>
          </a:fillRef>
          <a:effectRef idx="0">
            <a:schemeClr val="dk1"/>
          </a:effectRef>
          <a:fontRef idx="minor">
            <a:schemeClr val="dk1"/>
          </a:fontRef>
        </dgm:style>
      </dgm:prSet>
      <dgm:spPr/>
      <dgm:t>
        <a:bodyPr/>
        <a:lstStyle/>
        <a:p>
          <a:r>
            <a:rPr lang="en-US" b="1" dirty="0"/>
            <a:t>Requirement Gathering</a:t>
          </a:r>
        </a:p>
      </dgm:t>
    </dgm:pt>
    <dgm:pt modelId="{9F019D3D-4D19-4593-B070-40268D2F2EB5}" type="parTrans" cxnId="{131F2674-DD6F-469D-917E-E2EE098B29BC}">
      <dgm:prSet/>
      <dgm:spPr/>
      <dgm:t>
        <a:bodyPr/>
        <a:lstStyle/>
        <a:p>
          <a:endParaRPr lang="en-US"/>
        </a:p>
      </dgm:t>
    </dgm:pt>
    <dgm:pt modelId="{A3169168-C8F4-4A32-9005-27C2332994A7}" type="sibTrans" cxnId="{131F2674-DD6F-469D-917E-E2EE098B29BC}">
      <dgm:prSet/>
      <dgm:spPr/>
      <dgm:t>
        <a:bodyPr/>
        <a:lstStyle/>
        <a:p>
          <a:endParaRPr lang="en-US"/>
        </a:p>
      </dgm:t>
    </dgm:pt>
    <dgm:pt modelId="{360C9A48-81FE-4D65-9516-B232CA206B0B}">
      <dgm:prSet>
        <dgm:style>
          <a:lnRef idx="2">
            <a:schemeClr val="dk1"/>
          </a:lnRef>
          <a:fillRef idx="1">
            <a:schemeClr val="lt1"/>
          </a:fillRef>
          <a:effectRef idx="0">
            <a:schemeClr val="dk1"/>
          </a:effectRef>
          <a:fontRef idx="minor">
            <a:schemeClr val="dk1"/>
          </a:fontRef>
        </dgm:style>
      </dgm:prSet>
      <dgm:spPr/>
      <dgm:t>
        <a:bodyPr/>
        <a:lstStyle/>
        <a:p>
          <a:r>
            <a:rPr lang="en-US" b="1"/>
            <a:t>Logical Design</a:t>
          </a:r>
        </a:p>
      </dgm:t>
    </dgm:pt>
    <dgm:pt modelId="{0B625C4F-CCA9-4175-983E-88805D77AAC5}" type="parTrans" cxnId="{78861782-068A-488A-B1C5-09CC575B5D80}">
      <dgm:prSet/>
      <dgm:spPr/>
      <dgm:t>
        <a:bodyPr/>
        <a:lstStyle/>
        <a:p>
          <a:endParaRPr lang="en-US"/>
        </a:p>
      </dgm:t>
    </dgm:pt>
    <dgm:pt modelId="{E97D0C73-F383-4117-A7E5-7A3FF09471D3}" type="sibTrans" cxnId="{78861782-068A-488A-B1C5-09CC575B5D80}">
      <dgm:prSet/>
      <dgm:spPr/>
      <dgm:t>
        <a:bodyPr/>
        <a:lstStyle/>
        <a:p>
          <a:endParaRPr lang="en-US"/>
        </a:p>
      </dgm:t>
    </dgm:pt>
    <dgm:pt modelId="{A38E3FB1-74C2-416C-962C-208A8CC26451}">
      <dgm:prSet>
        <dgm:style>
          <a:lnRef idx="2">
            <a:schemeClr val="accent5"/>
          </a:lnRef>
          <a:fillRef idx="1">
            <a:schemeClr val="lt1"/>
          </a:fillRef>
          <a:effectRef idx="0">
            <a:schemeClr val="accent5"/>
          </a:effectRef>
          <a:fontRef idx="minor">
            <a:schemeClr val="dk1"/>
          </a:fontRef>
        </dgm:style>
      </dgm:prSet>
      <dgm:spPr/>
      <dgm:t>
        <a:bodyPr/>
        <a:lstStyle/>
        <a:p>
          <a:r>
            <a:rPr lang="en-US" b="1"/>
            <a:t>Physical Design</a:t>
          </a:r>
        </a:p>
      </dgm:t>
    </dgm:pt>
    <dgm:pt modelId="{9E752F19-DAF8-4077-BC1B-196EAE64B4D1}" type="parTrans" cxnId="{A3436A63-0B7B-4E1F-9868-5311457F2073}">
      <dgm:prSet/>
      <dgm:spPr/>
      <dgm:t>
        <a:bodyPr/>
        <a:lstStyle/>
        <a:p>
          <a:endParaRPr lang="en-US"/>
        </a:p>
      </dgm:t>
    </dgm:pt>
    <dgm:pt modelId="{BCA34D4F-D34A-4E7F-8060-EE5CDCEDEBC9}" type="sibTrans" cxnId="{A3436A63-0B7B-4E1F-9868-5311457F2073}">
      <dgm:prSet/>
      <dgm:spPr/>
      <dgm:t>
        <a:bodyPr/>
        <a:lstStyle/>
        <a:p>
          <a:endParaRPr lang="en-US"/>
        </a:p>
      </dgm:t>
    </dgm:pt>
    <dgm:pt modelId="{2063F73A-6D48-4171-9BCC-3A5159FCFBE3}">
      <dgm:prSet>
        <dgm:style>
          <a:lnRef idx="2">
            <a:schemeClr val="accent5"/>
          </a:lnRef>
          <a:fillRef idx="1">
            <a:schemeClr val="lt1"/>
          </a:fillRef>
          <a:effectRef idx="0">
            <a:schemeClr val="accent5"/>
          </a:effectRef>
          <a:fontRef idx="minor">
            <a:schemeClr val="dk1"/>
          </a:fontRef>
        </dgm:style>
      </dgm:prSet>
      <dgm:spPr/>
      <dgm:t>
        <a:bodyPr/>
        <a:lstStyle/>
        <a:p>
          <a:r>
            <a:rPr lang="en-US" b="1"/>
            <a:t>Installation and Maintenance</a:t>
          </a:r>
        </a:p>
      </dgm:t>
    </dgm:pt>
    <dgm:pt modelId="{25077567-7832-4BBF-8124-97EF66740E53}" type="parTrans" cxnId="{4AD42824-2F58-47D8-B6AC-498408ADB519}">
      <dgm:prSet/>
      <dgm:spPr/>
      <dgm:t>
        <a:bodyPr/>
        <a:lstStyle/>
        <a:p>
          <a:endParaRPr lang="en-US"/>
        </a:p>
      </dgm:t>
    </dgm:pt>
    <dgm:pt modelId="{DE743DFC-3175-4315-B0E1-7CE8009342DB}" type="sibTrans" cxnId="{4AD42824-2F58-47D8-B6AC-498408ADB519}">
      <dgm:prSet/>
      <dgm:spPr/>
      <dgm:t>
        <a:bodyPr/>
        <a:lstStyle/>
        <a:p>
          <a:endParaRPr lang="en-US"/>
        </a:p>
      </dgm:t>
    </dgm:pt>
    <dgm:pt modelId="{ADFB60DE-7B6B-42C9-98FD-F94B3F204B4D}">
      <dgm:prSet>
        <dgm:style>
          <a:lnRef idx="0">
            <a:schemeClr val="accent1"/>
          </a:lnRef>
          <a:fillRef idx="3">
            <a:schemeClr val="accent1"/>
          </a:fillRef>
          <a:effectRef idx="3">
            <a:schemeClr val="accent1"/>
          </a:effectRef>
          <a:fontRef idx="minor">
            <a:schemeClr val="lt1"/>
          </a:fontRef>
        </dgm:style>
      </dgm:prSet>
      <dgm:spPr/>
      <dgm:t>
        <a:bodyPr/>
        <a:lstStyle/>
        <a:p>
          <a:r>
            <a:rPr lang="en-US" b="1" dirty="0"/>
            <a:t>Analysis</a:t>
          </a:r>
        </a:p>
      </dgm:t>
    </dgm:pt>
    <dgm:pt modelId="{A97DF006-03C2-4032-A233-78BD76A63D3D}" type="sibTrans" cxnId="{150939AA-2A95-4B47-BDB9-FCBABC3FCAF5}">
      <dgm:prSet/>
      <dgm:spPr/>
      <dgm:t>
        <a:bodyPr/>
        <a:lstStyle/>
        <a:p>
          <a:endParaRPr lang="en-US"/>
        </a:p>
      </dgm:t>
    </dgm:pt>
    <dgm:pt modelId="{A671AC3F-4FF4-419F-B14B-178228C3B3F5}" type="parTrans" cxnId="{150939AA-2A95-4B47-BDB9-FCBABC3FCAF5}">
      <dgm:prSet/>
      <dgm:spPr/>
      <dgm:t>
        <a:bodyPr/>
        <a:lstStyle/>
        <a:p>
          <a:endParaRPr lang="en-US"/>
        </a:p>
      </dgm:t>
    </dgm:pt>
    <dgm:pt modelId="{A992AD57-2B29-405E-A673-4C8FE2DCB2F0}">
      <dgm:prSet>
        <dgm:style>
          <a:lnRef idx="2">
            <a:schemeClr val="dk1"/>
          </a:lnRef>
          <a:fillRef idx="1">
            <a:schemeClr val="lt1"/>
          </a:fillRef>
          <a:effectRef idx="0">
            <a:schemeClr val="dk1"/>
          </a:effectRef>
          <a:fontRef idx="minor">
            <a:schemeClr val="dk1"/>
          </a:fontRef>
        </dgm:style>
      </dgm:prSet>
      <dgm:spPr/>
      <dgm:t>
        <a:bodyPr/>
        <a:lstStyle/>
        <a:p>
          <a:r>
            <a:rPr lang="en-US" dirty="0"/>
            <a:t>Determine needs of: </a:t>
          </a:r>
        </a:p>
      </dgm:t>
    </dgm:pt>
    <dgm:pt modelId="{A107BC28-DE52-4594-8495-7F55B444C020}" type="parTrans" cxnId="{9D26AD6A-9892-4AC4-A58F-4C551EC94151}">
      <dgm:prSet/>
      <dgm:spPr/>
      <dgm:t>
        <a:bodyPr/>
        <a:lstStyle/>
        <a:p>
          <a:endParaRPr lang="en-US"/>
        </a:p>
      </dgm:t>
    </dgm:pt>
    <dgm:pt modelId="{E8BD408A-94EB-4640-B731-4BB67C578ABF}" type="sibTrans" cxnId="{9D26AD6A-9892-4AC4-A58F-4C551EC94151}">
      <dgm:prSet/>
      <dgm:spPr/>
      <dgm:t>
        <a:bodyPr/>
        <a:lstStyle/>
        <a:p>
          <a:endParaRPr lang="en-US"/>
        </a:p>
      </dgm:t>
    </dgm:pt>
    <dgm:pt modelId="{4ED935BC-B6F4-4023-8157-90A00E4288D9}">
      <dgm:prSet>
        <dgm:style>
          <a:lnRef idx="2">
            <a:schemeClr val="dk1"/>
          </a:lnRef>
          <a:fillRef idx="1">
            <a:schemeClr val="lt1"/>
          </a:fillRef>
          <a:effectRef idx="0">
            <a:schemeClr val="dk1"/>
          </a:effectRef>
          <a:fontRef idx="minor">
            <a:schemeClr val="dk1"/>
          </a:fontRef>
        </dgm:style>
      </dgm:prSet>
      <dgm:spPr/>
      <dgm:t>
        <a:bodyPr/>
        <a:lstStyle/>
        <a:p>
          <a:r>
            <a:rPr lang="en-US"/>
            <a:t>Business</a:t>
          </a:r>
        </a:p>
      </dgm:t>
    </dgm:pt>
    <dgm:pt modelId="{770B9806-9CD8-4654-A8B8-3D70D0747D19}" type="parTrans" cxnId="{7A7BB4F0-1C5C-48CB-8901-89C2F8777FD9}">
      <dgm:prSet/>
      <dgm:spPr/>
      <dgm:t>
        <a:bodyPr/>
        <a:lstStyle/>
        <a:p>
          <a:endParaRPr lang="en-US"/>
        </a:p>
      </dgm:t>
    </dgm:pt>
    <dgm:pt modelId="{615EA72B-289C-47B9-87A6-D11B04775F76}" type="sibTrans" cxnId="{7A7BB4F0-1C5C-48CB-8901-89C2F8777FD9}">
      <dgm:prSet/>
      <dgm:spPr/>
      <dgm:t>
        <a:bodyPr/>
        <a:lstStyle/>
        <a:p>
          <a:endParaRPr lang="en-US"/>
        </a:p>
      </dgm:t>
    </dgm:pt>
    <dgm:pt modelId="{C9BC02D3-DAF3-483D-B2B5-6A810A3E5D23}">
      <dgm:prSet>
        <dgm:style>
          <a:lnRef idx="2">
            <a:schemeClr val="dk1"/>
          </a:lnRef>
          <a:fillRef idx="1">
            <a:schemeClr val="lt1"/>
          </a:fillRef>
          <a:effectRef idx="0">
            <a:schemeClr val="dk1"/>
          </a:effectRef>
          <a:fontRef idx="minor">
            <a:schemeClr val="dk1"/>
          </a:fontRef>
        </dgm:style>
      </dgm:prSet>
      <dgm:spPr/>
      <dgm:t>
        <a:bodyPr/>
        <a:lstStyle/>
        <a:p>
          <a:r>
            <a:rPr lang="en-US"/>
            <a:t>Users</a:t>
          </a:r>
        </a:p>
      </dgm:t>
    </dgm:pt>
    <dgm:pt modelId="{0D7DD7AB-4B3F-4B26-9699-8D069D27EBFE}" type="parTrans" cxnId="{78A882AF-41EB-40C3-8636-7416EA57980A}">
      <dgm:prSet/>
      <dgm:spPr/>
      <dgm:t>
        <a:bodyPr/>
        <a:lstStyle/>
        <a:p>
          <a:endParaRPr lang="en-US"/>
        </a:p>
      </dgm:t>
    </dgm:pt>
    <dgm:pt modelId="{14A04E87-4E78-4857-8660-A2A290C3C448}" type="sibTrans" cxnId="{78A882AF-41EB-40C3-8636-7416EA57980A}">
      <dgm:prSet/>
      <dgm:spPr/>
      <dgm:t>
        <a:bodyPr/>
        <a:lstStyle/>
        <a:p>
          <a:endParaRPr lang="en-US"/>
        </a:p>
      </dgm:t>
    </dgm:pt>
    <dgm:pt modelId="{0F52510D-04B1-43CC-97FD-7BBD63C4D854}">
      <dgm:prSet>
        <dgm:style>
          <a:lnRef idx="2">
            <a:schemeClr val="dk1"/>
          </a:lnRef>
          <a:fillRef idx="1">
            <a:schemeClr val="lt1"/>
          </a:fillRef>
          <a:effectRef idx="0">
            <a:schemeClr val="dk1"/>
          </a:effectRef>
          <a:fontRef idx="minor">
            <a:schemeClr val="dk1"/>
          </a:fontRef>
        </dgm:style>
      </dgm:prSet>
      <dgm:spPr/>
      <dgm:t>
        <a:bodyPr/>
        <a:lstStyle/>
        <a:p>
          <a:r>
            <a:rPr lang="en-US"/>
            <a:t>Applications</a:t>
          </a:r>
        </a:p>
      </dgm:t>
    </dgm:pt>
    <dgm:pt modelId="{7A0826B7-80B0-4499-9F07-B0CEFEBCCB15}" type="parTrans" cxnId="{CD2010FC-CBD9-4366-BBB7-A2370EB4C245}">
      <dgm:prSet/>
      <dgm:spPr/>
      <dgm:t>
        <a:bodyPr/>
        <a:lstStyle/>
        <a:p>
          <a:endParaRPr lang="en-US"/>
        </a:p>
      </dgm:t>
    </dgm:pt>
    <dgm:pt modelId="{000FE71D-E956-498B-A2D5-3FE5EE89E851}" type="sibTrans" cxnId="{CD2010FC-CBD9-4366-BBB7-A2370EB4C245}">
      <dgm:prSet/>
      <dgm:spPr/>
      <dgm:t>
        <a:bodyPr/>
        <a:lstStyle/>
        <a:p>
          <a:endParaRPr lang="en-US"/>
        </a:p>
      </dgm:t>
    </dgm:pt>
    <dgm:pt modelId="{5B1735AB-8363-41EB-A9A6-B25D2636DC13}">
      <dgm:prSet>
        <dgm:style>
          <a:lnRef idx="2">
            <a:schemeClr val="dk1"/>
          </a:lnRef>
          <a:fillRef idx="1">
            <a:schemeClr val="lt1"/>
          </a:fillRef>
          <a:effectRef idx="0">
            <a:schemeClr val="dk1"/>
          </a:effectRef>
          <a:fontRef idx="minor">
            <a:schemeClr val="dk1"/>
          </a:fontRef>
        </dgm:style>
      </dgm:prSet>
      <dgm:spPr/>
      <dgm:t>
        <a:bodyPr/>
        <a:lstStyle/>
        <a:p>
          <a:r>
            <a:rPr lang="en-US"/>
            <a:t>Network</a:t>
          </a:r>
        </a:p>
      </dgm:t>
    </dgm:pt>
    <dgm:pt modelId="{258247BB-E99C-4C40-A6F3-2BCFF7F3F021}" type="parTrans" cxnId="{66DE21FB-DA00-48E7-8841-EB738D68F62C}">
      <dgm:prSet/>
      <dgm:spPr/>
      <dgm:t>
        <a:bodyPr/>
        <a:lstStyle/>
        <a:p>
          <a:endParaRPr lang="en-US"/>
        </a:p>
      </dgm:t>
    </dgm:pt>
    <dgm:pt modelId="{A1728D92-C6B8-42BE-B7DA-7498106C25C1}" type="sibTrans" cxnId="{66DE21FB-DA00-48E7-8841-EB738D68F62C}">
      <dgm:prSet/>
      <dgm:spPr/>
      <dgm:t>
        <a:bodyPr/>
        <a:lstStyle/>
        <a:p>
          <a:endParaRPr lang="en-US"/>
        </a:p>
      </dgm:t>
    </dgm:pt>
    <dgm:pt modelId="{801389A1-08AD-4217-99F1-17D044229FA0}">
      <dgm:prSet>
        <dgm:style>
          <a:lnRef idx="0">
            <a:schemeClr val="accent1"/>
          </a:lnRef>
          <a:fillRef idx="3">
            <a:schemeClr val="accent1"/>
          </a:fillRef>
          <a:effectRef idx="3">
            <a:schemeClr val="accent1"/>
          </a:effectRef>
          <a:fontRef idx="minor">
            <a:schemeClr val="lt1"/>
          </a:fontRef>
        </dgm:style>
      </dgm:prSet>
      <dgm:spPr/>
      <dgm:t>
        <a:bodyPr/>
        <a:lstStyle/>
        <a:p>
          <a:r>
            <a:rPr lang="en-US"/>
            <a:t>Estimate and measure traffic and device utilization</a:t>
          </a:r>
        </a:p>
      </dgm:t>
    </dgm:pt>
    <dgm:pt modelId="{BC314620-F755-43B8-B2B8-D38FEAD5BE47}" type="parTrans" cxnId="{17E4239A-DE32-4B78-BE06-CFE7B8B50D59}">
      <dgm:prSet/>
      <dgm:spPr/>
      <dgm:t>
        <a:bodyPr/>
        <a:lstStyle/>
        <a:p>
          <a:endParaRPr lang="en-US"/>
        </a:p>
      </dgm:t>
    </dgm:pt>
    <dgm:pt modelId="{9C7BD2E7-B2D7-4F25-A967-AB9E699AD0E3}" type="sibTrans" cxnId="{17E4239A-DE32-4B78-BE06-CFE7B8B50D59}">
      <dgm:prSet/>
      <dgm:spPr/>
      <dgm:t>
        <a:bodyPr/>
        <a:lstStyle/>
        <a:p>
          <a:endParaRPr lang="en-US"/>
        </a:p>
      </dgm:t>
    </dgm:pt>
    <dgm:pt modelId="{B27230E2-A17D-4220-80FE-46D64297B343}">
      <dgm:prSet>
        <dgm:style>
          <a:lnRef idx="2">
            <a:schemeClr val="dk1"/>
          </a:lnRef>
          <a:fillRef idx="1">
            <a:schemeClr val="lt1"/>
          </a:fillRef>
          <a:effectRef idx="0">
            <a:schemeClr val="dk1"/>
          </a:effectRef>
          <a:fontRef idx="minor">
            <a:schemeClr val="dk1"/>
          </a:fontRef>
        </dgm:style>
      </dgm:prSet>
      <dgm:spPr/>
      <dgm:t>
        <a:bodyPr/>
        <a:lstStyle/>
        <a:p>
          <a:r>
            <a:rPr lang="en-US"/>
            <a:t>Choose technologies that meet the requirements</a:t>
          </a:r>
        </a:p>
      </dgm:t>
    </dgm:pt>
    <dgm:pt modelId="{D985146F-41BC-41F7-BD5A-34637F24A6B1}" type="parTrans" cxnId="{E1DB8706-943A-41DE-857B-FD1004514511}">
      <dgm:prSet/>
      <dgm:spPr/>
      <dgm:t>
        <a:bodyPr/>
        <a:lstStyle/>
        <a:p>
          <a:endParaRPr lang="en-US"/>
        </a:p>
      </dgm:t>
    </dgm:pt>
    <dgm:pt modelId="{1D9A2E75-6B4A-4BA3-BDC6-C1C8E25DEF5F}" type="sibTrans" cxnId="{E1DB8706-943A-41DE-857B-FD1004514511}">
      <dgm:prSet/>
      <dgm:spPr/>
      <dgm:t>
        <a:bodyPr/>
        <a:lstStyle/>
        <a:p>
          <a:endParaRPr lang="en-US"/>
        </a:p>
      </dgm:t>
    </dgm:pt>
    <dgm:pt modelId="{FF9F707B-CECE-4E78-99EB-914DC0A31ECF}">
      <dgm:prSet>
        <dgm:style>
          <a:lnRef idx="2">
            <a:schemeClr val="accent5"/>
          </a:lnRef>
          <a:fillRef idx="1">
            <a:schemeClr val="lt1"/>
          </a:fillRef>
          <a:effectRef idx="0">
            <a:schemeClr val="accent5"/>
          </a:effectRef>
          <a:fontRef idx="minor">
            <a:schemeClr val="dk1"/>
          </a:fontRef>
        </dgm:style>
      </dgm:prSet>
      <dgm:spPr/>
      <dgm:t>
        <a:bodyPr/>
        <a:lstStyle/>
        <a:p>
          <a:r>
            <a:rPr lang="en-US"/>
            <a:t>Apply the Logical Design to the physical space</a:t>
          </a:r>
        </a:p>
      </dgm:t>
    </dgm:pt>
    <dgm:pt modelId="{FB17E8DF-B400-423B-9CB4-4C38E1A393D0}" type="parTrans" cxnId="{FEEA18CF-B05D-4F84-9B2B-A59126D73B0B}">
      <dgm:prSet/>
      <dgm:spPr/>
      <dgm:t>
        <a:bodyPr/>
        <a:lstStyle/>
        <a:p>
          <a:endParaRPr lang="en-US"/>
        </a:p>
      </dgm:t>
    </dgm:pt>
    <dgm:pt modelId="{1B2FE90C-EAEA-4A43-A64F-69ABBDDABCEB}" type="sibTrans" cxnId="{FEEA18CF-B05D-4F84-9B2B-A59126D73B0B}">
      <dgm:prSet/>
      <dgm:spPr/>
      <dgm:t>
        <a:bodyPr/>
        <a:lstStyle/>
        <a:p>
          <a:endParaRPr lang="en-US"/>
        </a:p>
      </dgm:t>
    </dgm:pt>
    <dgm:pt modelId="{66FFFF39-03D1-479F-A004-0C1A91BCD012}">
      <dgm:prSet>
        <dgm:style>
          <a:lnRef idx="2">
            <a:schemeClr val="accent5"/>
          </a:lnRef>
          <a:fillRef idx="1">
            <a:schemeClr val="lt1"/>
          </a:fillRef>
          <a:effectRef idx="0">
            <a:schemeClr val="accent5"/>
          </a:effectRef>
          <a:fontRef idx="minor">
            <a:schemeClr val="dk1"/>
          </a:fontRef>
        </dgm:style>
      </dgm:prSet>
      <dgm:spPr/>
      <dgm:t>
        <a:bodyPr/>
        <a:lstStyle/>
        <a:p>
          <a:r>
            <a:rPr lang="en-US"/>
            <a:t>Implement the Physical Design</a:t>
          </a:r>
        </a:p>
      </dgm:t>
    </dgm:pt>
    <dgm:pt modelId="{4A5EDA08-68C0-4719-B835-6AECC589A5D1}" type="parTrans" cxnId="{CCB86B93-3845-428F-8411-A023AC4BDDEB}">
      <dgm:prSet/>
      <dgm:spPr/>
      <dgm:t>
        <a:bodyPr/>
        <a:lstStyle/>
        <a:p>
          <a:endParaRPr lang="en-US"/>
        </a:p>
      </dgm:t>
    </dgm:pt>
    <dgm:pt modelId="{775A41F0-E2CD-483C-948E-4C4DCDBE23C6}" type="sibTrans" cxnId="{CCB86B93-3845-428F-8411-A023AC4BDDEB}">
      <dgm:prSet/>
      <dgm:spPr/>
      <dgm:t>
        <a:bodyPr/>
        <a:lstStyle/>
        <a:p>
          <a:endParaRPr lang="en-US"/>
        </a:p>
      </dgm:t>
    </dgm:pt>
    <dgm:pt modelId="{33C77B4B-AC4C-4101-BE80-BB3417553860}" type="pres">
      <dgm:prSet presAssocID="{E3F7B911-0DB8-46F7-A6CB-A937DE7F5972}" presName="Name0" presStyleCnt="0">
        <dgm:presLayoutVars>
          <dgm:dir/>
          <dgm:resizeHandles val="exact"/>
        </dgm:presLayoutVars>
      </dgm:prSet>
      <dgm:spPr/>
    </dgm:pt>
    <dgm:pt modelId="{69C0042D-507E-4F9E-94A8-E94955ADB76F}" type="pres">
      <dgm:prSet presAssocID="{43DA3B73-85CC-44C7-99AF-E8675AAB11F1}" presName="node" presStyleLbl="node1" presStyleIdx="0" presStyleCnt="5">
        <dgm:presLayoutVars>
          <dgm:bulletEnabled val="1"/>
        </dgm:presLayoutVars>
      </dgm:prSet>
      <dgm:spPr/>
    </dgm:pt>
    <dgm:pt modelId="{C995A894-0AFA-453F-8460-3BDDD034C9F0}" type="pres">
      <dgm:prSet presAssocID="{A3169168-C8F4-4A32-9005-27C2332994A7}" presName="sibTrans" presStyleLbl="sibTrans2D1" presStyleIdx="0" presStyleCnt="4"/>
      <dgm:spPr/>
    </dgm:pt>
    <dgm:pt modelId="{8C1AB374-B3F6-4375-BF8E-0EF0B9A03D5F}" type="pres">
      <dgm:prSet presAssocID="{A3169168-C8F4-4A32-9005-27C2332994A7}" presName="connectorText" presStyleLbl="sibTrans2D1" presStyleIdx="0" presStyleCnt="4"/>
      <dgm:spPr/>
    </dgm:pt>
    <dgm:pt modelId="{94DB21CA-9344-453D-8C21-40F12F0D3889}" type="pres">
      <dgm:prSet presAssocID="{ADFB60DE-7B6B-42C9-98FD-F94B3F204B4D}" presName="node" presStyleLbl="node1" presStyleIdx="1" presStyleCnt="5">
        <dgm:presLayoutVars>
          <dgm:bulletEnabled val="1"/>
        </dgm:presLayoutVars>
      </dgm:prSet>
      <dgm:spPr/>
    </dgm:pt>
    <dgm:pt modelId="{60985EB9-42F5-4968-91E1-F1C3464F83DB}" type="pres">
      <dgm:prSet presAssocID="{A97DF006-03C2-4032-A233-78BD76A63D3D}" presName="sibTrans" presStyleLbl="sibTrans2D1" presStyleIdx="1" presStyleCnt="4"/>
      <dgm:spPr/>
    </dgm:pt>
    <dgm:pt modelId="{EAD196ED-2637-4521-AC20-12D40696FBB7}" type="pres">
      <dgm:prSet presAssocID="{A97DF006-03C2-4032-A233-78BD76A63D3D}" presName="connectorText" presStyleLbl="sibTrans2D1" presStyleIdx="1" presStyleCnt="4"/>
      <dgm:spPr/>
    </dgm:pt>
    <dgm:pt modelId="{BCD86AF2-2522-4648-B7B2-23EC01768288}" type="pres">
      <dgm:prSet presAssocID="{360C9A48-81FE-4D65-9516-B232CA206B0B}" presName="node" presStyleLbl="node1" presStyleIdx="2" presStyleCnt="5">
        <dgm:presLayoutVars>
          <dgm:bulletEnabled val="1"/>
        </dgm:presLayoutVars>
      </dgm:prSet>
      <dgm:spPr/>
    </dgm:pt>
    <dgm:pt modelId="{42963792-B266-4648-A606-495C07C981FB}" type="pres">
      <dgm:prSet presAssocID="{E97D0C73-F383-4117-A7E5-7A3FF09471D3}" presName="sibTrans" presStyleLbl="sibTrans2D1" presStyleIdx="2" presStyleCnt="4"/>
      <dgm:spPr/>
    </dgm:pt>
    <dgm:pt modelId="{C7FE0866-5A38-4AB6-9BDD-3EA0723D1400}" type="pres">
      <dgm:prSet presAssocID="{E97D0C73-F383-4117-A7E5-7A3FF09471D3}" presName="connectorText" presStyleLbl="sibTrans2D1" presStyleIdx="2" presStyleCnt="4"/>
      <dgm:spPr/>
    </dgm:pt>
    <dgm:pt modelId="{0941CEB6-4744-4A4C-B3F9-AE9B3291FC66}" type="pres">
      <dgm:prSet presAssocID="{A38E3FB1-74C2-416C-962C-208A8CC26451}" presName="node" presStyleLbl="node1" presStyleIdx="3" presStyleCnt="5">
        <dgm:presLayoutVars>
          <dgm:bulletEnabled val="1"/>
        </dgm:presLayoutVars>
      </dgm:prSet>
      <dgm:spPr/>
    </dgm:pt>
    <dgm:pt modelId="{2297CA2F-E4E3-4CAA-9DAC-31EBDE18A66E}" type="pres">
      <dgm:prSet presAssocID="{BCA34D4F-D34A-4E7F-8060-EE5CDCEDEBC9}" presName="sibTrans" presStyleLbl="sibTrans2D1" presStyleIdx="3" presStyleCnt="4"/>
      <dgm:spPr/>
    </dgm:pt>
    <dgm:pt modelId="{54FB4166-E42F-4144-9064-5D0A6108B512}" type="pres">
      <dgm:prSet presAssocID="{BCA34D4F-D34A-4E7F-8060-EE5CDCEDEBC9}" presName="connectorText" presStyleLbl="sibTrans2D1" presStyleIdx="3" presStyleCnt="4"/>
      <dgm:spPr/>
    </dgm:pt>
    <dgm:pt modelId="{7807F26B-8DA3-4C05-AC81-9B09DFFBB862}" type="pres">
      <dgm:prSet presAssocID="{2063F73A-6D48-4171-9BCC-3A5159FCFBE3}" presName="node" presStyleLbl="node1" presStyleIdx="4" presStyleCnt="5">
        <dgm:presLayoutVars>
          <dgm:bulletEnabled val="1"/>
        </dgm:presLayoutVars>
      </dgm:prSet>
      <dgm:spPr/>
    </dgm:pt>
  </dgm:ptLst>
  <dgm:cxnLst>
    <dgm:cxn modelId="{373BB105-BD9B-482D-93E7-3D2A93F643C0}" type="presOf" srcId="{0F52510D-04B1-43CC-97FD-7BBD63C4D854}" destId="{69C0042D-507E-4F9E-94A8-E94955ADB76F}" srcOrd="0" destOrd="4" presId="urn:microsoft.com/office/officeart/2005/8/layout/process1"/>
    <dgm:cxn modelId="{E1DB8706-943A-41DE-857B-FD1004514511}" srcId="{360C9A48-81FE-4D65-9516-B232CA206B0B}" destId="{B27230E2-A17D-4220-80FE-46D64297B343}" srcOrd="0" destOrd="0" parTransId="{D985146F-41BC-41F7-BD5A-34637F24A6B1}" sibTransId="{1D9A2E75-6B4A-4BA3-BDC6-C1C8E25DEF5F}"/>
    <dgm:cxn modelId="{8B50E507-1CF5-4604-8206-39FABB967420}" type="presOf" srcId="{A97DF006-03C2-4032-A233-78BD76A63D3D}" destId="{60985EB9-42F5-4968-91E1-F1C3464F83DB}" srcOrd="0" destOrd="0" presId="urn:microsoft.com/office/officeart/2005/8/layout/process1"/>
    <dgm:cxn modelId="{E8787317-170A-4679-B5D4-515276EDD2E3}" type="presOf" srcId="{A3169168-C8F4-4A32-9005-27C2332994A7}" destId="{C995A894-0AFA-453F-8460-3BDDD034C9F0}" srcOrd="0" destOrd="0" presId="urn:microsoft.com/office/officeart/2005/8/layout/process1"/>
    <dgm:cxn modelId="{4AD42824-2F58-47D8-B6AC-498408ADB519}" srcId="{E3F7B911-0DB8-46F7-A6CB-A937DE7F5972}" destId="{2063F73A-6D48-4171-9BCC-3A5159FCFBE3}" srcOrd="4" destOrd="0" parTransId="{25077567-7832-4BBF-8124-97EF66740E53}" sibTransId="{DE743DFC-3175-4315-B0E1-7CE8009342DB}"/>
    <dgm:cxn modelId="{97B9692E-411D-4838-88AD-1C43A6F73083}" type="presOf" srcId="{360C9A48-81FE-4D65-9516-B232CA206B0B}" destId="{BCD86AF2-2522-4648-B7B2-23EC01768288}" srcOrd="0" destOrd="0" presId="urn:microsoft.com/office/officeart/2005/8/layout/process1"/>
    <dgm:cxn modelId="{13C49C2F-310A-4CF0-8235-FBDCD86AF66B}" type="presOf" srcId="{A38E3FB1-74C2-416C-962C-208A8CC26451}" destId="{0941CEB6-4744-4A4C-B3F9-AE9B3291FC66}" srcOrd="0" destOrd="0" presId="urn:microsoft.com/office/officeart/2005/8/layout/process1"/>
    <dgm:cxn modelId="{14F43930-AB62-4374-97B3-C3B06522240C}" type="presOf" srcId="{C9BC02D3-DAF3-483D-B2B5-6A810A3E5D23}" destId="{69C0042D-507E-4F9E-94A8-E94955ADB76F}" srcOrd="0" destOrd="3" presId="urn:microsoft.com/office/officeart/2005/8/layout/process1"/>
    <dgm:cxn modelId="{11B67C38-C0BB-4056-ABB9-B9C8C359F9CA}" type="presOf" srcId="{2063F73A-6D48-4171-9BCC-3A5159FCFBE3}" destId="{7807F26B-8DA3-4C05-AC81-9B09DFFBB862}" srcOrd="0" destOrd="0" presId="urn:microsoft.com/office/officeart/2005/8/layout/process1"/>
    <dgm:cxn modelId="{1079F93D-EFC9-4F63-A7D2-BA33A86E4DFC}" type="presOf" srcId="{BCA34D4F-D34A-4E7F-8060-EE5CDCEDEBC9}" destId="{2297CA2F-E4E3-4CAA-9DAC-31EBDE18A66E}" srcOrd="0" destOrd="0" presId="urn:microsoft.com/office/officeart/2005/8/layout/process1"/>
    <dgm:cxn modelId="{26FA8D5C-9E2D-43A2-86DB-EE2A3FA661CA}" type="presOf" srcId="{A97DF006-03C2-4032-A233-78BD76A63D3D}" destId="{EAD196ED-2637-4521-AC20-12D40696FBB7}" srcOrd="1" destOrd="0" presId="urn:microsoft.com/office/officeart/2005/8/layout/process1"/>
    <dgm:cxn modelId="{A3436A63-0B7B-4E1F-9868-5311457F2073}" srcId="{E3F7B911-0DB8-46F7-A6CB-A937DE7F5972}" destId="{A38E3FB1-74C2-416C-962C-208A8CC26451}" srcOrd="3" destOrd="0" parTransId="{9E752F19-DAF8-4077-BC1B-196EAE64B4D1}" sibTransId="{BCA34D4F-D34A-4E7F-8060-EE5CDCEDEBC9}"/>
    <dgm:cxn modelId="{8C6FAC44-1A20-4525-8EB8-2F9740001F7B}" type="presOf" srcId="{4ED935BC-B6F4-4023-8157-90A00E4288D9}" destId="{69C0042D-507E-4F9E-94A8-E94955ADB76F}" srcOrd="0" destOrd="2" presId="urn:microsoft.com/office/officeart/2005/8/layout/process1"/>
    <dgm:cxn modelId="{D680D866-82DC-42E8-93B4-13F314842A5A}" type="presOf" srcId="{66FFFF39-03D1-479F-A004-0C1A91BCD012}" destId="{7807F26B-8DA3-4C05-AC81-9B09DFFBB862}" srcOrd="0" destOrd="1" presId="urn:microsoft.com/office/officeart/2005/8/layout/process1"/>
    <dgm:cxn modelId="{C99CE768-EC43-4487-A92D-7422C1A1183F}" type="presOf" srcId="{FF9F707B-CECE-4E78-99EB-914DC0A31ECF}" destId="{0941CEB6-4744-4A4C-B3F9-AE9B3291FC66}" srcOrd="0" destOrd="1" presId="urn:microsoft.com/office/officeart/2005/8/layout/process1"/>
    <dgm:cxn modelId="{9D26AD6A-9892-4AC4-A58F-4C551EC94151}" srcId="{43DA3B73-85CC-44C7-99AF-E8675AAB11F1}" destId="{A992AD57-2B29-405E-A673-4C8FE2DCB2F0}" srcOrd="0" destOrd="0" parTransId="{A107BC28-DE52-4594-8495-7F55B444C020}" sibTransId="{E8BD408A-94EB-4640-B731-4BB67C578ABF}"/>
    <dgm:cxn modelId="{BB46DB6A-79CE-4A48-9BD1-A2DD18A4D36D}" type="presOf" srcId="{E3F7B911-0DB8-46F7-A6CB-A937DE7F5972}" destId="{33C77B4B-AC4C-4101-BE80-BB3417553860}" srcOrd="0" destOrd="0" presId="urn:microsoft.com/office/officeart/2005/8/layout/process1"/>
    <dgm:cxn modelId="{2067A66C-5E78-49CD-BF13-380CF2200C11}" type="presOf" srcId="{BCA34D4F-D34A-4E7F-8060-EE5CDCEDEBC9}" destId="{54FB4166-E42F-4144-9064-5D0A6108B512}" srcOrd="1" destOrd="0" presId="urn:microsoft.com/office/officeart/2005/8/layout/process1"/>
    <dgm:cxn modelId="{131F2674-DD6F-469D-917E-E2EE098B29BC}" srcId="{E3F7B911-0DB8-46F7-A6CB-A937DE7F5972}" destId="{43DA3B73-85CC-44C7-99AF-E8675AAB11F1}" srcOrd="0" destOrd="0" parTransId="{9F019D3D-4D19-4593-B070-40268D2F2EB5}" sibTransId="{A3169168-C8F4-4A32-9005-27C2332994A7}"/>
    <dgm:cxn modelId="{541F8A77-0852-4130-A267-CB2C1482A6E8}" type="presOf" srcId="{E97D0C73-F383-4117-A7E5-7A3FF09471D3}" destId="{42963792-B266-4648-A606-495C07C981FB}" srcOrd="0" destOrd="0" presId="urn:microsoft.com/office/officeart/2005/8/layout/process1"/>
    <dgm:cxn modelId="{78861782-068A-488A-B1C5-09CC575B5D80}" srcId="{E3F7B911-0DB8-46F7-A6CB-A937DE7F5972}" destId="{360C9A48-81FE-4D65-9516-B232CA206B0B}" srcOrd="2" destOrd="0" parTransId="{0B625C4F-CCA9-4175-983E-88805D77AAC5}" sibTransId="{E97D0C73-F383-4117-A7E5-7A3FF09471D3}"/>
    <dgm:cxn modelId="{CCB86B93-3845-428F-8411-A023AC4BDDEB}" srcId="{2063F73A-6D48-4171-9BCC-3A5159FCFBE3}" destId="{66FFFF39-03D1-479F-A004-0C1A91BCD012}" srcOrd="0" destOrd="0" parTransId="{4A5EDA08-68C0-4719-B835-6AECC589A5D1}" sibTransId="{775A41F0-E2CD-483C-948E-4C4DCDBE23C6}"/>
    <dgm:cxn modelId="{17E4239A-DE32-4B78-BE06-CFE7B8B50D59}" srcId="{ADFB60DE-7B6B-42C9-98FD-F94B3F204B4D}" destId="{801389A1-08AD-4217-99F1-17D044229FA0}" srcOrd="0" destOrd="0" parTransId="{BC314620-F755-43B8-B2B8-D38FEAD5BE47}" sibTransId="{9C7BD2E7-B2D7-4F25-A967-AB9E699AD0E3}"/>
    <dgm:cxn modelId="{150939AA-2A95-4B47-BDB9-FCBABC3FCAF5}" srcId="{E3F7B911-0DB8-46F7-A6CB-A937DE7F5972}" destId="{ADFB60DE-7B6B-42C9-98FD-F94B3F204B4D}" srcOrd="1" destOrd="0" parTransId="{A671AC3F-4FF4-419F-B14B-178228C3B3F5}" sibTransId="{A97DF006-03C2-4032-A233-78BD76A63D3D}"/>
    <dgm:cxn modelId="{881D80AA-1DB5-4D05-B4BE-DEB9948C817E}" type="presOf" srcId="{A3169168-C8F4-4A32-9005-27C2332994A7}" destId="{8C1AB374-B3F6-4375-BF8E-0EF0B9A03D5F}" srcOrd="1" destOrd="0" presId="urn:microsoft.com/office/officeart/2005/8/layout/process1"/>
    <dgm:cxn modelId="{78A882AF-41EB-40C3-8636-7416EA57980A}" srcId="{A992AD57-2B29-405E-A673-4C8FE2DCB2F0}" destId="{C9BC02D3-DAF3-483D-B2B5-6A810A3E5D23}" srcOrd="1" destOrd="0" parTransId="{0D7DD7AB-4B3F-4B26-9699-8D069D27EBFE}" sibTransId="{14A04E87-4E78-4857-8660-A2A290C3C448}"/>
    <dgm:cxn modelId="{E38AD1BC-B1F2-48A3-9F4E-9F4B093FDAEC}" type="presOf" srcId="{43DA3B73-85CC-44C7-99AF-E8675AAB11F1}" destId="{69C0042D-507E-4F9E-94A8-E94955ADB76F}" srcOrd="0" destOrd="0" presId="urn:microsoft.com/office/officeart/2005/8/layout/process1"/>
    <dgm:cxn modelId="{B714FBC5-D059-4484-9BC2-66EECB500B12}" type="presOf" srcId="{A992AD57-2B29-405E-A673-4C8FE2DCB2F0}" destId="{69C0042D-507E-4F9E-94A8-E94955ADB76F}" srcOrd="0" destOrd="1" presId="urn:microsoft.com/office/officeart/2005/8/layout/process1"/>
    <dgm:cxn modelId="{E20D28C7-268F-4C82-A0F1-EBBD25300B26}" type="presOf" srcId="{E97D0C73-F383-4117-A7E5-7A3FF09471D3}" destId="{C7FE0866-5A38-4AB6-9BDD-3EA0723D1400}" srcOrd="1" destOrd="0" presId="urn:microsoft.com/office/officeart/2005/8/layout/process1"/>
    <dgm:cxn modelId="{0DC4C7C8-8BFE-40E5-83C2-29B21DE73171}" type="presOf" srcId="{ADFB60DE-7B6B-42C9-98FD-F94B3F204B4D}" destId="{94DB21CA-9344-453D-8C21-40F12F0D3889}" srcOrd="0" destOrd="0" presId="urn:microsoft.com/office/officeart/2005/8/layout/process1"/>
    <dgm:cxn modelId="{AAC299C9-BA83-43E5-94A0-81B18092AFEC}" type="presOf" srcId="{5B1735AB-8363-41EB-A9A6-B25D2636DC13}" destId="{69C0042D-507E-4F9E-94A8-E94955ADB76F}" srcOrd="0" destOrd="5" presId="urn:microsoft.com/office/officeart/2005/8/layout/process1"/>
    <dgm:cxn modelId="{FEEA18CF-B05D-4F84-9B2B-A59126D73B0B}" srcId="{A38E3FB1-74C2-416C-962C-208A8CC26451}" destId="{FF9F707B-CECE-4E78-99EB-914DC0A31ECF}" srcOrd="0" destOrd="0" parTransId="{FB17E8DF-B400-423B-9CB4-4C38E1A393D0}" sibTransId="{1B2FE90C-EAEA-4A43-A64F-69ABBDDABCEB}"/>
    <dgm:cxn modelId="{AB8346D2-7479-4A8A-9B9E-3E06B25A4101}" type="presOf" srcId="{801389A1-08AD-4217-99F1-17D044229FA0}" destId="{94DB21CA-9344-453D-8C21-40F12F0D3889}" srcOrd="0" destOrd="1" presId="urn:microsoft.com/office/officeart/2005/8/layout/process1"/>
    <dgm:cxn modelId="{7A7BB4F0-1C5C-48CB-8901-89C2F8777FD9}" srcId="{A992AD57-2B29-405E-A673-4C8FE2DCB2F0}" destId="{4ED935BC-B6F4-4023-8157-90A00E4288D9}" srcOrd="0" destOrd="0" parTransId="{770B9806-9CD8-4654-A8B8-3D70D0747D19}" sibTransId="{615EA72B-289C-47B9-87A6-D11B04775F76}"/>
    <dgm:cxn modelId="{66DE21FB-DA00-48E7-8841-EB738D68F62C}" srcId="{A992AD57-2B29-405E-A673-4C8FE2DCB2F0}" destId="{5B1735AB-8363-41EB-A9A6-B25D2636DC13}" srcOrd="3" destOrd="0" parTransId="{258247BB-E99C-4C40-A6F3-2BCFF7F3F021}" sibTransId="{A1728D92-C6B8-42BE-B7DA-7498106C25C1}"/>
    <dgm:cxn modelId="{CD2010FC-CBD9-4366-BBB7-A2370EB4C245}" srcId="{A992AD57-2B29-405E-A673-4C8FE2DCB2F0}" destId="{0F52510D-04B1-43CC-97FD-7BBD63C4D854}" srcOrd="2" destOrd="0" parTransId="{7A0826B7-80B0-4499-9F07-B0CEFEBCCB15}" sibTransId="{000FE71D-E956-498B-A2D5-3FE5EE89E851}"/>
    <dgm:cxn modelId="{44EB4AFF-CFAA-4C07-A2E3-FCFCFC4805D0}" type="presOf" srcId="{B27230E2-A17D-4220-80FE-46D64297B343}" destId="{BCD86AF2-2522-4648-B7B2-23EC01768288}" srcOrd="0" destOrd="1" presId="urn:microsoft.com/office/officeart/2005/8/layout/process1"/>
    <dgm:cxn modelId="{A3EEBC4C-D696-420C-9548-292C5BAFC381}" type="presParOf" srcId="{33C77B4B-AC4C-4101-BE80-BB3417553860}" destId="{69C0042D-507E-4F9E-94A8-E94955ADB76F}" srcOrd="0" destOrd="0" presId="urn:microsoft.com/office/officeart/2005/8/layout/process1"/>
    <dgm:cxn modelId="{74064A54-7EF8-41C7-AE1A-BB20A8BAC8C0}" type="presParOf" srcId="{33C77B4B-AC4C-4101-BE80-BB3417553860}" destId="{C995A894-0AFA-453F-8460-3BDDD034C9F0}" srcOrd="1" destOrd="0" presId="urn:microsoft.com/office/officeart/2005/8/layout/process1"/>
    <dgm:cxn modelId="{42219523-EF2A-4B71-AADE-F502E30D150F}" type="presParOf" srcId="{C995A894-0AFA-453F-8460-3BDDD034C9F0}" destId="{8C1AB374-B3F6-4375-BF8E-0EF0B9A03D5F}" srcOrd="0" destOrd="0" presId="urn:microsoft.com/office/officeart/2005/8/layout/process1"/>
    <dgm:cxn modelId="{2E862AAC-1707-4857-9DE2-CB1A6192A062}" type="presParOf" srcId="{33C77B4B-AC4C-4101-BE80-BB3417553860}" destId="{94DB21CA-9344-453D-8C21-40F12F0D3889}" srcOrd="2" destOrd="0" presId="urn:microsoft.com/office/officeart/2005/8/layout/process1"/>
    <dgm:cxn modelId="{E56D702D-0BD3-45F5-9E8A-6285E21BF72E}" type="presParOf" srcId="{33C77B4B-AC4C-4101-BE80-BB3417553860}" destId="{60985EB9-42F5-4968-91E1-F1C3464F83DB}" srcOrd="3" destOrd="0" presId="urn:microsoft.com/office/officeart/2005/8/layout/process1"/>
    <dgm:cxn modelId="{89C02620-D853-4447-8CB1-200CE276630A}" type="presParOf" srcId="{60985EB9-42F5-4968-91E1-F1C3464F83DB}" destId="{EAD196ED-2637-4521-AC20-12D40696FBB7}" srcOrd="0" destOrd="0" presId="urn:microsoft.com/office/officeart/2005/8/layout/process1"/>
    <dgm:cxn modelId="{41356EBF-EA7A-4518-B314-C85465DD60D5}" type="presParOf" srcId="{33C77B4B-AC4C-4101-BE80-BB3417553860}" destId="{BCD86AF2-2522-4648-B7B2-23EC01768288}" srcOrd="4" destOrd="0" presId="urn:microsoft.com/office/officeart/2005/8/layout/process1"/>
    <dgm:cxn modelId="{FBE42AA9-721C-4844-B0F1-CCA2BAD003BC}" type="presParOf" srcId="{33C77B4B-AC4C-4101-BE80-BB3417553860}" destId="{42963792-B266-4648-A606-495C07C981FB}" srcOrd="5" destOrd="0" presId="urn:microsoft.com/office/officeart/2005/8/layout/process1"/>
    <dgm:cxn modelId="{33FB0A03-6E92-4F9C-8F36-2CA9B558087D}" type="presParOf" srcId="{42963792-B266-4648-A606-495C07C981FB}" destId="{C7FE0866-5A38-4AB6-9BDD-3EA0723D1400}" srcOrd="0" destOrd="0" presId="urn:microsoft.com/office/officeart/2005/8/layout/process1"/>
    <dgm:cxn modelId="{95CA412C-C13C-4F33-B878-9724F580FF8B}" type="presParOf" srcId="{33C77B4B-AC4C-4101-BE80-BB3417553860}" destId="{0941CEB6-4744-4A4C-B3F9-AE9B3291FC66}" srcOrd="6" destOrd="0" presId="urn:microsoft.com/office/officeart/2005/8/layout/process1"/>
    <dgm:cxn modelId="{1D45963A-9C3B-4EE7-8BAA-42AA1C291C18}" type="presParOf" srcId="{33C77B4B-AC4C-4101-BE80-BB3417553860}" destId="{2297CA2F-E4E3-4CAA-9DAC-31EBDE18A66E}" srcOrd="7" destOrd="0" presId="urn:microsoft.com/office/officeart/2005/8/layout/process1"/>
    <dgm:cxn modelId="{B786256B-F892-41CF-BC10-7B27DA60562C}" type="presParOf" srcId="{2297CA2F-E4E3-4CAA-9DAC-31EBDE18A66E}" destId="{54FB4166-E42F-4144-9064-5D0A6108B512}" srcOrd="0" destOrd="0" presId="urn:microsoft.com/office/officeart/2005/8/layout/process1"/>
    <dgm:cxn modelId="{046152D9-7E35-49B9-B8FD-DC77E07E82E9}" type="presParOf" srcId="{33C77B4B-AC4C-4101-BE80-BB3417553860}" destId="{7807F26B-8DA3-4C05-AC81-9B09DFFBB862}" srcOrd="8"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E3F7B911-0DB8-46F7-A6CB-A937DE7F5972}" type="doc">
      <dgm:prSet loTypeId="urn:microsoft.com/office/officeart/2005/8/layout/process1" loCatId="process" qsTypeId="urn:microsoft.com/office/officeart/2005/8/quickstyle/simple5" qsCatId="simple" csTypeId="urn:microsoft.com/office/officeart/2005/8/colors/accent1_2" csCatId="accent1" phldr="1"/>
      <dgm:spPr/>
      <dgm:t>
        <a:bodyPr/>
        <a:lstStyle/>
        <a:p>
          <a:endParaRPr lang="en-US"/>
        </a:p>
      </dgm:t>
    </dgm:pt>
    <dgm:pt modelId="{43DA3B73-85CC-44C7-99AF-E8675AAB11F1}">
      <dgm:prSet phldrT="[Text]">
        <dgm:style>
          <a:lnRef idx="2">
            <a:schemeClr val="dk1"/>
          </a:lnRef>
          <a:fillRef idx="1">
            <a:schemeClr val="lt1"/>
          </a:fillRef>
          <a:effectRef idx="0">
            <a:schemeClr val="dk1"/>
          </a:effectRef>
          <a:fontRef idx="minor">
            <a:schemeClr val="dk1"/>
          </a:fontRef>
        </dgm:style>
      </dgm:prSet>
      <dgm:spPr/>
      <dgm:t>
        <a:bodyPr/>
        <a:lstStyle/>
        <a:p>
          <a:r>
            <a:rPr lang="en-US" b="1" dirty="0"/>
            <a:t>Requirement Gathering</a:t>
          </a:r>
        </a:p>
      </dgm:t>
    </dgm:pt>
    <dgm:pt modelId="{9F019D3D-4D19-4593-B070-40268D2F2EB5}" type="parTrans" cxnId="{131F2674-DD6F-469D-917E-E2EE098B29BC}">
      <dgm:prSet/>
      <dgm:spPr/>
      <dgm:t>
        <a:bodyPr/>
        <a:lstStyle/>
        <a:p>
          <a:endParaRPr lang="en-US"/>
        </a:p>
      </dgm:t>
    </dgm:pt>
    <dgm:pt modelId="{A3169168-C8F4-4A32-9005-27C2332994A7}" type="sibTrans" cxnId="{131F2674-DD6F-469D-917E-E2EE098B29BC}">
      <dgm:prSet/>
      <dgm:spPr/>
      <dgm:t>
        <a:bodyPr/>
        <a:lstStyle/>
        <a:p>
          <a:endParaRPr lang="en-US"/>
        </a:p>
      </dgm:t>
    </dgm:pt>
    <dgm:pt modelId="{360C9A48-81FE-4D65-9516-B232CA206B0B}">
      <dgm:prSet>
        <dgm:style>
          <a:lnRef idx="0">
            <a:schemeClr val="accent1"/>
          </a:lnRef>
          <a:fillRef idx="3">
            <a:schemeClr val="accent1"/>
          </a:fillRef>
          <a:effectRef idx="3">
            <a:schemeClr val="accent1"/>
          </a:effectRef>
          <a:fontRef idx="minor">
            <a:schemeClr val="lt1"/>
          </a:fontRef>
        </dgm:style>
      </dgm:prSet>
      <dgm:spPr/>
      <dgm:t>
        <a:bodyPr/>
        <a:lstStyle/>
        <a:p>
          <a:r>
            <a:rPr lang="en-US" b="1"/>
            <a:t>Logical Design</a:t>
          </a:r>
        </a:p>
      </dgm:t>
    </dgm:pt>
    <dgm:pt modelId="{0B625C4F-CCA9-4175-983E-88805D77AAC5}" type="parTrans" cxnId="{78861782-068A-488A-B1C5-09CC575B5D80}">
      <dgm:prSet/>
      <dgm:spPr/>
      <dgm:t>
        <a:bodyPr/>
        <a:lstStyle/>
        <a:p>
          <a:endParaRPr lang="en-US"/>
        </a:p>
      </dgm:t>
    </dgm:pt>
    <dgm:pt modelId="{E97D0C73-F383-4117-A7E5-7A3FF09471D3}" type="sibTrans" cxnId="{78861782-068A-488A-B1C5-09CC575B5D80}">
      <dgm:prSet/>
      <dgm:spPr/>
      <dgm:t>
        <a:bodyPr/>
        <a:lstStyle/>
        <a:p>
          <a:endParaRPr lang="en-US"/>
        </a:p>
      </dgm:t>
    </dgm:pt>
    <dgm:pt modelId="{A38E3FB1-74C2-416C-962C-208A8CC26451}">
      <dgm:prSet>
        <dgm:style>
          <a:lnRef idx="2">
            <a:schemeClr val="accent5"/>
          </a:lnRef>
          <a:fillRef idx="1">
            <a:schemeClr val="lt1"/>
          </a:fillRef>
          <a:effectRef idx="0">
            <a:schemeClr val="accent5"/>
          </a:effectRef>
          <a:fontRef idx="minor">
            <a:schemeClr val="dk1"/>
          </a:fontRef>
        </dgm:style>
      </dgm:prSet>
      <dgm:spPr/>
      <dgm:t>
        <a:bodyPr/>
        <a:lstStyle/>
        <a:p>
          <a:r>
            <a:rPr lang="en-US" b="1"/>
            <a:t>Physical Design</a:t>
          </a:r>
        </a:p>
      </dgm:t>
    </dgm:pt>
    <dgm:pt modelId="{9E752F19-DAF8-4077-BC1B-196EAE64B4D1}" type="parTrans" cxnId="{A3436A63-0B7B-4E1F-9868-5311457F2073}">
      <dgm:prSet/>
      <dgm:spPr/>
      <dgm:t>
        <a:bodyPr/>
        <a:lstStyle/>
        <a:p>
          <a:endParaRPr lang="en-US"/>
        </a:p>
      </dgm:t>
    </dgm:pt>
    <dgm:pt modelId="{BCA34D4F-D34A-4E7F-8060-EE5CDCEDEBC9}" type="sibTrans" cxnId="{A3436A63-0B7B-4E1F-9868-5311457F2073}">
      <dgm:prSet/>
      <dgm:spPr/>
      <dgm:t>
        <a:bodyPr/>
        <a:lstStyle/>
        <a:p>
          <a:endParaRPr lang="en-US"/>
        </a:p>
      </dgm:t>
    </dgm:pt>
    <dgm:pt modelId="{2063F73A-6D48-4171-9BCC-3A5159FCFBE3}">
      <dgm:prSet>
        <dgm:style>
          <a:lnRef idx="2">
            <a:schemeClr val="accent5"/>
          </a:lnRef>
          <a:fillRef idx="1">
            <a:schemeClr val="lt1"/>
          </a:fillRef>
          <a:effectRef idx="0">
            <a:schemeClr val="accent5"/>
          </a:effectRef>
          <a:fontRef idx="minor">
            <a:schemeClr val="dk1"/>
          </a:fontRef>
        </dgm:style>
      </dgm:prSet>
      <dgm:spPr/>
      <dgm:t>
        <a:bodyPr/>
        <a:lstStyle/>
        <a:p>
          <a:r>
            <a:rPr lang="en-US" b="1"/>
            <a:t>Installation and Maintenance</a:t>
          </a:r>
        </a:p>
      </dgm:t>
    </dgm:pt>
    <dgm:pt modelId="{25077567-7832-4BBF-8124-97EF66740E53}" type="parTrans" cxnId="{4AD42824-2F58-47D8-B6AC-498408ADB519}">
      <dgm:prSet/>
      <dgm:spPr/>
      <dgm:t>
        <a:bodyPr/>
        <a:lstStyle/>
        <a:p>
          <a:endParaRPr lang="en-US"/>
        </a:p>
      </dgm:t>
    </dgm:pt>
    <dgm:pt modelId="{DE743DFC-3175-4315-B0E1-7CE8009342DB}" type="sibTrans" cxnId="{4AD42824-2F58-47D8-B6AC-498408ADB519}">
      <dgm:prSet/>
      <dgm:spPr/>
      <dgm:t>
        <a:bodyPr/>
        <a:lstStyle/>
        <a:p>
          <a:endParaRPr lang="en-US"/>
        </a:p>
      </dgm:t>
    </dgm:pt>
    <dgm:pt modelId="{ADFB60DE-7B6B-42C9-98FD-F94B3F204B4D}">
      <dgm:prSet>
        <dgm:style>
          <a:lnRef idx="2">
            <a:schemeClr val="dk1"/>
          </a:lnRef>
          <a:fillRef idx="1">
            <a:schemeClr val="lt1"/>
          </a:fillRef>
          <a:effectRef idx="0">
            <a:schemeClr val="dk1"/>
          </a:effectRef>
          <a:fontRef idx="minor">
            <a:schemeClr val="dk1"/>
          </a:fontRef>
        </dgm:style>
      </dgm:prSet>
      <dgm:spPr/>
      <dgm:t>
        <a:bodyPr/>
        <a:lstStyle/>
        <a:p>
          <a:r>
            <a:rPr lang="en-US" b="1" dirty="0"/>
            <a:t>Analysis</a:t>
          </a:r>
        </a:p>
      </dgm:t>
    </dgm:pt>
    <dgm:pt modelId="{A97DF006-03C2-4032-A233-78BD76A63D3D}" type="sibTrans" cxnId="{150939AA-2A95-4B47-BDB9-FCBABC3FCAF5}">
      <dgm:prSet/>
      <dgm:spPr/>
      <dgm:t>
        <a:bodyPr/>
        <a:lstStyle/>
        <a:p>
          <a:endParaRPr lang="en-US"/>
        </a:p>
      </dgm:t>
    </dgm:pt>
    <dgm:pt modelId="{A671AC3F-4FF4-419F-B14B-178228C3B3F5}" type="parTrans" cxnId="{150939AA-2A95-4B47-BDB9-FCBABC3FCAF5}">
      <dgm:prSet/>
      <dgm:spPr/>
      <dgm:t>
        <a:bodyPr/>
        <a:lstStyle/>
        <a:p>
          <a:endParaRPr lang="en-US"/>
        </a:p>
      </dgm:t>
    </dgm:pt>
    <dgm:pt modelId="{A992AD57-2B29-405E-A673-4C8FE2DCB2F0}">
      <dgm:prSet>
        <dgm:style>
          <a:lnRef idx="2">
            <a:schemeClr val="dk1"/>
          </a:lnRef>
          <a:fillRef idx="1">
            <a:schemeClr val="lt1"/>
          </a:fillRef>
          <a:effectRef idx="0">
            <a:schemeClr val="dk1"/>
          </a:effectRef>
          <a:fontRef idx="minor">
            <a:schemeClr val="dk1"/>
          </a:fontRef>
        </dgm:style>
      </dgm:prSet>
      <dgm:spPr/>
      <dgm:t>
        <a:bodyPr/>
        <a:lstStyle/>
        <a:p>
          <a:r>
            <a:rPr lang="en-US"/>
            <a:t>Determine needs of: </a:t>
          </a:r>
        </a:p>
      </dgm:t>
    </dgm:pt>
    <dgm:pt modelId="{A107BC28-DE52-4594-8495-7F55B444C020}" type="parTrans" cxnId="{9D26AD6A-9892-4AC4-A58F-4C551EC94151}">
      <dgm:prSet/>
      <dgm:spPr/>
      <dgm:t>
        <a:bodyPr/>
        <a:lstStyle/>
        <a:p>
          <a:endParaRPr lang="en-US"/>
        </a:p>
      </dgm:t>
    </dgm:pt>
    <dgm:pt modelId="{E8BD408A-94EB-4640-B731-4BB67C578ABF}" type="sibTrans" cxnId="{9D26AD6A-9892-4AC4-A58F-4C551EC94151}">
      <dgm:prSet/>
      <dgm:spPr/>
      <dgm:t>
        <a:bodyPr/>
        <a:lstStyle/>
        <a:p>
          <a:endParaRPr lang="en-US"/>
        </a:p>
      </dgm:t>
    </dgm:pt>
    <dgm:pt modelId="{4ED935BC-B6F4-4023-8157-90A00E4288D9}">
      <dgm:prSet>
        <dgm:style>
          <a:lnRef idx="2">
            <a:schemeClr val="dk1"/>
          </a:lnRef>
          <a:fillRef idx="1">
            <a:schemeClr val="lt1"/>
          </a:fillRef>
          <a:effectRef idx="0">
            <a:schemeClr val="dk1"/>
          </a:effectRef>
          <a:fontRef idx="minor">
            <a:schemeClr val="dk1"/>
          </a:fontRef>
        </dgm:style>
      </dgm:prSet>
      <dgm:spPr/>
      <dgm:t>
        <a:bodyPr/>
        <a:lstStyle/>
        <a:p>
          <a:r>
            <a:rPr lang="en-US"/>
            <a:t>Business</a:t>
          </a:r>
        </a:p>
      </dgm:t>
    </dgm:pt>
    <dgm:pt modelId="{770B9806-9CD8-4654-A8B8-3D70D0747D19}" type="parTrans" cxnId="{7A7BB4F0-1C5C-48CB-8901-89C2F8777FD9}">
      <dgm:prSet/>
      <dgm:spPr/>
      <dgm:t>
        <a:bodyPr/>
        <a:lstStyle/>
        <a:p>
          <a:endParaRPr lang="en-US"/>
        </a:p>
      </dgm:t>
    </dgm:pt>
    <dgm:pt modelId="{615EA72B-289C-47B9-87A6-D11B04775F76}" type="sibTrans" cxnId="{7A7BB4F0-1C5C-48CB-8901-89C2F8777FD9}">
      <dgm:prSet/>
      <dgm:spPr/>
      <dgm:t>
        <a:bodyPr/>
        <a:lstStyle/>
        <a:p>
          <a:endParaRPr lang="en-US"/>
        </a:p>
      </dgm:t>
    </dgm:pt>
    <dgm:pt modelId="{C9BC02D3-DAF3-483D-B2B5-6A810A3E5D23}">
      <dgm:prSet>
        <dgm:style>
          <a:lnRef idx="2">
            <a:schemeClr val="dk1"/>
          </a:lnRef>
          <a:fillRef idx="1">
            <a:schemeClr val="lt1"/>
          </a:fillRef>
          <a:effectRef idx="0">
            <a:schemeClr val="dk1"/>
          </a:effectRef>
          <a:fontRef idx="minor">
            <a:schemeClr val="dk1"/>
          </a:fontRef>
        </dgm:style>
      </dgm:prSet>
      <dgm:spPr/>
      <dgm:t>
        <a:bodyPr/>
        <a:lstStyle/>
        <a:p>
          <a:r>
            <a:rPr lang="en-US"/>
            <a:t>Users</a:t>
          </a:r>
        </a:p>
      </dgm:t>
    </dgm:pt>
    <dgm:pt modelId="{0D7DD7AB-4B3F-4B26-9699-8D069D27EBFE}" type="parTrans" cxnId="{78A882AF-41EB-40C3-8636-7416EA57980A}">
      <dgm:prSet/>
      <dgm:spPr/>
      <dgm:t>
        <a:bodyPr/>
        <a:lstStyle/>
        <a:p>
          <a:endParaRPr lang="en-US"/>
        </a:p>
      </dgm:t>
    </dgm:pt>
    <dgm:pt modelId="{14A04E87-4E78-4857-8660-A2A290C3C448}" type="sibTrans" cxnId="{78A882AF-41EB-40C3-8636-7416EA57980A}">
      <dgm:prSet/>
      <dgm:spPr/>
      <dgm:t>
        <a:bodyPr/>
        <a:lstStyle/>
        <a:p>
          <a:endParaRPr lang="en-US"/>
        </a:p>
      </dgm:t>
    </dgm:pt>
    <dgm:pt modelId="{0F52510D-04B1-43CC-97FD-7BBD63C4D854}">
      <dgm:prSet>
        <dgm:style>
          <a:lnRef idx="2">
            <a:schemeClr val="dk1"/>
          </a:lnRef>
          <a:fillRef idx="1">
            <a:schemeClr val="lt1"/>
          </a:fillRef>
          <a:effectRef idx="0">
            <a:schemeClr val="dk1"/>
          </a:effectRef>
          <a:fontRef idx="minor">
            <a:schemeClr val="dk1"/>
          </a:fontRef>
        </dgm:style>
      </dgm:prSet>
      <dgm:spPr/>
      <dgm:t>
        <a:bodyPr/>
        <a:lstStyle/>
        <a:p>
          <a:r>
            <a:rPr lang="en-US"/>
            <a:t>Applications</a:t>
          </a:r>
        </a:p>
      </dgm:t>
    </dgm:pt>
    <dgm:pt modelId="{7A0826B7-80B0-4499-9F07-B0CEFEBCCB15}" type="parTrans" cxnId="{CD2010FC-CBD9-4366-BBB7-A2370EB4C245}">
      <dgm:prSet/>
      <dgm:spPr/>
      <dgm:t>
        <a:bodyPr/>
        <a:lstStyle/>
        <a:p>
          <a:endParaRPr lang="en-US"/>
        </a:p>
      </dgm:t>
    </dgm:pt>
    <dgm:pt modelId="{000FE71D-E956-498B-A2D5-3FE5EE89E851}" type="sibTrans" cxnId="{CD2010FC-CBD9-4366-BBB7-A2370EB4C245}">
      <dgm:prSet/>
      <dgm:spPr/>
      <dgm:t>
        <a:bodyPr/>
        <a:lstStyle/>
        <a:p>
          <a:endParaRPr lang="en-US"/>
        </a:p>
      </dgm:t>
    </dgm:pt>
    <dgm:pt modelId="{5B1735AB-8363-41EB-A9A6-B25D2636DC13}">
      <dgm:prSet>
        <dgm:style>
          <a:lnRef idx="2">
            <a:schemeClr val="dk1"/>
          </a:lnRef>
          <a:fillRef idx="1">
            <a:schemeClr val="lt1"/>
          </a:fillRef>
          <a:effectRef idx="0">
            <a:schemeClr val="dk1"/>
          </a:effectRef>
          <a:fontRef idx="minor">
            <a:schemeClr val="dk1"/>
          </a:fontRef>
        </dgm:style>
      </dgm:prSet>
      <dgm:spPr/>
      <dgm:t>
        <a:bodyPr/>
        <a:lstStyle/>
        <a:p>
          <a:r>
            <a:rPr lang="en-US"/>
            <a:t>Network</a:t>
          </a:r>
        </a:p>
      </dgm:t>
    </dgm:pt>
    <dgm:pt modelId="{258247BB-E99C-4C40-A6F3-2BCFF7F3F021}" type="parTrans" cxnId="{66DE21FB-DA00-48E7-8841-EB738D68F62C}">
      <dgm:prSet/>
      <dgm:spPr/>
      <dgm:t>
        <a:bodyPr/>
        <a:lstStyle/>
        <a:p>
          <a:endParaRPr lang="en-US"/>
        </a:p>
      </dgm:t>
    </dgm:pt>
    <dgm:pt modelId="{A1728D92-C6B8-42BE-B7DA-7498106C25C1}" type="sibTrans" cxnId="{66DE21FB-DA00-48E7-8841-EB738D68F62C}">
      <dgm:prSet/>
      <dgm:spPr/>
      <dgm:t>
        <a:bodyPr/>
        <a:lstStyle/>
        <a:p>
          <a:endParaRPr lang="en-US"/>
        </a:p>
      </dgm:t>
    </dgm:pt>
    <dgm:pt modelId="{801389A1-08AD-4217-99F1-17D044229FA0}">
      <dgm:prSet>
        <dgm:style>
          <a:lnRef idx="2">
            <a:schemeClr val="dk1"/>
          </a:lnRef>
          <a:fillRef idx="1">
            <a:schemeClr val="lt1"/>
          </a:fillRef>
          <a:effectRef idx="0">
            <a:schemeClr val="dk1"/>
          </a:effectRef>
          <a:fontRef idx="minor">
            <a:schemeClr val="dk1"/>
          </a:fontRef>
        </dgm:style>
      </dgm:prSet>
      <dgm:spPr/>
      <dgm:t>
        <a:bodyPr/>
        <a:lstStyle/>
        <a:p>
          <a:r>
            <a:rPr lang="en-US" dirty="0"/>
            <a:t>Estimate and measure traffic and device utilization</a:t>
          </a:r>
        </a:p>
      </dgm:t>
    </dgm:pt>
    <dgm:pt modelId="{BC314620-F755-43B8-B2B8-D38FEAD5BE47}" type="parTrans" cxnId="{17E4239A-DE32-4B78-BE06-CFE7B8B50D59}">
      <dgm:prSet/>
      <dgm:spPr/>
      <dgm:t>
        <a:bodyPr/>
        <a:lstStyle/>
        <a:p>
          <a:endParaRPr lang="en-US"/>
        </a:p>
      </dgm:t>
    </dgm:pt>
    <dgm:pt modelId="{9C7BD2E7-B2D7-4F25-A967-AB9E699AD0E3}" type="sibTrans" cxnId="{17E4239A-DE32-4B78-BE06-CFE7B8B50D59}">
      <dgm:prSet/>
      <dgm:spPr/>
      <dgm:t>
        <a:bodyPr/>
        <a:lstStyle/>
        <a:p>
          <a:endParaRPr lang="en-US"/>
        </a:p>
      </dgm:t>
    </dgm:pt>
    <dgm:pt modelId="{B27230E2-A17D-4220-80FE-46D64297B343}">
      <dgm:prSet>
        <dgm:style>
          <a:lnRef idx="0">
            <a:schemeClr val="accent1"/>
          </a:lnRef>
          <a:fillRef idx="3">
            <a:schemeClr val="accent1"/>
          </a:fillRef>
          <a:effectRef idx="3">
            <a:schemeClr val="accent1"/>
          </a:effectRef>
          <a:fontRef idx="minor">
            <a:schemeClr val="lt1"/>
          </a:fontRef>
        </dgm:style>
      </dgm:prSet>
      <dgm:spPr/>
      <dgm:t>
        <a:bodyPr/>
        <a:lstStyle/>
        <a:p>
          <a:r>
            <a:rPr lang="en-US" dirty="0"/>
            <a:t>Choose technologies that meet the requirements</a:t>
          </a:r>
        </a:p>
      </dgm:t>
    </dgm:pt>
    <dgm:pt modelId="{D985146F-41BC-41F7-BD5A-34637F24A6B1}" type="parTrans" cxnId="{E1DB8706-943A-41DE-857B-FD1004514511}">
      <dgm:prSet/>
      <dgm:spPr/>
      <dgm:t>
        <a:bodyPr/>
        <a:lstStyle/>
        <a:p>
          <a:endParaRPr lang="en-US"/>
        </a:p>
      </dgm:t>
    </dgm:pt>
    <dgm:pt modelId="{1D9A2E75-6B4A-4BA3-BDC6-C1C8E25DEF5F}" type="sibTrans" cxnId="{E1DB8706-943A-41DE-857B-FD1004514511}">
      <dgm:prSet/>
      <dgm:spPr/>
      <dgm:t>
        <a:bodyPr/>
        <a:lstStyle/>
        <a:p>
          <a:endParaRPr lang="en-US"/>
        </a:p>
      </dgm:t>
    </dgm:pt>
    <dgm:pt modelId="{FF9F707B-CECE-4E78-99EB-914DC0A31ECF}">
      <dgm:prSet>
        <dgm:style>
          <a:lnRef idx="2">
            <a:schemeClr val="accent5"/>
          </a:lnRef>
          <a:fillRef idx="1">
            <a:schemeClr val="lt1"/>
          </a:fillRef>
          <a:effectRef idx="0">
            <a:schemeClr val="accent5"/>
          </a:effectRef>
          <a:fontRef idx="minor">
            <a:schemeClr val="dk1"/>
          </a:fontRef>
        </dgm:style>
      </dgm:prSet>
      <dgm:spPr/>
      <dgm:t>
        <a:bodyPr/>
        <a:lstStyle/>
        <a:p>
          <a:r>
            <a:rPr lang="en-US"/>
            <a:t>Apply the Logical Design to the physical space</a:t>
          </a:r>
        </a:p>
      </dgm:t>
    </dgm:pt>
    <dgm:pt modelId="{FB17E8DF-B400-423B-9CB4-4C38E1A393D0}" type="parTrans" cxnId="{FEEA18CF-B05D-4F84-9B2B-A59126D73B0B}">
      <dgm:prSet/>
      <dgm:spPr/>
      <dgm:t>
        <a:bodyPr/>
        <a:lstStyle/>
        <a:p>
          <a:endParaRPr lang="en-US"/>
        </a:p>
      </dgm:t>
    </dgm:pt>
    <dgm:pt modelId="{1B2FE90C-EAEA-4A43-A64F-69ABBDDABCEB}" type="sibTrans" cxnId="{FEEA18CF-B05D-4F84-9B2B-A59126D73B0B}">
      <dgm:prSet/>
      <dgm:spPr/>
      <dgm:t>
        <a:bodyPr/>
        <a:lstStyle/>
        <a:p>
          <a:endParaRPr lang="en-US"/>
        </a:p>
      </dgm:t>
    </dgm:pt>
    <dgm:pt modelId="{66FFFF39-03D1-479F-A004-0C1A91BCD012}">
      <dgm:prSet>
        <dgm:style>
          <a:lnRef idx="2">
            <a:schemeClr val="accent5"/>
          </a:lnRef>
          <a:fillRef idx="1">
            <a:schemeClr val="lt1"/>
          </a:fillRef>
          <a:effectRef idx="0">
            <a:schemeClr val="accent5"/>
          </a:effectRef>
          <a:fontRef idx="minor">
            <a:schemeClr val="dk1"/>
          </a:fontRef>
        </dgm:style>
      </dgm:prSet>
      <dgm:spPr/>
      <dgm:t>
        <a:bodyPr/>
        <a:lstStyle/>
        <a:p>
          <a:r>
            <a:rPr lang="en-US"/>
            <a:t>Implement the Physical Design</a:t>
          </a:r>
        </a:p>
      </dgm:t>
    </dgm:pt>
    <dgm:pt modelId="{4A5EDA08-68C0-4719-B835-6AECC589A5D1}" type="parTrans" cxnId="{CCB86B93-3845-428F-8411-A023AC4BDDEB}">
      <dgm:prSet/>
      <dgm:spPr/>
      <dgm:t>
        <a:bodyPr/>
        <a:lstStyle/>
        <a:p>
          <a:endParaRPr lang="en-US"/>
        </a:p>
      </dgm:t>
    </dgm:pt>
    <dgm:pt modelId="{775A41F0-E2CD-483C-948E-4C4DCDBE23C6}" type="sibTrans" cxnId="{CCB86B93-3845-428F-8411-A023AC4BDDEB}">
      <dgm:prSet/>
      <dgm:spPr/>
      <dgm:t>
        <a:bodyPr/>
        <a:lstStyle/>
        <a:p>
          <a:endParaRPr lang="en-US"/>
        </a:p>
      </dgm:t>
    </dgm:pt>
    <dgm:pt modelId="{33C77B4B-AC4C-4101-BE80-BB3417553860}" type="pres">
      <dgm:prSet presAssocID="{E3F7B911-0DB8-46F7-A6CB-A937DE7F5972}" presName="Name0" presStyleCnt="0">
        <dgm:presLayoutVars>
          <dgm:dir/>
          <dgm:resizeHandles val="exact"/>
        </dgm:presLayoutVars>
      </dgm:prSet>
      <dgm:spPr/>
    </dgm:pt>
    <dgm:pt modelId="{69C0042D-507E-4F9E-94A8-E94955ADB76F}" type="pres">
      <dgm:prSet presAssocID="{43DA3B73-85CC-44C7-99AF-E8675AAB11F1}" presName="node" presStyleLbl="node1" presStyleIdx="0" presStyleCnt="5">
        <dgm:presLayoutVars>
          <dgm:bulletEnabled val="1"/>
        </dgm:presLayoutVars>
      </dgm:prSet>
      <dgm:spPr/>
    </dgm:pt>
    <dgm:pt modelId="{C995A894-0AFA-453F-8460-3BDDD034C9F0}" type="pres">
      <dgm:prSet presAssocID="{A3169168-C8F4-4A32-9005-27C2332994A7}" presName="sibTrans" presStyleLbl="sibTrans2D1" presStyleIdx="0" presStyleCnt="4"/>
      <dgm:spPr/>
    </dgm:pt>
    <dgm:pt modelId="{8C1AB374-B3F6-4375-BF8E-0EF0B9A03D5F}" type="pres">
      <dgm:prSet presAssocID="{A3169168-C8F4-4A32-9005-27C2332994A7}" presName="connectorText" presStyleLbl="sibTrans2D1" presStyleIdx="0" presStyleCnt="4"/>
      <dgm:spPr/>
    </dgm:pt>
    <dgm:pt modelId="{94DB21CA-9344-453D-8C21-40F12F0D3889}" type="pres">
      <dgm:prSet presAssocID="{ADFB60DE-7B6B-42C9-98FD-F94B3F204B4D}" presName="node" presStyleLbl="node1" presStyleIdx="1" presStyleCnt="5">
        <dgm:presLayoutVars>
          <dgm:bulletEnabled val="1"/>
        </dgm:presLayoutVars>
      </dgm:prSet>
      <dgm:spPr/>
    </dgm:pt>
    <dgm:pt modelId="{60985EB9-42F5-4968-91E1-F1C3464F83DB}" type="pres">
      <dgm:prSet presAssocID="{A97DF006-03C2-4032-A233-78BD76A63D3D}" presName="sibTrans" presStyleLbl="sibTrans2D1" presStyleIdx="1" presStyleCnt="4"/>
      <dgm:spPr/>
    </dgm:pt>
    <dgm:pt modelId="{EAD196ED-2637-4521-AC20-12D40696FBB7}" type="pres">
      <dgm:prSet presAssocID="{A97DF006-03C2-4032-A233-78BD76A63D3D}" presName="connectorText" presStyleLbl="sibTrans2D1" presStyleIdx="1" presStyleCnt="4"/>
      <dgm:spPr/>
    </dgm:pt>
    <dgm:pt modelId="{BCD86AF2-2522-4648-B7B2-23EC01768288}" type="pres">
      <dgm:prSet presAssocID="{360C9A48-81FE-4D65-9516-B232CA206B0B}" presName="node" presStyleLbl="node1" presStyleIdx="2" presStyleCnt="5">
        <dgm:presLayoutVars>
          <dgm:bulletEnabled val="1"/>
        </dgm:presLayoutVars>
      </dgm:prSet>
      <dgm:spPr/>
    </dgm:pt>
    <dgm:pt modelId="{42963792-B266-4648-A606-495C07C981FB}" type="pres">
      <dgm:prSet presAssocID="{E97D0C73-F383-4117-A7E5-7A3FF09471D3}" presName="sibTrans" presStyleLbl="sibTrans2D1" presStyleIdx="2" presStyleCnt="4"/>
      <dgm:spPr/>
    </dgm:pt>
    <dgm:pt modelId="{C7FE0866-5A38-4AB6-9BDD-3EA0723D1400}" type="pres">
      <dgm:prSet presAssocID="{E97D0C73-F383-4117-A7E5-7A3FF09471D3}" presName="connectorText" presStyleLbl="sibTrans2D1" presStyleIdx="2" presStyleCnt="4"/>
      <dgm:spPr/>
    </dgm:pt>
    <dgm:pt modelId="{0941CEB6-4744-4A4C-B3F9-AE9B3291FC66}" type="pres">
      <dgm:prSet presAssocID="{A38E3FB1-74C2-416C-962C-208A8CC26451}" presName="node" presStyleLbl="node1" presStyleIdx="3" presStyleCnt="5">
        <dgm:presLayoutVars>
          <dgm:bulletEnabled val="1"/>
        </dgm:presLayoutVars>
      </dgm:prSet>
      <dgm:spPr/>
    </dgm:pt>
    <dgm:pt modelId="{2297CA2F-E4E3-4CAA-9DAC-31EBDE18A66E}" type="pres">
      <dgm:prSet presAssocID="{BCA34D4F-D34A-4E7F-8060-EE5CDCEDEBC9}" presName="sibTrans" presStyleLbl="sibTrans2D1" presStyleIdx="3" presStyleCnt="4"/>
      <dgm:spPr/>
    </dgm:pt>
    <dgm:pt modelId="{54FB4166-E42F-4144-9064-5D0A6108B512}" type="pres">
      <dgm:prSet presAssocID="{BCA34D4F-D34A-4E7F-8060-EE5CDCEDEBC9}" presName="connectorText" presStyleLbl="sibTrans2D1" presStyleIdx="3" presStyleCnt="4"/>
      <dgm:spPr/>
    </dgm:pt>
    <dgm:pt modelId="{7807F26B-8DA3-4C05-AC81-9B09DFFBB862}" type="pres">
      <dgm:prSet presAssocID="{2063F73A-6D48-4171-9BCC-3A5159FCFBE3}" presName="node" presStyleLbl="node1" presStyleIdx="4" presStyleCnt="5">
        <dgm:presLayoutVars>
          <dgm:bulletEnabled val="1"/>
        </dgm:presLayoutVars>
      </dgm:prSet>
      <dgm:spPr/>
    </dgm:pt>
  </dgm:ptLst>
  <dgm:cxnLst>
    <dgm:cxn modelId="{373BB105-BD9B-482D-93E7-3D2A93F643C0}" type="presOf" srcId="{0F52510D-04B1-43CC-97FD-7BBD63C4D854}" destId="{69C0042D-507E-4F9E-94A8-E94955ADB76F}" srcOrd="0" destOrd="4" presId="urn:microsoft.com/office/officeart/2005/8/layout/process1"/>
    <dgm:cxn modelId="{E1DB8706-943A-41DE-857B-FD1004514511}" srcId="{360C9A48-81FE-4D65-9516-B232CA206B0B}" destId="{B27230E2-A17D-4220-80FE-46D64297B343}" srcOrd="0" destOrd="0" parTransId="{D985146F-41BC-41F7-BD5A-34637F24A6B1}" sibTransId="{1D9A2E75-6B4A-4BA3-BDC6-C1C8E25DEF5F}"/>
    <dgm:cxn modelId="{8B50E507-1CF5-4604-8206-39FABB967420}" type="presOf" srcId="{A97DF006-03C2-4032-A233-78BD76A63D3D}" destId="{60985EB9-42F5-4968-91E1-F1C3464F83DB}" srcOrd="0" destOrd="0" presId="urn:microsoft.com/office/officeart/2005/8/layout/process1"/>
    <dgm:cxn modelId="{E8787317-170A-4679-B5D4-515276EDD2E3}" type="presOf" srcId="{A3169168-C8F4-4A32-9005-27C2332994A7}" destId="{C995A894-0AFA-453F-8460-3BDDD034C9F0}" srcOrd="0" destOrd="0" presId="urn:microsoft.com/office/officeart/2005/8/layout/process1"/>
    <dgm:cxn modelId="{4AD42824-2F58-47D8-B6AC-498408ADB519}" srcId="{E3F7B911-0DB8-46F7-A6CB-A937DE7F5972}" destId="{2063F73A-6D48-4171-9BCC-3A5159FCFBE3}" srcOrd="4" destOrd="0" parTransId="{25077567-7832-4BBF-8124-97EF66740E53}" sibTransId="{DE743DFC-3175-4315-B0E1-7CE8009342DB}"/>
    <dgm:cxn modelId="{97B9692E-411D-4838-88AD-1C43A6F73083}" type="presOf" srcId="{360C9A48-81FE-4D65-9516-B232CA206B0B}" destId="{BCD86AF2-2522-4648-B7B2-23EC01768288}" srcOrd="0" destOrd="0" presId="urn:microsoft.com/office/officeart/2005/8/layout/process1"/>
    <dgm:cxn modelId="{13C49C2F-310A-4CF0-8235-FBDCD86AF66B}" type="presOf" srcId="{A38E3FB1-74C2-416C-962C-208A8CC26451}" destId="{0941CEB6-4744-4A4C-B3F9-AE9B3291FC66}" srcOrd="0" destOrd="0" presId="urn:microsoft.com/office/officeart/2005/8/layout/process1"/>
    <dgm:cxn modelId="{14F43930-AB62-4374-97B3-C3B06522240C}" type="presOf" srcId="{C9BC02D3-DAF3-483D-B2B5-6A810A3E5D23}" destId="{69C0042D-507E-4F9E-94A8-E94955ADB76F}" srcOrd="0" destOrd="3" presId="urn:microsoft.com/office/officeart/2005/8/layout/process1"/>
    <dgm:cxn modelId="{11B67C38-C0BB-4056-ABB9-B9C8C359F9CA}" type="presOf" srcId="{2063F73A-6D48-4171-9BCC-3A5159FCFBE3}" destId="{7807F26B-8DA3-4C05-AC81-9B09DFFBB862}" srcOrd="0" destOrd="0" presId="urn:microsoft.com/office/officeart/2005/8/layout/process1"/>
    <dgm:cxn modelId="{1079F93D-EFC9-4F63-A7D2-BA33A86E4DFC}" type="presOf" srcId="{BCA34D4F-D34A-4E7F-8060-EE5CDCEDEBC9}" destId="{2297CA2F-E4E3-4CAA-9DAC-31EBDE18A66E}" srcOrd="0" destOrd="0" presId="urn:microsoft.com/office/officeart/2005/8/layout/process1"/>
    <dgm:cxn modelId="{26FA8D5C-9E2D-43A2-86DB-EE2A3FA661CA}" type="presOf" srcId="{A97DF006-03C2-4032-A233-78BD76A63D3D}" destId="{EAD196ED-2637-4521-AC20-12D40696FBB7}" srcOrd="1" destOrd="0" presId="urn:microsoft.com/office/officeart/2005/8/layout/process1"/>
    <dgm:cxn modelId="{A3436A63-0B7B-4E1F-9868-5311457F2073}" srcId="{E3F7B911-0DB8-46F7-A6CB-A937DE7F5972}" destId="{A38E3FB1-74C2-416C-962C-208A8CC26451}" srcOrd="3" destOrd="0" parTransId="{9E752F19-DAF8-4077-BC1B-196EAE64B4D1}" sibTransId="{BCA34D4F-D34A-4E7F-8060-EE5CDCEDEBC9}"/>
    <dgm:cxn modelId="{8C6FAC44-1A20-4525-8EB8-2F9740001F7B}" type="presOf" srcId="{4ED935BC-B6F4-4023-8157-90A00E4288D9}" destId="{69C0042D-507E-4F9E-94A8-E94955ADB76F}" srcOrd="0" destOrd="2" presId="urn:microsoft.com/office/officeart/2005/8/layout/process1"/>
    <dgm:cxn modelId="{D680D866-82DC-42E8-93B4-13F314842A5A}" type="presOf" srcId="{66FFFF39-03D1-479F-A004-0C1A91BCD012}" destId="{7807F26B-8DA3-4C05-AC81-9B09DFFBB862}" srcOrd="0" destOrd="1" presId="urn:microsoft.com/office/officeart/2005/8/layout/process1"/>
    <dgm:cxn modelId="{C99CE768-EC43-4487-A92D-7422C1A1183F}" type="presOf" srcId="{FF9F707B-CECE-4E78-99EB-914DC0A31ECF}" destId="{0941CEB6-4744-4A4C-B3F9-AE9B3291FC66}" srcOrd="0" destOrd="1" presId="urn:microsoft.com/office/officeart/2005/8/layout/process1"/>
    <dgm:cxn modelId="{9D26AD6A-9892-4AC4-A58F-4C551EC94151}" srcId="{43DA3B73-85CC-44C7-99AF-E8675AAB11F1}" destId="{A992AD57-2B29-405E-A673-4C8FE2DCB2F0}" srcOrd="0" destOrd="0" parTransId="{A107BC28-DE52-4594-8495-7F55B444C020}" sibTransId="{E8BD408A-94EB-4640-B731-4BB67C578ABF}"/>
    <dgm:cxn modelId="{BB46DB6A-79CE-4A48-9BD1-A2DD18A4D36D}" type="presOf" srcId="{E3F7B911-0DB8-46F7-A6CB-A937DE7F5972}" destId="{33C77B4B-AC4C-4101-BE80-BB3417553860}" srcOrd="0" destOrd="0" presId="urn:microsoft.com/office/officeart/2005/8/layout/process1"/>
    <dgm:cxn modelId="{2067A66C-5E78-49CD-BF13-380CF2200C11}" type="presOf" srcId="{BCA34D4F-D34A-4E7F-8060-EE5CDCEDEBC9}" destId="{54FB4166-E42F-4144-9064-5D0A6108B512}" srcOrd="1" destOrd="0" presId="urn:microsoft.com/office/officeart/2005/8/layout/process1"/>
    <dgm:cxn modelId="{131F2674-DD6F-469D-917E-E2EE098B29BC}" srcId="{E3F7B911-0DB8-46F7-A6CB-A937DE7F5972}" destId="{43DA3B73-85CC-44C7-99AF-E8675AAB11F1}" srcOrd="0" destOrd="0" parTransId="{9F019D3D-4D19-4593-B070-40268D2F2EB5}" sibTransId="{A3169168-C8F4-4A32-9005-27C2332994A7}"/>
    <dgm:cxn modelId="{541F8A77-0852-4130-A267-CB2C1482A6E8}" type="presOf" srcId="{E97D0C73-F383-4117-A7E5-7A3FF09471D3}" destId="{42963792-B266-4648-A606-495C07C981FB}" srcOrd="0" destOrd="0" presId="urn:microsoft.com/office/officeart/2005/8/layout/process1"/>
    <dgm:cxn modelId="{78861782-068A-488A-B1C5-09CC575B5D80}" srcId="{E3F7B911-0DB8-46F7-A6CB-A937DE7F5972}" destId="{360C9A48-81FE-4D65-9516-B232CA206B0B}" srcOrd="2" destOrd="0" parTransId="{0B625C4F-CCA9-4175-983E-88805D77AAC5}" sibTransId="{E97D0C73-F383-4117-A7E5-7A3FF09471D3}"/>
    <dgm:cxn modelId="{CCB86B93-3845-428F-8411-A023AC4BDDEB}" srcId="{2063F73A-6D48-4171-9BCC-3A5159FCFBE3}" destId="{66FFFF39-03D1-479F-A004-0C1A91BCD012}" srcOrd="0" destOrd="0" parTransId="{4A5EDA08-68C0-4719-B835-6AECC589A5D1}" sibTransId="{775A41F0-E2CD-483C-948E-4C4DCDBE23C6}"/>
    <dgm:cxn modelId="{17E4239A-DE32-4B78-BE06-CFE7B8B50D59}" srcId="{ADFB60DE-7B6B-42C9-98FD-F94B3F204B4D}" destId="{801389A1-08AD-4217-99F1-17D044229FA0}" srcOrd="0" destOrd="0" parTransId="{BC314620-F755-43B8-B2B8-D38FEAD5BE47}" sibTransId="{9C7BD2E7-B2D7-4F25-A967-AB9E699AD0E3}"/>
    <dgm:cxn modelId="{150939AA-2A95-4B47-BDB9-FCBABC3FCAF5}" srcId="{E3F7B911-0DB8-46F7-A6CB-A937DE7F5972}" destId="{ADFB60DE-7B6B-42C9-98FD-F94B3F204B4D}" srcOrd="1" destOrd="0" parTransId="{A671AC3F-4FF4-419F-B14B-178228C3B3F5}" sibTransId="{A97DF006-03C2-4032-A233-78BD76A63D3D}"/>
    <dgm:cxn modelId="{881D80AA-1DB5-4D05-B4BE-DEB9948C817E}" type="presOf" srcId="{A3169168-C8F4-4A32-9005-27C2332994A7}" destId="{8C1AB374-B3F6-4375-BF8E-0EF0B9A03D5F}" srcOrd="1" destOrd="0" presId="urn:microsoft.com/office/officeart/2005/8/layout/process1"/>
    <dgm:cxn modelId="{78A882AF-41EB-40C3-8636-7416EA57980A}" srcId="{A992AD57-2B29-405E-A673-4C8FE2DCB2F0}" destId="{C9BC02D3-DAF3-483D-B2B5-6A810A3E5D23}" srcOrd="1" destOrd="0" parTransId="{0D7DD7AB-4B3F-4B26-9699-8D069D27EBFE}" sibTransId="{14A04E87-4E78-4857-8660-A2A290C3C448}"/>
    <dgm:cxn modelId="{E38AD1BC-B1F2-48A3-9F4E-9F4B093FDAEC}" type="presOf" srcId="{43DA3B73-85CC-44C7-99AF-E8675AAB11F1}" destId="{69C0042D-507E-4F9E-94A8-E94955ADB76F}" srcOrd="0" destOrd="0" presId="urn:microsoft.com/office/officeart/2005/8/layout/process1"/>
    <dgm:cxn modelId="{B714FBC5-D059-4484-9BC2-66EECB500B12}" type="presOf" srcId="{A992AD57-2B29-405E-A673-4C8FE2DCB2F0}" destId="{69C0042D-507E-4F9E-94A8-E94955ADB76F}" srcOrd="0" destOrd="1" presId="urn:microsoft.com/office/officeart/2005/8/layout/process1"/>
    <dgm:cxn modelId="{E20D28C7-268F-4C82-A0F1-EBBD25300B26}" type="presOf" srcId="{E97D0C73-F383-4117-A7E5-7A3FF09471D3}" destId="{C7FE0866-5A38-4AB6-9BDD-3EA0723D1400}" srcOrd="1" destOrd="0" presId="urn:microsoft.com/office/officeart/2005/8/layout/process1"/>
    <dgm:cxn modelId="{0DC4C7C8-8BFE-40E5-83C2-29B21DE73171}" type="presOf" srcId="{ADFB60DE-7B6B-42C9-98FD-F94B3F204B4D}" destId="{94DB21CA-9344-453D-8C21-40F12F0D3889}" srcOrd="0" destOrd="0" presId="urn:microsoft.com/office/officeart/2005/8/layout/process1"/>
    <dgm:cxn modelId="{AAC299C9-BA83-43E5-94A0-81B18092AFEC}" type="presOf" srcId="{5B1735AB-8363-41EB-A9A6-B25D2636DC13}" destId="{69C0042D-507E-4F9E-94A8-E94955ADB76F}" srcOrd="0" destOrd="5" presId="urn:microsoft.com/office/officeart/2005/8/layout/process1"/>
    <dgm:cxn modelId="{FEEA18CF-B05D-4F84-9B2B-A59126D73B0B}" srcId="{A38E3FB1-74C2-416C-962C-208A8CC26451}" destId="{FF9F707B-CECE-4E78-99EB-914DC0A31ECF}" srcOrd="0" destOrd="0" parTransId="{FB17E8DF-B400-423B-9CB4-4C38E1A393D0}" sibTransId="{1B2FE90C-EAEA-4A43-A64F-69ABBDDABCEB}"/>
    <dgm:cxn modelId="{AB8346D2-7479-4A8A-9B9E-3E06B25A4101}" type="presOf" srcId="{801389A1-08AD-4217-99F1-17D044229FA0}" destId="{94DB21CA-9344-453D-8C21-40F12F0D3889}" srcOrd="0" destOrd="1" presId="urn:microsoft.com/office/officeart/2005/8/layout/process1"/>
    <dgm:cxn modelId="{7A7BB4F0-1C5C-48CB-8901-89C2F8777FD9}" srcId="{A992AD57-2B29-405E-A673-4C8FE2DCB2F0}" destId="{4ED935BC-B6F4-4023-8157-90A00E4288D9}" srcOrd="0" destOrd="0" parTransId="{770B9806-9CD8-4654-A8B8-3D70D0747D19}" sibTransId="{615EA72B-289C-47B9-87A6-D11B04775F76}"/>
    <dgm:cxn modelId="{66DE21FB-DA00-48E7-8841-EB738D68F62C}" srcId="{A992AD57-2B29-405E-A673-4C8FE2DCB2F0}" destId="{5B1735AB-8363-41EB-A9A6-B25D2636DC13}" srcOrd="3" destOrd="0" parTransId="{258247BB-E99C-4C40-A6F3-2BCFF7F3F021}" sibTransId="{A1728D92-C6B8-42BE-B7DA-7498106C25C1}"/>
    <dgm:cxn modelId="{CD2010FC-CBD9-4366-BBB7-A2370EB4C245}" srcId="{A992AD57-2B29-405E-A673-4C8FE2DCB2F0}" destId="{0F52510D-04B1-43CC-97FD-7BBD63C4D854}" srcOrd="2" destOrd="0" parTransId="{7A0826B7-80B0-4499-9F07-B0CEFEBCCB15}" sibTransId="{000FE71D-E956-498B-A2D5-3FE5EE89E851}"/>
    <dgm:cxn modelId="{44EB4AFF-CFAA-4C07-A2E3-FCFCFC4805D0}" type="presOf" srcId="{B27230E2-A17D-4220-80FE-46D64297B343}" destId="{BCD86AF2-2522-4648-B7B2-23EC01768288}" srcOrd="0" destOrd="1" presId="urn:microsoft.com/office/officeart/2005/8/layout/process1"/>
    <dgm:cxn modelId="{A3EEBC4C-D696-420C-9548-292C5BAFC381}" type="presParOf" srcId="{33C77B4B-AC4C-4101-BE80-BB3417553860}" destId="{69C0042D-507E-4F9E-94A8-E94955ADB76F}" srcOrd="0" destOrd="0" presId="urn:microsoft.com/office/officeart/2005/8/layout/process1"/>
    <dgm:cxn modelId="{74064A54-7EF8-41C7-AE1A-BB20A8BAC8C0}" type="presParOf" srcId="{33C77B4B-AC4C-4101-BE80-BB3417553860}" destId="{C995A894-0AFA-453F-8460-3BDDD034C9F0}" srcOrd="1" destOrd="0" presId="urn:microsoft.com/office/officeart/2005/8/layout/process1"/>
    <dgm:cxn modelId="{42219523-EF2A-4B71-AADE-F502E30D150F}" type="presParOf" srcId="{C995A894-0AFA-453F-8460-3BDDD034C9F0}" destId="{8C1AB374-B3F6-4375-BF8E-0EF0B9A03D5F}" srcOrd="0" destOrd="0" presId="urn:microsoft.com/office/officeart/2005/8/layout/process1"/>
    <dgm:cxn modelId="{2E862AAC-1707-4857-9DE2-CB1A6192A062}" type="presParOf" srcId="{33C77B4B-AC4C-4101-BE80-BB3417553860}" destId="{94DB21CA-9344-453D-8C21-40F12F0D3889}" srcOrd="2" destOrd="0" presId="urn:microsoft.com/office/officeart/2005/8/layout/process1"/>
    <dgm:cxn modelId="{E56D702D-0BD3-45F5-9E8A-6285E21BF72E}" type="presParOf" srcId="{33C77B4B-AC4C-4101-BE80-BB3417553860}" destId="{60985EB9-42F5-4968-91E1-F1C3464F83DB}" srcOrd="3" destOrd="0" presId="urn:microsoft.com/office/officeart/2005/8/layout/process1"/>
    <dgm:cxn modelId="{89C02620-D853-4447-8CB1-200CE276630A}" type="presParOf" srcId="{60985EB9-42F5-4968-91E1-F1C3464F83DB}" destId="{EAD196ED-2637-4521-AC20-12D40696FBB7}" srcOrd="0" destOrd="0" presId="urn:microsoft.com/office/officeart/2005/8/layout/process1"/>
    <dgm:cxn modelId="{41356EBF-EA7A-4518-B314-C85465DD60D5}" type="presParOf" srcId="{33C77B4B-AC4C-4101-BE80-BB3417553860}" destId="{BCD86AF2-2522-4648-B7B2-23EC01768288}" srcOrd="4" destOrd="0" presId="urn:microsoft.com/office/officeart/2005/8/layout/process1"/>
    <dgm:cxn modelId="{FBE42AA9-721C-4844-B0F1-CCA2BAD003BC}" type="presParOf" srcId="{33C77B4B-AC4C-4101-BE80-BB3417553860}" destId="{42963792-B266-4648-A606-495C07C981FB}" srcOrd="5" destOrd="0" presId="urn:microsoft.com/office/officeart/2005/8/layout/process1"/>
    <dgm:cxn modelId="{33FB0A03-6E92-4F9C-8F36-2CA9B558087D}" type="presParOf" srcId="{42963792-B266-4648-A606-495C07C981FB}" destId="{C7FE0866-5A38-4AB6-9BDD-3EA0723D1400}" srcOrd="0" destOrd="0" presId="urn:microsoft.com/office/officeart/2005/8/layout/process1"/>
    <dgm:cxn modelId="{95CA412C-C13C-4F33-B878-9724F580FF8B}" type="presParOf" srcId="{33C77B4B-AC4C-4101-BE80-BB3417553860}" destId="{0941CEB6-4744-4A4C-B3F9-AE9B3291FC66}" srcOrd="6" destOrd="0" presId="urn:microsoft.com/office/officeart/2005/8/layout/process1"/>
    <dgm:cxn modelId="{1D45963A-9C3B-4EE7-8BAA-42AA1C291C18}" type="presParOf" srcId="{33C77B4B-AC4C-4101-BE80-BB3417553860}" destId="{2297CA2F-E4E3-4CAA-9DAC-31EBDE18A66E}" srcOrd="7" destOrd="0" presId="urn:microsoft.com/office/officeart/2005/8/layout/process1"/>
    <dgm:cxn modelId="{B786256B-F892-41CF-BC10-7B27DA60562C}" type="presParOf" srcId="{2297CA2F-E4E3-4CAA-9DAC-31EBDE18A66E}" destId="{54FB4166-E42F-4144-9064-5D0A6108B512}" srcOrd="0" destOrd="0" presId="urn:microsoft.com/office/officeart/2005/8/layout/process1"/>
    <dgm:cxn modelId="{046152D9-7E35-49B9-B8FD-DC77E07E82E9}" type="presParOf" srcId="{33C77B4B-AC4C-4101-BE80-BB3417553860}" destId="{7807F26B-8DA3-4C05-AC81-9B09DFFBB862}" srcOrd="8"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E3F7B911-0DB8-46F7-A6CB-A937DE7F5972}" type="doc">
      <dgm:prSet loTypeId="urn:microsoft.com/office/officeart/2005/8/layout/process1" loCatId="process" qsTypeId="urn:microsoft.com/office/officeart/2005/8/quickstyle/simple5" qsCatId="simple" csTypeId="urn:microsoft.com/office/officeart/2005/8/colors/accent1_2" csCatId="accent1" phldr="1"/>
      <dgm:spPr/>
      <dgm:t>
        <a:bodyPr/>
        <a:lstStyle/>
        <a:p>
          <a:endParaRPr lang="en-US"/>
        </a:p>
      </dgm:t>
    </dgm:pt>
    <dgm:pt modelId="{43DA3B73-85CC-44C7-99AF-E8675AAB11F1}">
      <dgm:prSet phldrT="[Text]">
        <dgm:style>
          <a:lnRef idx="2">
            <a:schemeClr val="dk1"/>
          </a:lnRef>
          <a:fillRef idx="1">
            <a:schemeClr val="lt1"/>
          </a:fillRef>
          <a:effectRef idx="0">
            <a:schemeClr val="dk1"/>
          </a:effectRef>
          <a:fontRef idx="minor">
            <a:schemeClr val="dk1"/>
          </a:fontRef>
        </dgm:style>
      </dgm:prSet>
      <dgm:spPr/>
      <dgm:t>
        <a:bodyPr/>
        <a:lstStyle/>
        <a:p>
          <a:r>
            <a:rPr lang="en-US" b="1" dirty="0"/>
            <a:t>Requirement Gathering</a:t>
          </a:r>
        </a:p>
      </dgm:t>
    </dgm:pt>
    <dgm:pt modelId="{9F019D3D-4D19-4593-B070-40268D2F2EB5}" type="parTrans" cxnId="{131F2674-DD6F-469D-917E-E2EE098B29BC}">
      <dgm:prSet/>
      <dgm:spPr/>
      <dgm:t>
        <a:bodyPr/>
        <a:lstStyle/>
        <a:p>
          <a:endParaRPr lang="en-US"/>
        </a:p>
      </dgm:t>
    </dgm:pt>
    <dgm:pt modelId="{A3169168-C8F4-4A32-9005-27C2332994A7}" type="sibTrans" cxnId="{131F2674-DD6F-469D-917E-E2EE098B29BC}">
      <dgm:prSet/>
      <dgm:spPr/>
      <dgm:t>
        <a:bodyPr/>
        <a:lstStyle/>
        <a:p>
          <a:endParaRPr lang="en-US"/>
        </a:p>
      </dgm:t>
    </dgm:pt>
    <dgm:pt modelId="{360C9A48-81FE-4D65-9516-B232CA206B0B}">
      <dgm:prSet>
        <dgm:style>
          <a:lnRef idx="2">
            <a:schemeClr val="dk1"/>
          </a:lnRef>
          <a:fillRef idx="1">
            <a:schemeClr val="lt1"/>
          </a:fillRef>
          <a:effectRef idx="0">
            <a:schemeClr val="dk1"/>
          </a:effectRef>
          <a:fontRef idx="minor">
            <a:schemeClr val="dk1"/>
          </a:fontRef>
        </dgm:style>
      </dgm:prSet>
      <dgm:spPr/>
      <dgm:t>
        <a:bodyPr/>
        <a:lstStyle/>
        <a:p>
          <a:r>
            <a:rPr lang="en-US" b="1"/>
            <a:t>Logical Design</a:t>
          </a:r>
        </a:p>
      </dgm:t>
    </dgm:pt>
    <dgm:pt modelId="{0B625C4F-CCA9-4175-983E-88805D77AAC5}" type="parTrans" cxnId="{78861782-068A-488A-B1C5-09CC575B5D80}">
      <dgm:prSet/>
      <dgm:spPr/>
      <dgm:t>
        <a:bodyPr/>
        <a:lstStyle/>
        <a:p>
          <a:endParaRPr lang="en-US"/>
        </a:p>
      </dgm:t>
    </dgm:pt>
    <dgm:pt modelId="{E97D0C73-F383-4117-A7E5-7A3FF09471D3}" type="sibTrans" cxnId="{78861782-068A-488A-B1C5-09CC575B5D80}">
      <dgm:prSet/>
      <dgm:spPr/>
      <dgm:t>
        <a:bodyPr/>
        <a:lstStyle/>
        <a:p>
          <a:endParaRPr lang="en-US"/>
        </a:p>
      </dgm:t>
    </dgm:pt>
    <dgm:pt modelId="{A38E3FB1-74C2-416C-962C-208A8CC26451}">
      <dgm:prSet>
        <dgm:style>
          <a:lnRef idx="0">
            <a:schemeClr val="accent1"/>
          </a:lnRef>
          <a:fillRef idx="3">
            <a:schemeClr val="accent1"/>
          </a:fillRef>
          <a:effectRef idx="3">
            <a:schemeClr val="accent1"/>
          </a:effectRef>
          <a:fontRef idx="minor">
            <a:schemeClr val="lt1"/>
          </a:fontRef>
        </dgm:style>
      </dgm:prSet>
      <dgm:spPr/>
      <dgm:t>
        <a:bodyPr/>
        <a:lstStyle/>
        <a:p>
          <a:r>
            <a:rPr lang="en-US" b="1"/>
            <a:t>Physical Design</a:t>
          </a:r>
        </a:p>
      </dgm:t>
    </dgm:pt>
    <dgm:pt modelId="{9E752F19-DAF8-4077-BC1B-196EAE64B4D1}" type="parTrans" cxnId="{A3436A63-0B7B-4E1F-9868-5311457F2073}">
      <dgm:prSet/>
      <dgm:spPr/>
      <dgm:t>
        <a:bodyPr/>
        <a:lstStyle/>
        <a:p>
          <a:endParaRPr lang="en-US"/>
        </a:p>
      </dgm:t>
    </dgm:pt>
    <dgm:pt modelId="{BCA34D4F-D34A-4E7F-8060-EE5CDCEDEBC9}" type="sibTrans" cxnId="{A3436A63-0B7B-4E1F-9868-5311457F2073}">
      <dgm:prSet/>
      <dgm:spPr/>
      <dgm:t>
        <a:bodyPr/>
        <a:lstStyle/>
        <a:p>
          <a:endParaRPr lang="en-US"/>
        </a:p>
      </dgm:t>
    </dgm:pt>
    <dgm:pt modelId="{2063F73A-6D48-4171-9BCC-3A5159FCFBE3}">
      <dgm:prSet>
        <dgm:style>
          <a:lnRef idx="2">
            <a:schemeClr val="accent5"/>
          </a:lnRef>
          <a:fillRef idx="1">
            <a:schemeClr val="lt1"/>
          </a:fillRef>
          <a:effectRef idx="0">
            <a:schemeClr val="accent5"/>
          </a:effectRef>
          <a:fontRef idx="minor">
            <a:schemeClr val="dk1"/>
          </a:fontRef>
        </dgm:style>
      </dgm:prSet>
      <dgm:spPr/>
      <dgm:t>
        <a:bodyPr/>
        <a:lstStyle/>
        <a:p>
          <a:r>
            <a:rPr lang="en-US" b="1"/>
            <a:t>Installation and Maintenance</a:t>
          </a:r>
        </a:p>
      </dgm:t>
    </dgm:pt>
    <dgm:pt modelId="{25077567-7832-4BBF-8124-97EF66740E53}" type="parTrans" cxnId="{4AD42824-2F58-47D8-B6AC-498408ADB519}">
      <dgm:prSet/>
      <dgm:spPr/>
      <dgm:t>
        <a:bodyPr/>
        <a:lstStyle/>
        <a:p>
          <a:endParaRPr lang="en-US"/>
        </a:p>
      </dgm:t>
    </dgm:pt>
    <dgm:pt modelId="{DE743DFC-3175-4315-B0E1-7CE8009342DB}" type="sibTrans" cxnId="{4AD42824-2F58-47D8-B6AC-498408ADB519}">
      <dgm:prSet/>
      <dgm:spPr/>
      <dgm:t>
        <a:bodyPr/>
        <a:lstStyle/>
        <a:p>
          <a:endParaRPr lang="en-US"/>
        </a:p>
      </dgm:t>
    </dgm:pt>
    <dgm:pt modelId="{ADFB60DE-7B6B-42C9-98FD-F94B3F204B4D}">
      <dgm:prSet>
        <dgm:style>
          <a:lnRef idx="2">
            <a:schemeClr val="dk1"/>
          </a:lnRef>
          <a:fillRef idx="1">
            <a:schemeClr val="lt1"/>
          </a:fillRef>
          <a:effectRef idx="0">
            <a:schemeClr val="dk1"/>
          </a:effectRef>
          <a:fontRef idx="minor">
            <a:schemeClr val="dk1"/>
          </a:fontRef>
        </dgm:style>
      </dgm:prSet>
      <dgm:spPr/>
      <dgm:t>
        <a:bodyPr/>
        <a:lstStyle/>
        <a:p>
          <a:r>
            <a:rPr lang="en-US" b="1" dirty="0"/>
            <a:t>Analysis</a:t>
          </a:r>
        </a:p>
      </dgm:t>
    </dgm:pt>
    <dgm:pt modelId="{A97DF006-03C2-4032-A233-78BD76A63D3D}" type="sibTrans" cxnId="{150939AA-2A95-4B47-BDB9-FCBABC3FCAF5}">
      <dgm:prSet/>
      <dgm:spPr/>
      <dgm:t>
        <a:bodyPr/>
        <a:lstStyle/>
        <a:p>
          <a:endParaRPr lang="en-US"/>
        </a:p>
      </dgm:t>
    </dgm:pt>
    <dgm:pt modelId="{A671AC3F-4FF4-419F-B14B-178228C3B3F5}" type="parTrans" cxnId="{150939AA-2A95-4B47-BDB9-FCBABC3FCAF5}">
      <dgm:prSet/>
      <dgm:spPr/>
      <dgm:t>
        <a:bodyPr/>
        <a:lstStyle/>
        <a:p>
          <a:endParaRPr lang="en-US"/>
        </a:p>
      </dgm:t>
    </dgm:pt>
    <dgm:pt modelId="{A992AD57-2B29-405E-A673-4C8FE2DCB2F0}">
      <dgm:prSet>
        <dgm:style>
          <a:lnRef idx="2">
            <a:schemeClr val="dk1"/>
          </a:lnRef>
          <a:fillRef idx="1">
            <a:schemeClr val="lt1"/>
          </a:fillRef>
          <a:effectRef idx="0">
            <a:schemeClr val="dk1"/>
          </a:effectRef>
          <a:fontRef idx="minor">
            <a:schemeClr val="dk1"/>
          </a:fontRef>
        </dgm:style>
      </dgm:prSet>
      <dgm:spPr/>
      <dgm:t>
        <a:bodyPr/>
        <a:lstStyle/>
        <a:p>
          <a:r>
            <a:rPr lang="en-US"/>
            <a:t>Determine needs of: </a:t>
          </a:r>
        </a:p>
      </dgm:t>
    </dgm:pt>
    <dgm:pt modelId="{A107BC28-DE52-4594-8495-7F55B444C020}" type="parTrans" cxnId="{9D26AD6A-9892-4AC4-A58F-4C551EC94151}">
      <dgm:prSet/>
      <dgm:spPr/>
      <dgm:t>
        <a:bodyPr/>
        <a:lstStyle/>
        <a:p>
          <a:endParaRPr lang="en-US"/>
        </a:p>
      </dgm:t>
    </dgm:pt>
    <dgm:pt modelId="{E8BD408A-94EB-4640-B731-4BB67C578ABF}" type="sibTrans" cxnId="{9D26AD6A-9892-4AC4-A58F-4C551EC94151}">
      <dgm:prSet/>
      <dgm:spPr/>
      <dgm:t>
        <a:bodyPr/>
        <a:lstStyle/>
        <a:p>
          <a:endParaRPr lang="en-US"/>
        </a:p>
      </dgm:t>
    </dgm:pt>
    <dgm:pt modelId="{4ED935BC-B6F4-4023-8157-90A00E4288D9}">
      <dgm:prSet>
        <dgm:style>
          <a:lnRef idx="2">
            <a:schemeClr val="dk1"/>
          </a:lnRef>
          <a:fillRef idx="1">
            <a:schemeClr val="lt1"/>
          </a:fillRef>
          <a:effectRef idx="0">
            <a:schemeClr val="dk1"/>
          </a:effectRef>
          <a:fontRef idx="minor">
            <a:schemeClr val="dk1"/>
          </a:fontRef>
        </dgm:style>
      </dgm:prSet>
      <dgm:spPr/>
      <dgm:t>
        <a:bodyPr/>
        <a:lstStyle/>
        <a:p>
          <a:r>
            <a:rPr lang="en-US"/>
            <a:t>Business</a:t>
          </a:r>
        </a:p>
      </dgm:t>
    </dgm:pt>
    <dgm:pt modelId="{770B9806-9CD8-4654-A8B8-3D70D0747D19}" type="parTrans" cxnId="{7A7BB4F0-1C5C-48CB-8901-89C2F8777FD9}">
      <dgm:prSet/>
      <dgm:spPr/>
      <dgm:t>
        <a:bodyPr/>
        <a:lstStyle/>
        <a:p>
          <a:endParaRPr lang="en-US"/>
        </a:p>
      </dgm:t>
    </dgm:pt>
    <dgm:pt modelId="{615EA72B-289C-47B9-87A6-D11B04775F76}" type="sibTrans" cxnId="{7A7BB4F0-1C5C-48CB-8901-89C2F8777FD9}">
      <dgm:prSet/>
      <dgm:spPr/>
      <dgm:t>
        <a:bodyPr/>
        <a:lstStyle/>
        <a:p>
          <a:endParaRPr lang="en-US"/>
        </a:p>
      </dgm:t>
    </dgm:pt>
    <dgm:pt modelId="{C9BC02D3-DAF3-483D-B2B5-6A810A3E5D23}">
      <dgm:prSet>
        <dgm:style>
          <a:lnRef idx="2">
            <a:schemeClr val="dk1"/>
          </a:lnRef>
          <a:fillRef idx="1">
            <a:schemeClr val="lt1"/>
          </a:fillRef>
          <a:effectRef idx="0">
            <a:schemeClr val="dk1"/>
          </a:effectRef>
          <a:fontRef idx="minor">
            <a:schemeClr val="dk1"/>
          </a:fontRef>
        </dgm:style>
      </dgm:prSet>
      <dgm:spPr/>
      <dgm:t>
        <a:bodyPr/>
        <a:lstStyle/>
        <a:p>
          <a:r>
            <a:rPr lang="en-US"/>
            <a:t>Users</a:t>
          </a:r>
        </a:p>
      </dgm:t>
    </dgm:pt>
    <dgm:pt modelId="{0D7DD7AB-4B3F-4B26-9699-8D069D27EBFE}" type="parTrans" cxnId="{78A882AF-41EB-40C3-8636-7416EA57980A}">
      <dgm:prSet/>
      <dgm:spPr/>
      <dgm:t>
        <a:bodyPr/>
        <a:lstStyle/>
        <a:p>
          <a:endParaRPr lang="en-US"/>
        </a:p>
      </dgm:t>
    </dgm:pt>
    <dgm:pt modelId="{14A04E87-4E78-4857-8660-A2A290C3C448}" type="sibTrans" cxnId="{78A882AF-41EB-40C3-8636-7416EA57980A}">
      <dgm:prSet/>
      <dgm:spPr/>
      <dgm:t>
        <a:bodyPr/>
        <a:lstStyle/>
        <a:p>
          <a:endParaRPr lang="en-US"/>
        </a:p>
      </dgm:t>
    </dgm:pt>
    <dgm:pt modelId="{0F52510D-04B1-43CC-97FD-7BBD63C4D854}">
      <dgm:prSet>
        <dgm:style>
          <a:lnRef idx="2">
            <a:schemeClr val="dk1"/>
          </a:lnRef>
          <a:fillRef idx="1">
            <a:schemeClr val="lt1"/>
          </a:fillRef>
          <a:effectRef idx="0">
            <a:schemeClr val="dk1"/>
          </a:effectRef>
          <a:fontRef idx="minor">
            <a:schemeClr val="dk1"/>
          </a:fontRef>
        </dgm:style>
      </dgm:prSet>
      <dgm:spPr/>
      <dgm:t>
        <a:bodyPr/>
        <a:lstStyle/>
        <a:p>
          <a:r>
            <a:rPr lang="en-US"/>
            <a:t>Applications</a:t>
          </a:r>
        </a:p>
      </dgm:t>
    </dgm:pt>
    <dgm:pt modelId="{7A0826B7-80B0-4499-9F07-B0CEFEBCCB15}" type="parTrans" cxnId="{CD2010FC-CBD9-4366-BBB7-A2370EB4C245}">
      <dgm:prSet/>
      <dgm:spPr/>
      <dgm:t>
        <a:bodyPr/>
        <a:lstStyle/>
        <a:p>
          <a:endParaRPr lang="en-US"/>
        </a:p>
      </dgm:t>
    </dgm:pt>
    <dgm:pt modelId="{000FE71D-E956-498B-A2D5-3FE5EE89E851}" type="sibTrans" cxnId="{CD2010FC-CBD9-4366-BBB7-A2370EB4C245}">
      <dgm:prSet/>
      <dgm:spPr/>
      <dgm:t>
        <a:bodyPr/>
        <a:lstStyle/>
        <a:p>
          <a:endParaRPr lang="en-US"/>
        </a:p>
      </dgm:t>
    </dgm:pt>
    <dgm:pt modelId="{5B1735AB-8363-41EB-A9A6-B25D2636DC13}">
      <dgm:prSet>
        <dgm:style>
          <a:lnRef idx="2">
            <a:schemeClr val="dk1"/>
          </a:lnRef>
          <a:fillRef idx="1">
            <a:schemeClr val="lt1"/>
          </a:fillRef>
          <a:effectRef idx="0">
            <a:schemeClr val="dk1"/>
          </a:effectRef>
          <a:fontRef idx="minor">
            <a:schemeClr val="dk1"/>
          </a:fontRef>
        </dgm:style>
      </dgm:prSet>
      <dgm:spPr/>
      <dgm:t>
        <a:bodyPr/>
        <a:lstStyle/>
        <a:p>
          <a:r>
            <a:rPr lang="en-US"/>
            <a:t>Network</a:t>
          </a:r>
        </a:p>
      </dgm:t>
    </dgm:pt>
    <dgm:pt modelId="{258247BB-E99C-4C40-A6F3-2BCFF7F3F021}" type="parTrans" cxnId="{66DE21FB-DA00-48E7-8841-EB738D68F62C}">
      <dgm:prSet/>
      <dgm:spPr/>
      <dgm:t>
        <a:bodyPr/>
        <a:lstStyle/>
        <a:p>
          <a:endParaRPr lang="en-US"/>
        </a:p>
      </dgm:t>
    </dgm:pt>
    <dgm:pt modelId="{A1728D92-C6B8-42BE-B7DA-7498106C25C1}" type="sibTrans" cxnId="{66DE21FB-DA00-48E7-8841-EB738D68F62C}">
      <dgm:prSet/>
      <dgm:spPr/>
      <dgm:t>
        <a:bodyPr/>
        <a:lstStyle/>
        <a:p>
          <a:endParaRPr lang="en-US"/>
        </a:p>
      </dgm:t>
    </dgm:pt>
    <dgm:pt modelId="{801389A1-08AD-4217-99F1-17D044229FA0}">
      <dgm:prSet>
        <dgm:style>
          <a:lnRef idx="2">
            <a:schemeClr val="dk1"/>
          </a:lnRef>
          <a:fillRef idx="1">
            <a:schemeClr val="lt1"/>
          </a:fillRef>
          <a:effectRef idx="0">
            <a:schemeClr val="dk1"/>
          </a:effectRef>
          <a:fontRef idx="minor">
            <a:schemeClr val="dk1"/>
          </a:fontRef>
        </dgm:style>
      </dgm:prSet>
      <dgm:spPr/>
      <dgm:t>
        <a:bodyPr/>
        <a:lstStyle/>
        <a:p>
          <a:r>
            <a:rPr lang="en-US" dirty="0"/>
            <a:t>Estimate and measure traffic and device utilization</a:t>
          </a:r>
        </a:p>
      </dgm:t>
    </dgm:pt>
    <dgm:pt modelId="{BC314620-F755-43B8-B2B8-D38FEAD5BE47}" type="parTrans" cxnId="{17E4239A-DE32-4B78-BE06-CFE7B8B50D59}">
      <dgm:prSet/>
      <dgm:spPr/>
      <dgm:t>
        <a:bodyPr/>
        <a:lstStyle/>
        <a:p>
          <a:endParaRPr lang="en-US"/>
        </a:p>
      </dgm:t>
    </dgm:pt>
    <dgm:pt modelId="{9C7BD2E7-B2D7-4F25-A967-AB9E699AD0E3}" type="sibTrans" cxnId="{17E4239A-DE32-4B78-BE06-CFE7B8B50D59}">
      <dgm:prSet/>
      <dgm:spPr/>
      <dgm:t>
        <a:bodyPr/>
        <a:lstStyle/>
        <a:p>
          <a:endParaRPr lang="en-US"/>
        </a:p>
      </dgm:t>
    </dgm:pt>
    <dgm:pt modelId="{B27230E2-A17D-4220-80FE-46D64297B343}">
      <dgm:prSet>
        <dgm:style>
          <a:lnRef idx="2">
            <a:schemeClr val="dk1"/>
          </a:lnRef>
          <a:fillRef idx="1">
            <a:schemeClr val="lt1"/>
          </a:fillRef>
          <a:effectRef idx="0">
            <a:schemeClr val="dk1"/>
          </a:effectRef>
          <a:fontRef idx="minor">
            <a:schemeClr val="dk1"/>
          </a:fontRef>
        </dgm:style>
      </dgm:prSet>
      <dgm:spPr/>
      <dgm:t>
        <a:bodyPr/>
        <a:lstStyle/>
        <a:p>
          <a:r>
            <a:rPr lang="en-US" dirty="0"/>
            <a:t>Choose technologies that meet the requirements</a:t>
          </a:r>
        </a:p>
      </dgm:t>
    </dgm:pt>
    <dgm:pt modelId="{D985146F-41BC-41F7-BD5A-34637F24A6B1}" type="parTrans" cxnId="{E1DB8706-943A-41DE-857B-FD1004514511}">
      <dgm:prSet/>
      <dgm:spPr/>
      <dgm:t>
        <a:bodyPr/>
        <a:lstStyle/>
        <a:p>
          <a:endParaRPr lang="en-US"/>
        </a:p>
      </dgm:t>
    </dgm:pt>
    <dgm:pt modelId="{1D9A2E75-6B4A-4BA3-BDC6-C1C8E25DEF5F}" type="sibTrans" cxnId="{E1DB8706-943A-41DE-857B-FD1004514511}">
      <dgm:prSet/>
      <dgm:spPr/>
      <dgm:t>
        <a:bodyPr/>
        <a:lstStyle/>
        <a:p>
          <a:endParaRPr lang="en-US"/>
        </a:p>
      </dgm:t>
    </dgm:pt>
    <dgm:pt modelId="{FF9F707B-CECE-4E78-99EB-914DC0A31ECF}">
      <dgm:prSet>
        <dgm:style>
          <a:lnRef idx="0">
            <a:schemeClr val="accent1"/>
          </a:lnRef>
          <a:fillRef idx="3">
            <a:schemeClr val="accent1"/>
          </a:fillRef>
          <a:effectRef idx="3">
            <a:schemeClr val="accent1"/>
          </a:effectRef>
          <a:fontRef idx="minor">
            <a:schemeClr val="lt1"/>
          </a:fontRef>
        </dgm:style>
      </dgm:prSet>
      <dgm:spPr/>
      <dgm:t>
        <a:bodyPr/>
        <a:lstStyle/>
        <a:p>
          <a:r>
            <a:rPr lang="en-US" dirty="0"/>
            <a:t>Apply the Logical Design to the physical space</a:t>
          </a:r>
        </a:p>
      </dgm:t>
    </dgm:pt>
    <dgm:pt modelId="{FB17E8DF-B400-423B-9CB4-4C38E1A393D0}" type="parTrans" cxnId="{FEEA18CF-B05D-4F84-9B2B-A59126D73B0B}">
      <dgm:prSet/>
      <dgm:spPr/>
      <dgm:t>
        <a:bodyPr/>
        <a:lstStyle/>
        <a:p>
          <a:endParaRPr lang="en-US"/>
        </a:p>
      </dgm:t>
    </dgm:pt>
    <dgm:pt modelId="{1B2FE90C-EAEA-4A43-A64F-69ABBDDABCEB}" type="sibTrans" cxnId="{FEEA18CF-B05D-4F84-9B2B-A59126D73B0B}">
      <dgm:prSet/>
      <dgm:spPr/>
      <dgm:t>
        <a:bodyPr/>
        <a:lstStyle/>
        <a:p>
          <a:endParaRPr lang="en-US"/>
        </a:p>
      </dgm:t>
    </dgm:pt>
    <dgm:pt modelId="{66FFFF39-03D1-479F-A004-0C1A91BCD012}">
      <dgm:prSet>
        <dgm:style>
          <a:lnRef idx="2">
            <a:schemeClr val="accent5"/>
          </a:lnRef>
          <a:fillRef idx="1">
            <a:schemeClr val="lt1"/>
          </a:fillRef>
          <a:effectRef idx="0">
            <a:schemeClr val="accent5"/>
          </a:effectRef>
          <a:fontRef idx="minor">
            <a:schemeClr val="dk1"/>
          </a:fontRef>
        </dgm:style>
      </dgm:prSet>
      <dgm:spPr/>
      <dgm:t>
        <a:bodyPr/>
        <a:lstStyle/>
        <a:p>
          <a:r>
            <a:rPr lang="en-US"/>
            <a:t>Implement the Physical Design</a:t>
          </a:r>
        </a:p>
      </dgm:t>
    </dgm:pt>
    <dgm:pt modelId="{4A5EDA08-68C0-4719-B835-6AECC589A5D1}" type="parTrans" cxnId="{CCB86B93-3845-428F-8411-A023AC4BDDEB}">
      <dgm:prSet/>
      <dgm:spPr/>
      <dgm:t>
        <a:bodyPr/>
        <a:lstStyle/>
        <a:p>
          <a:endParaRPr lang="en-US"/>
        </a:p>
      </dgm:t>
    </dgm:pt>
    <dgm:pt modelId="{775A41F0-E2CD-483C-948E-4C4DCDBE23C6}" type="sibTrans" cxnId="{CCB86B93-3845-428F-8411-A023AC4BDDEB}">
      <dgm:prSet/>
      <dgm:spPr/>
      <dgm:t>
        <a:bodyPr/>
        <a:lstStyle/>
        <a:p>
          <a:endParaRPr lang="en-US"/>
        </a:p>
      </dgm:t>
    </dgm:pt>
    <dgm:pt modelId="{33C77B4B-AC4C-4101-BE80-BB3417553860}" type="pres">
      <dgm:prSet presAssocID="{E3F7B911-0DB8-46F7-A6CB-A937DE7F5972}" presName="Name0" presStyleCnt="0">
        <dgm:presLayoutVars>
          <dgm:dir/>
          <dgm:resizeHandles val="exact"/>
        </dgm:presLayoutVars>
      </dgm:prSet>
      <dgm:spPr/>
    </dgm:pt>
    <dgm:pt modelId="{69C0042D-507E-4F9E-94A8-E94955ADB76F}" type="pres">
      <dgm:prSet presAssocID="{43DA3B73-85CC-44C7-99AF-E8675AAB11F1}" presName="node" presStyleLbl="node1" presStyleIdx="0" presStyleCnt="5">
        <dgm:presLayoutVars>
          <dgm:bulletEnabled val="1"/>
        </dgm:presLayoutVars>
      </dgm:prSet>
      <dgm:spPr/>
    </dgm:pt>
    <dgm:pt modelId="{C995A894-0AFA-453F-8460-3BDDD034C9F0}" type="pres">
      <dgm:prSet presAssocID="{A3169168-C8F4-4A32-9005-27C2332994A7}" presName="sibTrans" presStyleLbl="sibTrans2D1" presStyleIdx="0" presStyleCnt="4"/>
      <dgm:spPr/>
    </dgm:pt>
    <dgm:pt modelId="{8C1AB374-B3F6-4375-BF8E-0EF0B9A03D5F}" type="pres">
      <dgm:prSet presAssocID="{A3169168-C8F4-4A32-9005-27C2332994A7}" presName="connectorText" presStyleLbl="sibTrans2D1" presStyleIdx="0" presStyleCnt="4"/>
      <dgm:spPr/>
    </dgm:pt>
    <dgm:pt modelId="{94DB21CA-9344-453D-8C21-40F12F0D3889}" type="pres">
      <dgm:prSet presAssocID="{ADFB60DE-7B6B-42C9-98FD-F94B3F204B4D}" presName="node" presStyleLbl="node1" presStyleIdx="1" presStyleCnt="5">
        <dgm:presLayoutVars>
          <dgm:bulletEnabled val="1"/>
        </dgm:presLayoutVars>
      </dgm:prSet>
      <dgm:spPr/>
    </dgm:pt>
    <dgm:pt modelId="{60985EB9-42F5-4968-91E1-F1C3464F83DB}" type="pres">
      <dgm:prSet presAssocID="{A97DF006-03C2-4032-A233-78BD76A63D3D}" presName="sibTrans" presStyleLbl="sibTrans2D1" presStyleIdx="1" presStyleCnt="4"/>
      <dgm:spPr/>
    </dgm:pt>
    <dgm:pt modelId="{EAD196ED-2637-4521-AC20-12D40696FBB7}" type="pres">
      <dgm:prSet presAssocID="{A97DF006-03C2-4032-A233-78BD76A63D3D}" presName="connectorText" presStyleLbl="sibTrans2D1" presStyleIdx="1" presStyleCnt="4"/>
      <dgm:spPr/>
    </dgm:pt>
    <dgm:pt modelId="{BCD86AF2-2522-4648-B7B2-23EC01768288}" type="pres">
      <dgm:prSet presAssocID="{360C9A48-81FE-4D65-9516-B232CA206B0B}" presName="node" presStyleLbl="node1" presStyleIdx="2" presStyleCnt="5">
        <dgm:presLayoutVars>
          <dgm:bulletEnabled val="1"/>
        </dgm:presLayoutVars>
      </dgm:prSet>
      <dgm:spPr/>
    </dgm:pt>
    <dgm:pt modelId="{42963792-B266-4648-A606-495C07C981FB}" type="pres">
      <dgm:prSet presAssocID="{E97D0C73-F383-4117-A7E5-7A3FF09471D3}" presName="sibTrans" presStyleLbl="sibTrans2D1" presStyleIdx="2" presStyleCnt="4"/>
      <dgm:spPr/>
    </dgm:pt>
    <dgm:pt modelId="{C7FE0866-5A38-4AB6-9BDD-3EA0723D1400}" type="pres">
      <dgm:prSet presAssocID="{E97D0C73-F383-4117-A7E5-7A3FF09471D3}" presName="connectorText" presStyleLbl="sibTrans2D1" presStyleIdx="2" presStyleCnt="4"/>
      <dgm:spPr/>
    </dgm:pt>
    <dgm:pt modelId="{0941CEB6-4744-4A4C-B3F9-AE9B3291FC66}" type="pres">
      <dgm:prSet presAssocID="{A38E3FB1-74C2-416C-962C-208A8CC26451}" presName="node" presStyleLbl="node1" presStyleIdx="3" presStyleCnt="5">
        <dgm:presLayoutVars>
          <dgm:bulletEnabled val="1"/>
        </dgm:presLayoutVars>
      </dgm:prSet>
      <dgm:spPr/>
    </dgm:pt>
    <dgm:pt modelId="{2297CA2F-E4E3-4CAA-9DAC-31EBDE18A66E}" type="pres">
      <dgm:prSet presAssocID="{BCA34D4F-D34A-4E7F-8060-EE5CDCEDEBC9}" presName="sibTrans" presStyleLbl="sibTrans2D1" presStyleIdx="3" presStyleCnt="4"/>
      <dgm:spPr/>
    </dgm:pt>
    <dgm:pt modelId="{54FB4166-E42F-4144-9064-5D0A6108B512}" type="pres">
      <dgm:prSet presAssocID="{BCA34D4F-D34A-4E7F-8060-EE5CDCEDEBC9}" presName="connectorText" presStyleLbl="sibTrans2D1" presStyleIdx="3" presStyleCnt="4"/>
      <dgm:spPr/>
    </dgm:pt>
    <dgm:pt modelId="{7807F26B-8DA3-4C05-AC81-9B09DFFBB862}" type="pres">
      <dgm:prSet presAssocID="{2063F73A-6D48-4171-9BCC-3A5159FCFBE3}" presName="node" presStyleLbl="node1" presStyleIdx="4" presStyleCnt="5">
        <dgm:presLayoutVars>
          <dgm:bulletEnabled val="1"/>
        </dgm:presLayoutVars>
      </dgm:prSet>
      <dgm:spPr/>
    </dgm:pt>
  </dgm:ptLst>
  <dgm:cxnLst>
    <dgm:cxn modelId="{373BB105-BD9B-482D-93E7-3D2A93F643C0}" type="presOf" srcId="{0F52510D-04B1-43CC-97FD-7BBD63C4D854}" destId="{69C0042D-507E-4F9E-94A8-E94955ADB76F}" srcOrd="0" destOrd="4" presId="urn:microsoft.com/office/officeart/2005/8/layout/process1"/>
    <dgm:cxn modelId="{E1DB8706-943A-41DE-857B-FD1004514511}" srcId="{360C9A48-81FE-4D65-9516-B232CA206B0B}" destId="{B27230E2-A17D-4220-80FE-46D64297B343}" srcOrd="0" destOrd="0" parTransId="{D985146F-41BC-41F7-BD5A-34637F24A6B1}" sibTransId="{1D9A2E75-6B4A-4BA3-BDC6-C1C8E25DEF5F}"/>
    <dgm:cxn modelId="{8B50E507-1CF5-4604-8206-39FABB967420}" type="presOf" srcId="{A97DF006-03C2-4032-A233-78BD76A63D3D}" destId="{60985EB9-42F5-4968-91E1-F1C3464F83DB}" srcOrd="0" destOrd="0" presId="urn:microsoft.com/office/officeart/2005/8/layout/process1"/>
    <dgm:cxn modelId="{E8787317-170A-4679-B5D4-515276EDD2E3}" type="presOf" srcId="{A3169168-C8F4-4A32-9005-27C2332994A7}" destId="{C995A894-0AFA-453F-8460-3BDDD034C9F0}" srcOrd="0" destOrd="0" presId="urn:microsoft.com/office/officeart/2005/8/layout/process1"/>
    <dgm:cxn modelId="{4AD42824-2F58-47D8-B6AC-498408ADB519}" srcId="{E3F7B911-0DB8-46F7-A6CB-A937DE7F5972}" destId="{2063F73A-6D48-4171-9BCC-3A5159FCFBE3}" srcOrd="4" destOrd="0" parTransId="{25077567-7832-4BBF-8124-97EF66740E53}" sibTransId="{DE743DFC-3175-4315-B0E1-7CE8009342DB}"/>
    <dgm:cxn modelId="{97B9692E-411D-4838-88AD-1C43A6F73083}" type="presOf" srcId="{360C9A48-81FE-4D65-9516-B232CA206B0B}" destId="{BCD86AF2-2522-4648-B7B2-23EC01768288}" srcOrd="0" destOrd="0" presId="urn:microsoft.com/office/officeart/2005/8/layout/process1"/>
    <dgm:cxn modelId="{13C49C2F-310A-4CF0-8235-FBDCD86AF66B}" type="presOf" srcId="{A38E3FB1-74C2-416C-962C-208A8CC26451}" destId="{0941CEB6-4744-4A4C-B3F9-AE9B3291FC66}" srcOrd="0" destOrd="0" presId="urn:microsoft.com/office/officeart/2005/8/layout/process1"/>
    <dgm:cxn modelId="{14F43930-AB62-4374-97B3-C3B06522240C}" type="presOf" srcId="{C9BC02D3-DAF3-483D-B2B5-6A810A3E5D23}" destId="{69C0042D-507E-4F9E-94A8-E94955ADB76F}" srcOrd="0" destOrd="3" presId="urn:microsoft.com/office/officeart/2005/8/layout/process1"/>
    <dgm:cxn modelId="{11B67C38-C0BB-4056-ABB9-B9C8C359F9CA}" type="presOf" srcId="{2063F73A-6D48-4171-9BCC-3A5159FCFBE3}" destId="{7807F26B-8DA3-4C05-AC81-9B09DFFBB862}" srcOrd="0" destOrd="0" presId="urn:microsoft.com/office/officeart/2005/8/layout/process1"/>
    <dgm:cxn modelId="{1079F93D-EFC9-4F63-A7D2-BA33A86E4DFC}" type="presOf" srcId="{BCA34D4F-D34A-4E7F-8060-EE5CDCEDEBC9}" destId="{2297CA2F-E4E3-4CAA-9DAC-31EBDE18A66E}" srcOrd="0" destOrd="0" presId="urn:microsoft.com/office/officeart/2005/8/layout/process1"/>
    <dgm:cxn modelId="{26FA8D5C-9E2D-43A2-86DB-EE2A3FA661CA}" type="presOf" srcId="{A97DF006-03C2-4032-A233-78BD76A63D3D}" destId="{EAD196ED-2637-4521-AC20-12D40696FBB7}" srcOrd="1" destOrd="0" presId="urn:microsoft.com/office/officeart/2005/8/layout/process1"/>
    <dgm:cxn modelId="{A3436A63-0B7B-4E1F-9868-5311457F2073}" srcId="{E3F7B911-0DB8-46F7-A6CB-A937DE7F5972}" destId="{A38E3FB1-74C2-416C-962C-208A8CC26451}" srcOrd="3" destOrd="0" parTransId="{9E752F19-DAF8-4077-BC1B-196EAE64B4D1}" sibTransId="{BCA34D4F-D34A-4E7F-8060-EE5CDCEDEBC9}"/>
    <dgm:cxn modelId="{8C6FAC44-1A20-4525-8EB8-2F9740001F7B}" type="presOf" srcId="{4ED935BC-B6F4-4023-8157-90A00E4288D9}" destId="{69C0042D-507E-4F9E-94A8-E94955ADB76F}" srcOrd="0" destOrd="2" presId="urn:microsoft.com/office/officeart/2005/8/layout/process1"/>
    <dgm:cxn modelId="{D680D866-82DC-42E8-93B4-13F314842A5A}" type="presOf" srcId="{66FFFF39-03D1-479F-A004-0C1A91BCD012}" destId="{7807F26B-8DA3-4C05-AC81-9B09DFFBB862}" srcOrd="0" destOrd="1" presId="urn:microsoft.com/office/officeart/2005/8/layout/process1"/>
    <dgm:cxn modelId="{C99CE768-EC43-4487-A92D-7422C1A1183F}" type="presOf" srcId="{FF9F707B-CECE-4E78-99EB-914DC0A31ECF}" destId="{0941CEB6-4744-4A4C-B3F9-AE9B3291FC66}" srcOrd="0" destOrd="1" presId="urn:microsoft.com/office/officeart/2005/8/layout/process1"/>
    <dgm:cxn modelId="{9D26AD6A-9892-4AC4-A58F-4C551EC94151}" srcId="{43DA3B73-85CC-44C7-99AF-E8675AAB11F1}" destId="{A992AD57-2B29-405E-A673-4C8FE2DCB2F0}" srcOrd="0" destOrd="0" parTransId="{A107BC28-DE52-4594-8495-7F55B444C020}" sibTransId="{E8BD408A-94EB-4640-B731-4BB67C578ABF}"/>
    <dgm:cxn modelId="{BB46DB6A-79CE-4A48-9BD1-A2DD18A4D36D}" type="presOf" srcId="{E3F7B911-0DB8-46F7-A6CB-A937DE7F5972}" destId="{33C77B4B-AC4C-4101-BE80-BB3417553860}" srcOrd="0" destOrd="0" presId="urn:microsoft.com/office/officeart/2005/8/layout/process1"/>
    <dgm:cxn modelId="{2067A66C-5E78-49CD-BF13-380CF2200C11}" type="presOf" srcId="{BCA34D4F-D34A-4E7F-8060-EE5CDCEDEBC9}" destId="{54FB4166-E42F-4144-9064-5D0A6108B512}" srcOrd="1" destOrd="0" presId="urn:microsoft.com/office/officeart/2005/8/layout/process1"/>
    <dgm:cxn modelId="{131F2674-DD6F-469D-917E-E2EE098B29BC}" srcId="{E3F7B911-0DB8-46F7-A6CB-A937DE7F5972}" destId="{43DA3B73-85CC-44C7-99AF-E8675AAB11F1}" srcOrd="0" destOrd="0" parTransId="{9F019D3D-4D19-4593-B070-40268D2F2EB5}" sibTransId="{A3169168-C8F4-4A32-9005-27C2332994A7}"/>
    <dgm:cxn modelId="{541F8A77-0852-4130-A267-CB2C1482A6E8}" type="presOf" srcId="{E97D0C73-F383-4117-A7E5-7A3FF09471D3}" destId="{42963792-B266-4648-A606-495C07C981FB}" srcOrd="0" destOrd="0" presId="urn:microsoft.com/office/officeart/2005/8/layout/process1"/>
    <dgm:cxn modelId="{78861782-068A-488A-B1C5-09CC575B5D80}" srcId="{E3F7B911-0DB8-46F7-A6CB-A937DE7F5972}" destId="{360C9A48-81FE-4D65-9516-B232CA206B0B}" srcOrd="2" destOrd="0" parTransId="{0B625C4F-CCA9-4175-983E-88805D77AAC5}" sibTransId="{E97D0C73-F383-4117-A7E5-7A3FF09471D3}"/>
    <dgm:cxn modelId="{CCB86B93-3845-428F-8411-A023AC4BDDEB}" srcId="{2063F73A-6D48-4171-9BCC-3A5159FCFBE3}" destId="{66FFFF39-03D1-479F-A004-0C1A91BCD012}" srcOrd="0" destOrd="0" parTransId="{4A5EDA08-68C0-4719-B835-6AECC589A5D1}" sibTransId="{775A41F0-E2CD-483C-948E-4C4DCDBE23C6}"/>
    <dgm:cxn modelId="{17E4239A-DE32-4B78-BE06-CFE7B8B50D59}" srcId="{ADFB60DE-7B6B-42C9-98FD-F94B3F204B4D}" destId="{801389A1-08AD-4217-99F1-17D044229FA0}" srcOrd="0" destOrd="0" parTransId="{BC314620-F755-43B8-B2B8-D38FEAD5BE47}" sibTransId="{9C7BD2E7-B2D7-4F25-A967-AB9E699AD0E3}"/>
    <dgm:cxn modelId="{150939AA-2A95-4B47-BDB9-FCBABC3FCAF5}" srcId="{E3F7B911-0DB8-46F7-A6CB-A937DE7F5972}" destId="{ADFB60DE-7B6B-42C9-98FD-F94B3F204B4D}" srcOrd="1" destOrd="0" parTransId="{A671AC3F-4FF4-419F-B14B-178228C3B3F5}" sibTransId="{A97DF006-03C2-4032-A233-78BD76A63D3D}"/>
    <dgm:cxn modelId="{881D80AA-1DB5-4D05-B4BE-DEB9948C817E}" type="presOf" srcId="{A3169168-C8F4-4A32-9005-27C2332994A7}" destId="{8C1AB374-B3F6-4375-BF8E-0EF0B9A03D5F}" srcOrd="1" destOrd="0" presId="urn:microsoft.com/office/officeart/2005/8/layout/process1"/>
    <dgm:cxn modelId="{78A882AF-41EB-40C3-8636-7416EA57980A}" srcId="{A992AD57-2B29-405E-A673-4C8FE2DCB2F0}" destId="{C9BC02D3-DAF3-483D-B2B5-6A810A3E5D23}" srcOrd="1" destOrd="0" parTransId="{0D7DD7AB-4B3F-4B26-9699-8D069D27EBFE}" sibTransId="{14A04E87-4E78-4857-8660-A2A290C3C448}"/>
    <dgm:cxn modelId="{E38AD1BC-B1F2-48A3-9F4E-9F4B093FDAEC}" type="presOf" srcId="{43DA3B73-85CC-44C7-99AF-E8675AAB11F1}" destId="{69C0042D-507E-4F9E-94A8-E94955ADB76F}" srcOrd="0" destOrd="0" presId="urn:microsoft.com/office/officeart/2005/8/layout/process1"/>
    <dgm:cxn modelId="{B714FBC5-D059-4484-9BC2-66EECB500B12}" type="presOf" srcId="{A992AD57-2B29-405E-A673-4C8FE2DCB2F0}" destId="{69C0042D-507E-4F9E-94A8-E94955ADB76F}" srcOrd="0" destOrd="1" presId="urn:microsoft.com/office/officeart/2005/8/layout/process1"/>
    <dgm:cxn modelId="{E20D28C7-268F-4C82-A0F1-EBBD25300B26}" type="presOf" srcId="{E97D0C73-F383-4117-A7E5-7A3FF09471D3}" destId="{C7FE0866-5A38-4AB6-9BDD-3EA0723D1400}" srcOrd="1" destOrd="0" presId="urn:microsoft.com/office/officeart/2005/8/layout/process1"/>
    <dgm:cxn modelId="{0DC4C7C8-8BFE-40E5-83C2-29B21DE73171}" type="presOf" srcId="{ADFB60DE-7B6B-42C9-98FD-F94B3F204B4D}" destId="{94DB21CA-9344-453D-8C21-40F12F0D3889}" srcOrd="0" destOrd="0" presId="urn:microsoft.com/office/officeart/2005/8/layout/process1"/>
    <dgm:cxn modelId="{AAC299C9-BA83-43E5-94A0-81B18092AFEC}" type="presOf" srcId="{5B1735AB-8363-41EB-A9A6-B25D2636DC13}" destId="{69C0042D-507E-4F9E-94A8-E94955ADB76F}" srcOrd="0" destOrd="5" presId="urn:microsoft.com/office/officeart/2005/8/layout/process1"/>
    <dgm:cxn modelId="{FEEA18CF-B05D-4F84-9B2B-A59126D73B0B}" srcId="{A38E3FB1-74C2-416C-962C-208A8CC26451}" destId="{FF9F707B-CECE-4E78-99EB-914DC0A31ECF}" srcOrd="0" destOrd="0" parTransId="{FB17E8DF-B400-423B-9CB4-4C38E1A393D0}" sibTransId="{1B2FE90C-EAEA-4A43-A64F-69ABBDDABCEB}"/>
    <dgm:cxn modelId="{AB8346D2-7479-4A8A-9B9E-3E06B25A4101}" type="presOf" srcId="{801389A1-08AD-4217-99F1-17D044229FA0}" destId="{94DB21CA-9344-453D-8C21-40F12F0D3889}" srcOrd="0" destOrd="1" presId="urn:microsoft.com/office/officeart/2005/8/layout/process1"/>
    <dgm:cxn modelId="{7A7BB4F0-1C5C-48CB-8901-89C2F8777FD9}" srcId="{A992AD57-2B29-405E-A673-4C8FE2DCB2F0}" destId="{4ED935BC-B6F4-4023-8157-90A00E4288D9}" srcOrd="0" destOrd="0" parTransId="{770B9806-9CD8-4654-A8B8-3D70D0747D19}" sibTransId="{615EA72B-289C-47B9-87A6-D11B04775F76}"/>
    <dgm:cxn modelId="{66DE21FB-DA00-48E7-8841-EB738D68F62C}" srcId="{A992AD57-2B29-405E-A673-4C8FE2DCB2F0}" destId="{5B1735AB-8363-41EB-A9A6-B25D2636DC13}" srcOrd="3" destOrd="0" parTransId="{258247BB-E99C-4C40-A6F3-2BCFF7F3F021}" sibTransId="{A1728D92-C6B8-42BE-B7DA-7498106C25C1}"/>
    <dgm:cxn modelId="{CD2010FC-CBD9-4366-BBB7-A2370EB4C245}" srcId="{A992AD57-2B29-405E-A673-4C8FE2DCB2F0}" destId="{0F52510D-04B1-43CC-97FD-7BBD63C4D854}" srcOrd="2" destOrd="0" parTransId="{7A0826B7-80B0-4499-9F07-B0CEFEBCCB15}" sibTransId="{000FE71D-E956-498B-A2D5-3FE5EE89E851}"/>
    <dgm:cxn modelId="{44EB4AFF-CFAA-4C07-A2E3-FCFCFC4805D0}" type="presOf" srcId="{B27230E2-A17D-4220-80FE-46D64297B343}" destId="{BCD86AF2-2522-4648-B7B2-23EC01768288}" srcOrd="0" destOrd="1" presId="urn:microsoft.com/office/officeart/2005/8/layout/process1"/>
    <dgm:cxn modelId="{A3EEBC4C-D696-420C-9548-292C5BAFC381}" type="presParOf" srcId="{33C77B4B-AC4C-4101-BE80-BB3417553860}" destId="{69C0042D-507E-4F9E-94A8-E94955ADB76F}" srcOrd="0" destOrd="0" presId="urn:microsoft.com/office/officeart/2005/8/layout/process1"/>
    <dgm:cxn modelId="{74064A54-7EF8-41C7-AE1A-BB20A8BAC8C0}" type="presParOf" srcId="{33C77B4B-AC4C-4101-BE80-BB3417553860}" destId="{C995A894-0AFA-453F-8460-3BDDD034C9F0}" srcOrd="1" destOrd="0" presId="urn:microsoft.com/office/officeart/2005/8/layout/process1"/>
    <dgm:cxn modelId="{42219523-EF2A-4B71-AADE-F502E30D150F}" type="presParOf" srcId="{C995A894-0AFA-453F-8460-3BDDD034C9F0}" destId="{8C1AB374-B3F6-4375-BF8E-0EF0B9A03D5F}" srcOrd="0" destOrd="0" presId="urn:microsoft.com/office/officeart/2005/8/layout/process1"/>
    <dgm:cxn modelId="{2E862AAC-1707-4857-9DE2-CB1A6192A062}" type="presParOf" srcId="{33C77B4B-AC4C-4101-BE80-BB3417553860}" destId="{94DB21CA-9344-453D-8C21-40F12F0D3889}" srcOrd="2" destOrd="0" presId="urn:microsoft.com/office/officeart/2005/8/layout/process1"/>
    <dgm:cxn modelId="{E56D702D-0BD3-45F5-9E8A-6285E21BF72E}" type="presParOf" srcId="{33C77B4B-AC4C-4101-BE80-BB3417553860}" destId="{60985EB9-42F5-4968-91E1-F1C3464F83DB}" srcOrd="3" destOrd="0" presId="urn:microsoft.com/office/officeart/2005/8/layout/process1"/>
    <dgm:cxn modelId="{89C02620-D853-4447-8CB1-200CE276630A}" type="presParOf" srcId="{60985EB9-42F5-4968-91E1-F1C3464F83DB}" destId="{EAD196ED-2637-4521-AC20-12D40696FBB7}" srcOrd="0" destOrd="0" presId="urn:microsoft.com/office/officeart/2005/8/layout/process1"/>
    <dgm:cxn modelId="{41356EBF-EA7A-4518-B314-C85465DD60D5}" type="presParOf" srcId="{33C77B4B-AC4C-4101-BE80-BB3417553860}" destId="{BCD86AF2-2522-4648-B7B2-23EC01768288}" srcOrd="4" destOrd="0" presId="urn:microsoft.com/office/officeart/2005/8/layout/process1"/>
    <dgm:cxn modelId="{FBE42AA9-721C-4844-B0F1-CCA2BAD003BC}" type="presParOf" srcId="{33C77B4B-AC4C-4101-BE80-BB3417553860}" destId="{42963792-B266-4648-A606-495C07C981FB}" srcOrd="5" destOrd="0" presId="urn:microsoft.com/office/officeart/2005/8/layout/process1"/>
    <dgm:cxn modelId="{33FB0A03-6E92-4F9C-8F36-2CA9B558087D}" type="presParOf" srcId="{42963792-B266-4648-A606-495C07C981FB}" destId="{C7FE0866-5A38-4AB6-9BDD-3EA0723D1400}" srcOrd="0" destOrd="0" presId="urn:microsoft.com/office/officeart/2005/8/layout/process1"/>
    <dgm:cxn modelId="{95CA412C-C13C-4F33-B878-9724F580FF8B}" type="presParOf" srcId="{33C77B4B-AC4C-4101-BE80-BB3417553860}" destId="{0941CEB6-4744-4A4C-B3F9-AE9B3291FC66}" srcOrd="6" destOrd="0" presId="urn:microsoft.com/office/officeart/2005/8/layout/process1"/>
    <dgm:cxn modelId="{1D45963A-9C3B-4EE7-8BAA-42AA1C291C18}" type="presParOf" srcId="{33C77B4B-AC4C-4101-BE80-BB3417553860}" destId="{2297CA2F-E4E3-4CAA-9DAC-31EBDE18A66E}" srcOrd="7" destOrd="0" presId="urn:microsoft.com/office/officeart/2005/8/layout/process1"/>
    <dgm:cxn modelId="{B786256B-F892-41CF-BC10-7B27DA60562C}" type="presParOf" srcId="{2297CA2F-E4E3-4CAA-9DAC-31EBDE18A66E}" destId="{54FB4166-E42F-4144-9064-5D0A6108B512}" srcOrd="0" destOrd="0" presId="urn:microsoft.com/office/officeart/2005/8/layout/process1"/>
    <dgm:cxn modelId="{046152D9-7E35-49B9-B8FD-DC77E07E82E9}" type="presParOf" srcId="{33C77B4B-AC4C-4101-BE80-BB3417553860}" destId="{7807F26B-8DA3-4C05-AC81-9B09DFFBB862}" srcOrd="8"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EDDE1C-E835-4C08-9605-0383D2D2FC97}">
      <dsp:nvSpPr>
        <dsp:cNvPr id="0" name=""/>
        <dsp:cNvSpPr/>
      </dsp:nvSpPr>
      <dsp:spPr>
        <a:xfrm>
          <a:off x="8920507" y="2435799"/>
          <a:ext cx="313095" cy="2011466"/>
        </a:xfrm>
        <a:custGeom>
          <a:avLst/>
          <a:gdLst/>
          <a:ahLst/>
          <a:cxnLst/>
          <a:rect l="0" t="0" r="0" b="0"/>
          <a:pathLst>
            <a:path>
              <a:moveTo>
                <a:pt x="0" y="0"/>
              </a:moveTo>
              <a:lnTo>
                <a:pt x="0" y="2011466"/>
              </a:lnTo>
              <a:lnTo>
                <a:pt x="313095" y="2011466"/>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2297B61-B160-42AB-B4AD-B728DCE344FC}">
      <dsp:nvSpPr>
        <dsp:cNvPr id="0" name=""/>
        <dsp:cNvSpPr/>
      </dsp:nvSpPr>
      <dsp:spPr>
        <a:xfrm>
          <a:off x="8920507" y="2435799"/>
          <a:ext cx="313095" cy="628658"/>
        </a:xfrm>
        <a:custGeom>
          <a:avLst/>
          <a:gdLst/>
          <a:ahLst/>
          <a:cxnLst/>
          <a:rect l="0" t="0" r="0" b="0"/>
          <a:pathLst>
            <a:path>
              <a:moveTo>
                <a:pt x="0" y="0"/>
              </a:moveTo>
              <a:lnTo>
                <a:pt x="0" y="628658"/>
              </a:lnTo>
              <a:lnTo>
                <a:pt x="313095" y="628658"/>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D228073-1954-4F5C-87DB-06CFA80F8136}">
      <dsp:nvSpPr>
        <dsp:cNvPr id="0" name=""/>
        <dsp:cNvSpPr/>
      </dsp:nvSpPr>
      <dsp:spPr>
        <a:xfrm>
          <a:off x="5400145" y="1029340"/>
          <a:ext cx="4355283" cy="377119"/>
        </a:xfrm>
        <a:custGeom>
          <a:avLst/>
          <a:gdLst/>
          <a:ahLst/>
          <a:cxnLst/>
          <a:rect l="0" t="0" r="0" b="0"/>
          <a:pathLst>
            <a:path>
              <a:moveTo>
                <a:pt x="0" y="0"/>
              </a:moveTo>
              <a:lnTo>
                <a:pt x="0" y="331950"/>
              </a:lnTo>
              <a:lnTo>
                <a:pt x="4355283" y="331950"/>
              </a:lnTo>
              <a:lnTo>
                <a:pt x="4355283" y="377119"/>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4291A75-6C34-4073-8F83-0384F27DD64B}">
      <dsp:nvSpPr>
        <dsp:cNvPr id="0" name=""/>
        <dsp:cNvSpPr/>
      </dsp:nvSpPr>
      <dsp:spPr>
        <a:xfrm>
          <a:off x="5400145" y="1029340"/>
          <a:ext cx="2177641" cy="377119"/>
        </a:xfrm>
        <a:custGeom>
          <a:avLst/>
          <a:gdLst/>
          <a:ahLst/>
          <a:cxnLst/>
          <a:rect l="0" t="0" r="0" b="0"/>
          <a:pathLst>
            <a:path>
              <a:moveTo>
                <a:pt x="0" y="0"/>
              </a:moveTo>
              <a:lnTo>
                <a:pt x="0" y="331950"/>
              </a:lnTo>
              <a:lnTo>
                <a:pt x="2177641" y="331950"/>
              </a:lnTo>
              <a:lnTo>
                <a:pt x="2177641" y="377119"/>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9703830-4578-4DBB-B50A-8E24FE44E654}">
      <dsp:nvSpPr>
        <dsp:cNvPr id="0" name=""/>
        <dsp:cNvSpPr/>
      </dsp:nvSpPr>
      <dsp:spPr>
        <a:xfrm>
          <a:off x="5354425" y="1029340"/>
          <a:ext cx="91440" cy="377119"/>
        </a:xfrm>
        <a:custGeom>
          <a:avLst/>
          <a:gdLst/>
          <a:ahLst/>
          <a:cxnLst/>
          <a:rect l="0" t="0" r="0" b="0"/>
          <a:pathLst>
            <a:path>
              <a:moveTo>
                <a:pt x="45720" y="0"/>
              </a:moveTo>
              <a:lnTo>
                <a:pt x="45720" y="377119"/>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7DDE6B5-6F04-4D4D-ABA6-F09FD935AA42}">
      <dsp:nvSpPr>
        <dsp:cNvPr id="0" name=""/>
        <dsp:cNvSpPr/>
      </dsp:nvSpPr>
      <dsp:spPr>
        <a:xfrm>
          <a:off x="3222504" y="1029340"/>
          <a:ext cx="2177641" cy="377119"/>
        </a:xfrm>
        <a:custGeom>
          <a:avLst/>
          <a:gdLst/>
          <a:ahLst/>
          <a:cxnLst/>
          <a:rect l="0" t="0" r="0" b="0"/>
          <a:pathLst>
            <a:path>
              <a:moveTo>
                <a:pt x="2177641" y="0"/>
              </a:moveTo>
              <a:lnTo>
                <a:pt x="2177641" y="331950"/>
              </a:lnTo>
              <a:lnTo>
                <a:pt x="0" y="331950"/>
              </a:lnTo>
              <a:lnTo>
                <a:pt x="0" y="377119"/>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4B15F0C-1B59-4DB9-9ECF-D89FE401F1C6}">
      <dsp:nvSpPr>
        <dsp:cNvPr id="0" name=""/>
        <dsp:cNvSpPr/>
      </dsp:nvSpPr>
      <dsp:spPr>
        <a:xfrm>
          <a:off x="1044862" y="1029340"/>
          <a:ext cx="4355283" cy="377119"/>
        </a:xfrm>
        <a:custGeom>
          <a:avLst/>
          <a:gdLst/>
          <a:ahLst/>
          <a:cxnLst/>
          <a:rect l="0" t="0" r="0" b="0"/>
          <a:pathLst>
            <a:path>
              <a:moveTo>
                <a:pt x="4355283" y="0"/>
              </a:moveTo>
              <a:lnTo>
                <a:pt x="4355283" y="331950"/>
              </a:lnTo>
              <a:lnTo>
                <a:pt x="0" y="331950"/>
              </a:lnTo>
              <a:lnTo>
                <a:pt x="0" y="377119"/>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6023D77-1C02-4345-B771-E1532259CF9F}">
      <dsp:nvSpPr>
        <dsp:cNvPr id="0" name=""/>
        <dsp:cNvSpPr/>
      </dsp:nvSpPr>
      <dsp:spPr>
        <a:xfrm>
          <a:off x="4356493" y="0"/>
          <a:ext cx="2087304" cy="1029340"/>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Mr. X</a:t>
          </a:r>
          <a:br>
            <a:rPr lang="en-US" sz="1300" kern="1200" dirty="0"/>
          </a:br>
          <a:r>
            <a:rPr lang="en-US" sz="900" kern="1200" dirty="0"/>
            <a:t>Managing Director</a:t>
          </a:r>
          <a:endParaRPr lang="en-US" sz="1300" kern="1200" dirty="0"/>
        </a:p>
      </dsp:txBody>
      <dsp:txXfrm>
        <a:off x="4356493" y="0"/>
        <a:ext cx="2087304" cy="1029340"/>
      </dsp:txXfrm>
    </dsp:sp>
    <dsp:sp modelId="{8A3E92D0-268F-49BA-BB69-B77813449212}">
      <dsp:nvSpPr>
        <dsp:cNvPr id="0" name=""/>
        <dsp:cNvSpPr/>
      </dsp:nvSpPr>
      <dsp:spPr>
        <a:xfrm>
          <a:off x="1210" y="1406459"/>
          <a:ext cx="2087304" cy="1029340"/>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Mr. X</a:t>
          </a:r>
          <a:br>
            <a:rPr lang="en-US" sz="1300" kern="1200" dirty="0"/>
          </a:br>
          <a:r>
            <a:rPr lang="en-US" sz="900" kern="1200" dirty="0"/>
            <a:t>VP, Quality Assurance</a:t>
          </a:r>
          <a:endParaRPr lang="en-US" sz="1300" kern="1200" dirty="0"/>
        </a:p>
      </dsp:txBody>
      <dsp:txXfrm>
        <a:off x="1210" y="1406459"/>
        <a:ext cx="2087304" cy="1029340"/>
      </dsp:txXfrm>
    </dsp:sp>
    <dsp:sp modelId="{313889BB-9C05-420D-889B-5192865D5A2F}">
      <dsp:nvSpPr>
        <dsp:cNvPr id="0" name=""/>
        <dsp:cNvSpPr/>
      </dsp:nvSpPr>
      <dsp:spPr>
        <a:xfrm>
          <a:off x="2178852" y="1406459"/>
          <a:ext cx="2087304" cy="1029340"/>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Mr. X</a:t>
          </a:r>
          <a:br>
            <a:rPr lang="en-US" sz="1300" kern="1200" dirty="0"/>
          </a:br>
          <a:r>
            <a:rPr lang="en-US" sz="900" kern="1200" dirty="0"/>
            <a:t>VP, Product and Innovation</a:t>
          </a:r>
        </a:p>
      </dsp:txBody>
      <dsp:txXfrm>
        <a:off x="2178852" y="1406459"/>
        <a:ext cx="2087304" cy="1029340"/>
      </dsp:txXfrm>
    </dsp:sp>
    <dsp:sp modelId="{18BD3620-2A2B-4722-A1B8-EBB186F6E678}">
      <dsp:nvSpPr>
        <dsp:cNvPr id="0" name=""/>
        <dsp:cNvSpPr/>
      </dsp:nvSpPr>
      <dsp:spPr>
        <a:xfrm>
          <a:off x="4356493" y="1406459"/>
          <a:ext cx="2087304" cy="1029340"/>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Mr. X</a:t>
          </a:r>
          <a:br>
            <a:rPr lang="en-US" sz="1300" kern="1200" dirty="0"/>
          </a:br>
          <a:r>
            <a:rPr lang="en-US" sz="900" kern="1200" dirty="0"/>
            <a:t>VP, Regulatory and Commercial Affairs</a:t>
          </a:r>
        </a:p>
      </dsp:txBody>
      <dsp:txXfrm>
        <a:off x="4356493" y="1406459"/>
        <a:ext cx="2087304" cy="1029340"/>
      </dsp:txXfrm>
    </dsp:sp>
    <dsp:sp modelId="{773556B4-62C5-42F5-B9C3-490BE9539C66}">
      <dsp:nvSpPr>
        <dsp:cNvPr id="0" name=""/>
        <dsp:cNvSpPr/>
      </dsp:nvSpPr>
      <dsp:spPr>
        <a:xfrm>
          <a:off x="6534135" y="1406459"/>
          <a:ext cx="2087304" cy="1029340"/>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Mr. X</a:t>
          </a:r>
          <a:br>
            <a:rPr lang="en-US" kern="1200" dirty="0"/>
          </a:br>
          <a:r>
            <a:rPr lang="en-US" sz="900" kern="1200" dirty="0"/>
            <a:t>Manager of Scientific Development</a:t>
          </a:r>
        </a:p>
      </dsp:txBody>
      <dsp:txXfrm>
        <a:off x="6534135" y="1406459"/>
        <a:ext cx="2087304" cy="1029340"/>
      </dsp:txXfrm>
    </dsp:sp>
    <dsp:sp modelId="{9BEE10DE-DA91-42BC-B0A2-448BBADDA236}">
      <dsp:nvSpPr>
        <dsp:cNvPr id="0" name=""/>
        <dsp:cNvSpPr/>
      </dsp:nvSpPr>
      <dsp:spPr>
        <a:xfrm>
          <a:off x="8711776" y="1406459"/>
          <a:ext cx="2087304" cy="1029340"/>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Mr. X</a:t>
          </a:r>
          <a:br>
            <a:rPr lang="en-US" sz="700" kern="1200" dirty="0"/>
          </a:br>
          <a:r>
            <a:rPr lang="en-US" sz="900" kern="1200" dirty="0"/>
            <a:t>VP, Human Resources and Global Culture</a:t>
          </a:r>
        </a:p>
      </dsp:txBody>
      <dsp:txXfrm>
        <a:off x="8711776" y="1406459"/>
        <a:ext cx="2087304" cy="1029340"/>
      </dsp:txXfrm>
    </dsp:sp>
    <dsp:sp modelId="{3FB7AF94-8285-4E5A-AF4A-7E89FCF75544}">
      <dsp:nvSpPr>
        <dsp:cNvPr id="0" name=""/>
        <dsp:cNvSpPr/>
      </dsp:nvSpPr>
      <dsp:spPr>
        <a:xfrm>
          <a:off x="9233602" y="2549787"/>
          <a:ext cx="2087304" cy="1029340"/>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Mr. X</a:t>
          </a:r>
          <a:br>
            <a:rPr lang="en-US" sz="1300" kern="1200" dirty="0"/>
          </a:br>
          <a:r>
            <a:rPr lang="en-US" sz="900" kern="1200" dirty="0"/>
            <a:t>IT Specialist</a:t>
          </a:r>
        </a:p>
      </dsp:txBody>
      <dsp:txXfrm>
        <a:off x="9233602" y="2549787"/>
        <a:ext cx="2087304" cy="1029340"/>
      </dsp:txXfrm>
    </dsp:sp>
    <dsp:sp modelId="{B454CB32-B8C7-4D7F-B013-2C21BEDE9036}">
      <dsp:nvSpPr>
        <dsp:cNvPr id="0" name=""/>
        <dsp:cNvSpPr/>
      </dsp:nvSpPr>
      <dsp:spPr>
        <a:xfrm>
          <a:off x="9233602" y="3932595"/>
          <a:ext cx="2087304" cy="1029340"/>
        </a:xfrm>
        <a:prstGeom prst="rect">
          <a:avLst/>
        </a:prstGeom>
        <a:solidFill>
          <a:schemeClr val="accent2"/>
        </a:solidFill>
        <a:ln w="19050" cap="flat" cmpd="sng" algn="ctr">
          <a:solidFill>
            <a:schemeClr val="lt1"/>
          </a:solidFill>
          <a:prstDash val="solid"/>
          <a:miter lim="800000"/>
        </a:ln>
        <a:effectLst/>
      </dsp:spPr>
      <dsp:style>
        <a:lnRef idx="3">
          <a:schemeClr val="lt1"/>
        </a:lnRef>
        <a:fillRef idx="1">
          <a:schemeClr val="accent2"/>
        </a:fillRef>
        <a:effectRef idx="1">
          <a:schemeClr val="accent2"/>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Mr. X</a:t>
          </a:r>
          <a:br>
            <a:rPr lang="en-US" sz="1300" kern="1200" dirty="0"/>
          </a:br>
          <a:r>
            <a:rPr lang="en-US" sz="900" kern="1200" dirty="0"/>
            <a:t>IT Associate</a:t>
          </a:r>
        </a:p>
      </dsp:txBody>
      <dsp:txXfrm>
        <a:off x="9233602" y="3932595"/>
        <a:ext cx="2087304" cy="10293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C0042D-507E-4F9E-94A8-E94955ADB76F}">
      <dsp:nvSpPr>
        <dsp:cNvPr id="0" name=""/>
        <dsp:cNvSpPr/>
      </dsp:nvSpPr>
      <dsp:spPr>
        <a:xfrm>
          <a:off x="5004" y="16404"/>
          <a:ext cx="1551347" cy="1890704"/>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Requirement Gathering</a:t>
          </a:r>
        </a:p>
        <a:p>
          <a:pPr marL="114300" lvl="1" indent="-114300" algn="l" defTabSz="533400">
            <a:lnSpc>
              <a:spcPct val="90000"/>
            </a:lnSpc>
            <a:spcBef>
              <a:spcPct val="0"/>
            </a:spcBef>
            <a:spcAft>
              <a:spcPct val="15000"/>
            </a:spcAft>
            <a:buChar char="•"/>
          </a:pPr>
          <a:r>
            <a:rPr lang="en-US" sz="1200" kern="1200"/>
            <a:t>Determine needs of: </a:t>
          </a:r>
        </a:p>
        <a:p>
          <a:pPr marL="228600" lvl="2" indent="-114300" algn="l" defTabSz="533400">
            <a:lnSpc>
              <a:spcPct val="90000"/>
            </a:lnSpc>
            <a:spcBef>
              <a:spcPct val="0"/>
            </a:spcBef>
            <a:spcAft>
              <a:spcPct val="15000"/>
            </a:spcAft>
            <a:buChar char="•"/>
          </a:pPr>
          <a:r>
            <a:rPr lang="en-US" sz="1200" kern="1200"/>
            <a:t>Business</a:t>
          </a:r>
        </a:p>
        <a:p>
          <a:pPr marL="228600" lvl="2" indent="-114300" algn="l" defTabSz="533400">
            <a:lnSpc>
              <a:spcPct val="90000"/>
            </a:lnSpc>
            <a:spcBef>
              <a:spcPct val="0"/>
            </a:spcBef>
            <a:spcAft>
              <a:spcPct val="15000"/>
            </a:spcAft>
            <a:buChar char="•"/>
          </a:pPr>
          <a:r>
            <a:rPr lang="en-US" sz="1200" kern="1200"/>
            <a:t>Users</a:t>
          </a:r>
        </a:p>
        <a:p>
          <a:pPr marL="228600" lvl="2" indent="-114300" algn="l" defTabSz="533400">
            <a:lnSpc>
              <a:spcPct val="90000"/>
            </a:lnSpc>
            <a:spcBef>
              <a:spcPct val="0"/>
            </a:spcBef>
            <a:spcAft>
              <a:spcPct val="15000"/>
            </a:spcAft>
            <a:buChar char="•"/>
          </a:pPr>
          <a:r>
            <a:rPr lang="en-US" sz="1200" kern="1200"/>
            <a:t>Applications</a:t>
          </a:r>
        </a:p>
        <a:p>
          <a:pPr marL="228600" lvl="2" indent="-114300" algn="l" defTabSz="533400">
            <a:lnSpc>
              <a:spcPct val="90000"/>
            </a:lnSpc>
            <a:spcBef>
              <a:spcPct val="0"/>
            </a:spcBef>
            <a:spcAft>
              <a:spcPct val="15000"/>
            </a:spcAft>
            <a:buChar char="•"/>
          </a:pPr>
          <a:r>
            <a:rPr lang="en-US" sz="1200" kern="1200"/>
            <a:t>Network</a:t>
          </a:r>
        </a:p>
      </dsp:txBody>
      <dsp:txXfrm>
        <a:off x="50441" y="61841"/>
        <a:ext cx="1460473" cy="1799830"/>
      </dsp:txXfrm>
    </dsp:sp>
    <dsp:sp modelId="{C995A894-0AFA-453F-8460-3BDDD034C9F0}">
      <dsp:nvSpPr>
        <dsp:cNvPr id="0" name=""/>
        <dsp:cNvSpPr/>
      </dsp:nvSpPr>
      <dsp:spPr>
        <a:xfrm>
          <a:off x="1711486" y="769389"/>
          <a:ext cx="328885" cy="384734"/>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711486" y="846336"/>
        <a:ext cx="230220" cy="230840"/>
      </dsp:txXfrm>
    </dsp:sp>
    <dsp:sp modelId="{94DB21CA-9344-453D-8C21-40F12F0D3889}">
      <dsp:nvSpPr>
        <dsp:cNvPr id="0" name=""/>
        <dsp:cNvSpPr/>
      </dsp:nvSpPr>
      <dsp:spPr>
        <a:xfrm>
          <a:off x="2176890" y="16404"/>
          <a:ext cx="1551347" cy="1890704"/>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Analysis</a:t>
          </a:r>
        </a:p>
        <a:p>
          <a:pPr marL="114300" lvl="1" indent="-114300" algn="l" defTabSz="533400">
            <a:lnSpc>
              <a:spcPct val="90000"/>
            </a:lnSpc>
            <a:spcBef>
              <a:spcPct val="0"/>
            </a:spcBef>
            <a:spcAft>
              <a:spcPct val="15000"/>
            </a:spcAft>
            <a:buChar char="•"/>
          </a:pPr>
          <a:r>
            <a:rPr lang="en-US" sz="1200" kern="1200"/>
            <a:t>Estimate and measure traffic and device utilization</a:t>
          </a:r>
        </a:p>
      </dsp:txBody>
      <dsp:txXfrm>
        <a:off x="2222327" y="61841"/>
        <a:ext cx="1460473" cy="1799830"/>
      </dsp:txXfrm>
    </dsp:sp>
    <dsp:sp modelId="{60985EB9-42F5-4968-91E1-F1C3464F83DB}">
      <dsp:nvSpPr>
        <dsp:cNvPr id="0" name=""/>
        <dsp:cNvSpPr/>
      </dsp:nvSpPr>
      <dsp:spPr>
        <a:xfrm>
          <a:off x="3883371" y="769389"/>
          <a:ext cx="328885" cy="384734"/>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3883371" y="846336"/>
        <a:ext cx="230220" cy="230840"/>
      </dsp:txXfrm>
    </dsp:sp>
    <dsp:sp modelId="{BCD86AF2-2522-4648-B7B2-23EC01768288}">
      <dsp:nvSpPr>
        <dsp:cNvPr id="0" name=""/>
        <dsp:cNvSpPr/>
      </dsp:nvSpPr>
      <dsp:spPr>
        <a:xfrm>
          <a:off x="4348775" y="16404"/>
          <a:ext cx="1551347" cy="1890704"/>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Logical Design</a:t>
          </a:r>
        </a:p>
        <a:p>
          <a:pPr marL="114300" lvl="1" indent="-114300" algn="l" defTabSz="533400">
            <a:lnSpc>
              <a:spcPct val="90000"/>
            </a:lnSpc>
            <a:spcBef>
              <a:spcPct val="0"/>
            </a:spcBef>
            <a:spcAft>
              <a:spcPct val="15000"/>
            </a:spcAft>
            <a:buChar char="•"/>
          </a:pPr>
          <a:r>
            <a:rPr lang="en-US" sz="1200" kern="1200"/>
            <a:t>Choose technologies that meet the requirements</a:t>
          </a:r>
        </a:p>
      </dsp:txBody>
      <dsp:txXfrm>
        <a:off x="4394212" y="61841"/>
        <a:ext cx="1460473" cy="1799830"/>
      </dsp:txXfrm>
    </dsp:sp>
    <dsp:sp modelId="{42963792-B266-4648-A606-495C07C981FB}">
      <dsp:nvSpPr>
        <dsp:cNvPr id="0" name=""/>
        <dsp:cNvSpPr/>
      </dsp:nvSpPr>
      <dsp:spPr>
        <a:xfrm>
          <a:off x="6055257" y="769389"/>
          <a:ext cx="328885" cy="384734"/>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055257" y="846336"/>
        <a:ext cx="230220" cy="230840"/>
      </dsp:txXfrm>
    </dsp:sp>
    <dsp:sp modelId="{0941CEB6-4744-4A4C-B3F9-AE9B3291FC66}">
      <dsp:nvSpPr>
        <dsp:cNvPr id="0" name=""/>
        <dsp:cNvSpPr/>
      </dsp:nvSpPr>
      <dsp:spPr>
        <a:xfrm>
          <a:off x="6520661" y="16404"/>
          <a:ext cx="1551347" cy="1890704"/>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Physical Design</a:t>
          </a:r>
        </a:p>
        <a:p>
          <a:pPr marL="114300" lvl="1" indent="-114300" algn="l" defTabSz="533400">
            <a:lnSpc>
              <a:spcPct val="90000"/>
            </a:lnSpc>
            <a:spcBef>
              <a:spcPct val="0"/>
            </a:spcBef>
            <a:spcAft>
              <a:spcPct val="15000"/>
            </a:spcAft>
            <a:buChar char="•"/>
          </a:pPr>
          <a:r>
            <a:rPr lang="en-US" sz="1200" kern="1200"/>
            <a:t>Apply the Logical Design to the physical space</a:t>
          </a:r>
        </a:p>
      </dsp:txBody>
      <dsp:txXfrm>
        <a:off x="6566098" y="61841"/>
        <a:ext cx="1460473" cy="1799830"/>
      </dsp:txXfrm>
    </dsp:sp>
    <dsp:sp modelId="{2297CA2F-E4E3-4CAA-9DAC-31EBDE18A66E}">
      <dsp:nvSpPr>
        <dsp:cNvPr id="0" name=""/>
        <dsp:cNvSpPr/>
      </dsp:nvSpPr>
      <dsp:spPr>
        <a:xfrm>
          <a:off x="8227143" y="769389"/>
          <a:ext cx="328885" cy="384734"/>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227143" y="846336"/>
        <a:ext cx="230220" cy="230840"/>
      </dsp:txXfrm>
    </dsp:sp>
    <dsp:sp modelId="{7807F26B-8DA3-4C05-AC81-9B09DFFBB862}">
      <dsp:nvSpPr>
        <dsp:cNvPr id="0" name=""/>
        <dsp:cNvSpPr/>
      </dsp:nvSpPr>
      <dsp:spPr>
        <a:xfrm>
          <a:off x="8692547" y="16404"/>
          <a:ext cx="1551347" cy="1890704"/>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Installation and Maintenance</a:t>
          </a:r>
        </a:p>
        <a:p>
          <a:pPr marL="114300" lvl="1" indent="-114300" algn="l" defTabSz="533400">
            <a:lnSpc>
              <a:spcPct val="90000"/>
            </a:lnSpc>
            <a:spcBef>
              <a:spcPct val="0"/>
            </a:spcBef>
            <a:spcAft>
              <a:spcPct val="15000"/>
            </a:spcAft>
            <a:buChar char="•"/>
          </a:pPr>
          <a:r>
            <a:rPr lang="en-US" sz="1200" kern="1200"/>
            <a:t>Implement the Physical Design</a:t>
          </a:r>
        </a:p>
      </dsp:txBody>
      <dsp:txXfrm>
        <a:off x="8737984" y="61841"/>
        <a:ext cx="1460473" cy="179983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C0042D-507E-4F9E-94A8-E94955ADB76F}">
      <dsp:nvSpPr>
        <dsp:cNvPr id="0" name=""/>
        <dsp:cNvSpPr/>
      </dsp:nvSpPr>
      <dsp:spPr>
        <a:xfrm>
          <a:off x="5004" y="16404"/>
          <a:ext cx="1551347" cy="1890704"/>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Requirement Gathering</a:t>
          </a:r>
        </a:p>
        <a:p>
          <a:pPr marL="114300" lvl="1" indent="-114300" algn="l" defTabSz="533400">
            <a:lnSpc>
              <a:spcPct val="90000"/>
            </a:lnSpc>
            <a:spcBef>
              <a:spcPct val="0"/>
            </a:spcBef>
            <a:spcAft>
              <a:spcPct val="15000"/>
            </a:spcAft>
            <a:buChar char="•"/>
          </a:pPr>
          <a:r>
            <a:rPr lang="en-US" sz="1200" kern="1200"/>
            <a:t>Determine needs of: </a:t>
          </a:r>
        </a:p>
        <a:p>
          <a:pPr marL="228600" lvl="2" indent="-114300" algn="l" defTabSz="533400">
            <a:lnSpc>
              <a:spcPct val="90000"/>
            </a:lnSpc>
            <a:spcBef>
              <a:spcPct val="0"/>
            </a:spcBef>
            <a:spcAft>
              <a:spcPct val="15000"/>
            </a:spcAft>
            <a:buChar char="•"/>
          </a:pPr>
          <a:r>
            <a:rPr lang="en-US" sz="1200" kern="1200"/>
            <a:t>Business</a:t>
          </a:r>
        </a:p>
        <a:p>
          <a:pPr marL="228600" lvl="2" indent="-114300" algn="l" defTabSz="533400">
            <a:lnSpc>
              <a:spcPct val="90000"/>
            </a:lnSpc>
            <a:spcBef>
              <a:spcPct val="0"/>
            </a:spcBef>
            <a:spcAft>
              <a:spcPct val="15000"/>
            </a:spcAft>
            <a:buChar char="•"/>
          </a:pPr>
          <a:r>
            <a:rPr lang="en-US" sz="1200" kern="1200"/>
            <a:t>Users</a:t>
          </a:r>
        </a:p>
        <a:p>
          <a:pPr marL="228600" lvl="2" indent="-114300" algn="l" defTabSz="533400">
            <a:lnSpc>
              <a:spcPct val="90000"/>
            </a:lnSpc>
            <a:spcBef>
              <a:spcPct val="0"/>
            </a:spcBef>
            <a:spcAft>
              <a:spcPct val="15000"/>
            </a:spcAft>
            <a:buChar char="•"/>
          </a:pPr>
          <a:r>
            <a:rPr lang="en-US" sz="1200" kern="1200"/>
            <a:t>Applications</a:t>
          </a:r>
        </a:p>
        <a:p>
          <a:pPr marL="228600" lvl="2" indent="-114300" algn="l" defTabSz="533400">
            <a:lnSpc>
              <a:spcPct val="90000"/>
            </a:lnSpc>
            <a:spcBef>
              <a:spcPct val="0"/>
            </a:spcBef>
            <a:spcAft>
              <a:spcPct val="15000"/>
            </a:spcAft>
            <a:buChar char="•"/>
          </a:pPr>
          <a:r>
            <a:rPr lang="en-US" sz="1200" kern="1200"/>
            <a:t>Network</a:t>
          </a:r>
        </a:p>
      </dsp:txBody>
      <dsp:txXfrm>
        <a:off x="50441" y="61841"/>
        <a:ext cx="1460473" cy="1799830"/>
      </dsp:txXfrm>
    </dsp:sp>
    <dsp:sp modelId="{C995A894-0AFA-453F-8460-3BDDD034C9F0}">
      <dsp:nvSpPr>
        <dsp:cNvPr id="0" name=""/>
        <dsp:cNvSpPr/>
      </dsp:nvSpPr>
      <dsp:spPr>
        <a:xfrm>
          <a:off x="1711486" y="769389"/>
          <a:ext cx="328885" cy="384734"/>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711486" y="846336"/>
        <a:ext cx="230220" cy="230840"/>
      </dsp:txXfrm>
    </dsp:sp>
    <dsp:sp modelId="{94DB21CA-9344-453D-8C21-40F12F0D3889}">
      <dsp:nvSpPr>
        <dsp:cNvPr id="0" name=""/>
        <dsp:cNvSpPr/>
      </dsp:nvSpPr>
      <dsp:spPr>
        <a:xfrm>
          <a:off x="2176890" y="16404"/>
          <a:ext cx="1551347" cy="1890704"/>
        </a:xfrm>
        <a:prstGeom prst="roundRect">
          <a:avLst>
            <a:gd name="adj" fmla="val 10000"/>
          </a:avLst>
        </a:prstGeom>
        <a:gradFill rotWithShape="0">
          <a:gsLst>
            <a:gs pos="0">
              <a:srgbClr val="A53F52">
                <a:hueOff val="0"/>
                <a:satOff val="0"/>
                <a:lumOff val="0"/>
                <a:alphaOff val="0"/>
                <a:satMod val="103000"/>
                <a:lumMod val="102000"/>
                <a:tint val="94000"/>
              </a:srgbClr>
            </a:gs>
            <a:gs pos="50000">
              <a:srgbClr val="A53F52">
                <a:hueOff val="0"/>
                <a:satOff val="0"/>
                <a:lumOff val="0"/>
                <a:alphaOff val="0"/>
                <a:satMod val="110000"/>
                <a:lumMod val="100000"/>
                <a:shade val="100000"/>
              </a:srgbClr>
            </a:gs>
            <a:gs pos="100000">
              <a:srgbClr val="A53F52">
                <a:hueOff val="0"/>
                <a:satOff val="0"/>
                <a:lumOff val="0"/>
                <a:alphaOff val="0"/>
                <a:lumMod val="99000"/>
                <a:satMod val="120000"/>
                <a:shade val="78000"/>
              </a:srgbClr>
            </a:gs>
          </a:gsLst>
          <a:lin ang="5400000" scaled="0"/>
        </a:gradFill>
        <a:ln w="12700" cap="flat" cmpd="sng" algn="ctr">
          <a:noFill/>
          <a:prstDash val="solid"/>
          <a:miter lim="800000"/>
        </a:ln>
        <a:effectLst>
          <a:outerShdw blurRad="57150" dist="19050" dir="5400000" algn="ctr" rotWithShape="0">
            <a:srgbClr val="000000">
              <a:alpha val="63000"/>
            </a:srgbClr>
          </a:outerShdw>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solidFill>
                <a:prstClr val="white"/>
              </a:solidFill>
              <a:latin typeface="Calibri" panose="020F0502020204030204"/>
              <a:ea typeface="+mn-ea"/>
              <a:cs typeface="+mn-cs"/>
            </a:rPr>
            <a:t>Analysis</a:t>
          </a:r>
        </a:p>
        <a:p>
          <a:pPr marL="114300" lvl="1" indent="-114300" algn="l" defTabSz="533400">
            <a:lnSpc>
              <a:spcPct val="90000"/>
            </a:lnSpc>
            <a:spcBef>
              <a:spcPct val="0"/>
            </a:spcBef>
            <a:spcAft>
              <a:spcPct val="15000"/>
            </a:spcAft>
            <a:buChar char="•"/>
          </a:pPr>
          <a:r>
            <a:rPr lang="en-US" sz="1200" kern="1200" dirty="0"/>
            <a:t>Estimate and measure traffic and device utilization</a:t>
          </a:r>
        </a:p>
      </dsp:txBody>
      <dsp:txXfrm>
        <a:off x="2222327" y="61841"/>
        <a:ext cx="1460473" cy="1799830"/>
      </dsp:txXfrm>
    </dsp:sp>
    <dsp:sp modelId="{60985EB9-42F5-4968-91E1-F1C3464F83DB}">
      <dsp:nvSpPr>
        <dsp:cNvPr id="0" name=""/>
        <dsp:cNvSpPr/>
      </dsp:nvSpPr>
      <dsp:spPr>
        <a:xfrm>
          <a:off x="3883371" y="769389"/>
          <a:ext cx="328885" cy="384734"/>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3883371" y="846336"/>
        <a:ext cx="230220" cy="230840"/>
      </dsp:txXfrm>
    </dsp:sp>
    <dsp:sp modelId="{BCD86AF2-2522-4648-B7B2-23EC01768288}">
      <dsp:nvSpPr>
        <dsp:cNvPr id="0" name=""/>
        <dsp:cNvSpPr/>
      </dsp:nvSpPr>
      <dsp:spPr>
        <a:xfrm>
          <a:off x="4348775" y="16404"/>
          <a:ext cx="1551347" cy="1890704"/>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Logical Design</a:t>
          </a:r>
        </a:p>
        <a:p>
          <a:pPr marL="114300" lvl="1" indent="-114300" algn="l" defTabSz="533400">
            <a:lnSpc>
              <a:spcPct val="90000"/>
            </a:lnSpc>
            <a:spcBef>
              <a:spcPct val="0"/>
            </a:spcBef>
            <a:spcAft>
              <a:spcPct val="15000"/>
            </a:spcAft>
            <a:buChar char="•"/>
          </a:pPr>
          <a:r>
            <a:rPr lang="en-US" sz="1200" kern="1200" dirty="0"/>
            <a:t>Choose technologies that meet the requirements</a:t>
          </a:r>
        </a:p>
      </dsp:txBody>
      <dsp:txXfrm>
        <a:off x="4394212" y="61841"/>
        <a:ext cx="1460473" cy="1799830"/>
      </dsp:txXfrm>
    </dsp:sp>
    <dsp:sp modelId="{42963792-B266-4648-A606-495C07C981FB}">
      <dsp:nvSpPr>
        <dsp:cNvPr id="0" name=""/>
        <dsp:cNvSpPr/>
      </dsp:nvSpPr>
      <dsp:spPr>
        <a:xfrm>
          <a:off x="6055257" y="769389"/>
          <a:ext cx="328885" cy="384734"/>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055257" y="846336"/>
        <a:ext cx="230220" cy="230840"/>
      </dsp:txXfrm>
    </dsp:sp>
    <dsp:sp modelId="{0941CEB6-4744-4A4C-B3F9-AE9B3291FC66}">
      <dsp:nvSpPr>
        <dsp:cNvPr id="0" name=""/>
        <dsp:cNvSpPr/>
      </dsp:nvSpPr>
      <dsp:spPr>
        <a:xfrm>
          <a:off x="6520661" y="16404"/>
          <a:ext cx="1551347" cy="1890704"/>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Physical Design</a:t>
          </a:r>
        </a:p>
        <a:p>
          <a:pPr marL="114300" lvl="1" indent="-114300" algn="l" defTabSz="533400">
            <a:lnSpc>
              <a:spcPct val="90000"/>
            </a:lnSpc>
            <a:spcBef>
              <a:spcPct val="0"/>
            </a:spcBef>
            <a:spcAft>
              <a:spcPct val="15000"/>
            </a:spcAft>
            <a:buChar char="•"/>
          </a:pPr>
          <a:r>
            <a:rPr lang="en-US" sz="1200" kern="1200"/>
            <a:t>Apply the Logical Design to the physical space</a:t>
          </a:r>
        </a:p>
      </dsp:txBody>
      <dsp:txXfrm>
        <a:off x="6566098" y="61841"/>
        <a:ext cx="1460473" cy="1799830"/>
      </dsp:txXfrm>
    </dsp:sp>
    <dsp:sp modelId="{2297CA2F-E4E3-4CAA-9DAC-31EBDE18A66E}">
      <dsp:nvSpPr>
        <dsp:cNvPr id="0" name=""/>
        <dsp:cNvSpPr/>
      </dsp:nvSpPr>
      <dsp:spPr>
        <a:xfrm>
          <a:off x="8227143" y="769389"/>
          <a:ext cx="328885" cy="384734"/>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227143" y="846336"/>
        <a:ext cx="230220" cy="230840"/>
      </dsp:txXfrm>
    </dsp:sp>
    <dsp:sp modelId="{7807F26B-8DA3-4C05-AC81-9B09DFFBB862}">
      <dsp:nvSpPr>
        <dsp:cNvPr id="0" name=""/>
        <dsp:cNvSpPr/>
      </dsp:nvSpPr>
      <dsp:spPr>
        <a:xfrm>
          <a:off x="8692547" y="16404"/>
          <a:ext cx="1551347" cy="1890704"/>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Installation and Maintenance</a:t>
          </a:r>
        </a:p>
        <a:p>
          <a:pPr marL="114300" lvl="1" indent="-114300" algn="l" defTabSz="533400">
            <a:lnSpc>
              <a:spcPct val="90000"/>
            </a:lnSpc>
            <a:spcBef>
              <a:spcPct val="0"/>
            </a:spcBef>
            <a:spcAft>
              <a:spcPct val="15000"/>
            </a:spcAft>
            <a:buChar char="•"/>
          </a:pPr>
          <a:r>
            <a:rPr lang="en-US" sz="1200" kern="1200"/>
            <a:t>Implement the Physical Design</a:t>
          </a:r>
        </a:p>
      </dsp:txBody>
      <dsp:txXfrm>
        <a:off x="8737984" y="61841"/>
        <a:ext cx="1460473" cy="179983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C0042D-507E-4F9E-94A8-E94955ADB76F}">
      <dsp:nvSpPr>
        <dsp:cNvPr id="0" name=""/>
        <dsp:cNvSpPr/>
      </dsp:nvSpPr>
      <dsp:spPr>
        <a:xfrm>
          <a:off x="5004" y="16404"/>
          <a:ext cx="1551347" cy="1890704"/>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Requirement Gathering</a:t>
          </a:r>
        </a:p>
        <a:p>
          <a:pPr marL="114300" lvl="1" indent="-114300" algn="l" defTabSz="533400">
            <a:lnSpc>
              <a:spcPct val="90000"/>
            </a:lnSpc>
            <a:spcBef>
              <a:spcPct val="0"/>
            </a:spcBef>
            <a:spcAft>
              <a:spcPct val="15000"/>
            </a:spcAft>
            <a:buChar char="•"/>
          </a:pPr>
          <a:r>
            <a:rPr lang="en-US" sz="1200" kern="1200"/>
            <a:t>Determine needs of: </a:t>
          </a:r>
        </a:p>
        <a:p>
          <a:pPr marL="228600" lvl="2" indent="-114300" algn="l" defTabSz="533400">
            <a:lnSpc>
              <a:spcPct val="90000"/>
            </a:lnSpc>
            <a:spcBef>
              <a:spcPct val="0"/>
            </a:spcBef>
            <a:spcAft>
              <a:spcPct val="15000"/>
            </a:spcAft>
            <a:buChar char="•"/>
          </a:pPr>
          <a:r>
            <a:rPr lang="en-US" sz="1200" kern="1200"/>
            <a:t>Business</a:t>
          </a:r>
        </a:p>
        <a:p>
          <a:pPr marL="228600" lvl="2" indent="-114300" algn="l" defTabSz="533400">
            <a:lnSpc>
              <a:spcPct val="90000"/>
            </a:lnSpc>
            <a:spcBef>
              <a:spcPct val="0"/>
            </a:spcBef>
            <a:spcAft>
              <a:spcPct val="15000"/>
            </a:spcAft>
            <a:buChar char="•"/>
          </a:pPr>
          <a:r>
            <a:rPr lang="en-US" sz="1200" kern="1200" dirty="0"/>
            <a:t>Users</a:t>
          </a:r>
        </a:p>
        <a:p>
          <a:pPr marL="228600" lvl="2" indent="-114300" algn="l" defTabSz="533400">
            <a:lnSpc>
              <a:spcPct val="90000"/>
            </a:lnSpc>
            <a:spcBef>
              <a:spcPct val="0"/>
            </a:spcBef>
            <a:spcAft>
              <a:spcPct val="15000"/>
            </a:spcAft>
            <a:buChar char="•"/>
          </a:pPr>
          <a:r>
            <a:rPr lang="en-US" sz="1200" kern="1200"/>
            <a:t>Applications</a:t>
          </a:r>
        </a:p>
        <a:p>
          <a:pPr marL="228600" lvl="2" indent="-114300" algn="l" defTabSz="533400">
            <a:lnSpc>
              <a:spcPct val="90000"/>
            </a:lnSpc>
            <a:spcBef>
              <a:spcPct val="0"/>
            </a:spcBef>
            <a:spcAft>
              <a:spcPct val="15000"/>
            </a:spcAft>
            <a:buChar char="•"/>
          </a:pPr>
          <a:r>
            <a:rPr lang="en-US" sz="1200" kern="1200"/>
            <a:t>Network</a:t>
          </a:r>
        </a:p>
      </dsp:txBody>
      <dsp:txXfrm>
        <a:off x="50441" y="61841"/>
        <a:ext cx="1460473" cy="1799830"/>
      </dsp:txXfrm>
    </dsp:sp>
    <dsp:sp modelId="{C995A894-0AFA-453F-8460-3BDDD034C9F0}">
      <dsp:nvSpPr>
        <dsp:cNvPr id="0" name=""/>
        <dsp:cNvSpPr/>
      </dsp:nvSpPr>
      <dsp:spPr>
        <a:xfrm>
          <a:off x="1711486" y="769389"/>
          <a:ext cx="328885" cy="384734"/>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711486" y="846336"/>
        <a:ext cx="230220" cy="230840"/>
      </dsp:txXfrm>
    </dsp:sp>
    <dsp:sp modelId="{94DB21CA-9344-453D-8C21-40F12F0D3889}">
      <dsp:nvSpPr>
        <dsp:cNvPr id="0" name=""/>
        <dsp:cNvSpPr/>
      </dsp:nvSpPr>
      <dsp:spPr>
        <a:xfrm>
          <a:off x="2176890" y="16404"/>
          <a:ext cx="1551347" cy="1890704"/>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Analysis</a:t>
          </a:r>
        </a:p>
        <a:p>
          <a:pPr marL="114300" lvl="1" indent="-114300" algn="l" defTabSz="533400">
            <a:lnSpc>
              <a:spcPct val="90000"/>
            </a:lnSpc>
            <a:spcBef>
              <a:spcPct val="0"/>
            </a:spcBef>
            <a:spcAft>
              <a:spcPct val="15000"/>
            </a:spcAft>
            <a:buChar char="•"/>
          </a:pPr>
          <a:r>
            <a:rPr lang="en-US" sz="1200" kern="1200"/>
            <a:t>Estimate and measure traffic and device utilization</a:t>
          </a:r>
        </a:p>
      </dsp:txBody>
      <dsp:txXfrm>
        <a:off x="2222327" y="61841"/>
        <a:ext cx="1460473" cy="1799830"/>
      </dsp:txXfrm>
    </dsp:sp>
    <dsp:sp modelId="{60985EB9-42F5-4968-91E1-F1C3464F83DB}">
      <dsp:nvSpPr>
        <dsp:cNvPr id="0" name=""/>
        <dsp:cNvSpPr/>
      </dsp:nvSpPr>
      <dsp:spPr>
        <a:xfrm>
          <a:off x="3883371" y="769389"/>
          <a:ext cx="328885" cy="384734"/>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3883371" y="846336"/>
        <a:ext cx="230220" cy="230840"/>
      </dsp:txXfrm>
    </dsp:sp>
    <dsp:sp modelId="{BCD86AF2-2522-4648-B7B2-23EC01768288}">
      <dsp:nvSpPr>
        <dsp:cNvPr id="0" name=""/>
        <dsp:cNvSpPr/>
      </dsp:nvSpPr>
      <dsp:spPr>
        <a:xfrm>
          <a:off x="4348775" y="16404"/>
          <a:ext cx="1551347" cy="1890704"/>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Logical Design</a:t>
          </a:r>
        </a:p>
        <a:p>
          <a:pPr marL="114300" lvl="1" indent="-114300" algn="l" defTabSz="533400">
            <a:lnSpc>
              <a:spcPct val="90000"/>
            </a:lnSpc>
            <a:spcBef>
              <a:spcPct val="0"/>
            </a:spcBef>
            <a:spcAft>
              <a:spcPct val="15000"/>
            </a:spcAft>
            <a:buChar char="•"/>
          </a:pPr>
          <a:r>
            <a:rPr lang="en-US" sz="1200" kern="1200" dirty="0"/>
            <a:t>Choose technologies that meet the requirements</a:t>
          </a:r>
        </a:p>
      </dsp:txBody>
      <dsp:txXfrm>
        <a:off x="4394212" y="61841"/>
        <a:ext cx="1460473" cy="1799830"/>
      </dsp:txXfrm>
    </dsp:sp>
    <dsp:sp modelId="{42963792-B266-4648-A606-495C07C981FB}">
      <dsp:nvSpPr>
        <dsp:cNvPr id="0" name=""/>
        <dsp:cNvSpPr/>
      </dsp:nvSpPr>
      <dsp:spPr>
        <a:xfrm>
          <a:off x="6055257" y="769389"/>
          <a:ext cx="328885" cy="384734"/>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055257" y="846336"/>
        <a:ext cx="230220" cy="230840"/>
      </dsp:txXfrm>
    </dsp:sp>
    <dsp:sp modelId="{0941CEB6-4744-4A4C-B3F9-AE9B3291FC66}">
      <dsp:nvSpPr>
        <dsp:cNvPr id="0" name=""/>
        <dsp:cNvSpPr/>
      </dsp:nvSpPr>
      <dsp:spPr>
        <a:xfrm>
          <a:off x="6520661" y="16404"/>
          <a:ext cx="1551347" cy="1890704"/>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Physical Design</a:t>
          </a:r>
        </a:p>
        <a:p>
          <a:pPr marL="114300" lvl="1" indent="-114300" algn="l" defTabSz="533400">
            <a:lnSpc>
              <a:spcPct val="90000"/>
            </a:lnSpc>
            <a:spcBef>
              <a:spcPct val="0"/>
            </a:spcBef>
            <a:spcAft>
              <a:spcPct val="15000"/>
            </a:spcAft>
            <a:buChar char="•"/>
          </a:pPr>
          <a:r>
            <a:rPr lang="en-US" sz="1200" kern="1200"/>
            <a:t>Apply the Logical Design to the physical space</a:t>
          </a:r>
        </a:p>
      </dsp:txBody>
      <dsp:txXfrm>
        <a:off x="6566098" y="61841"/>
        <a:ext cx="1460473" cy="1799830"/>
      </dsp:txXfrm>
    </dsp:sp>
    <dsp:sp modelId="{2297CA2F-E4E3-4CAA-9DAC-31EBDE18A66E}">
      <dsp:nvSpPr>
        <dsp:cNvPr id="0" name=""/>
        <dsp:cNvSpPr/>
      </dsp:nvSpPr>
      <dsp:spPr>
        <a:xfrm>
          <a:off x="8227143" y="769389"/>
          <a:ext cx="328885" cy="384734"/>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227143" y="846336"/>
        <a:ext cx="230220" cy="230840"/>
      </dsp:txXfrm>
    </dsp:sp>
    <dsp:sp modelId="{7807F26B-8DA3-4C05-AC81-9B09DFFBB862}">
      <dsp:nvSpPr>
        <dsp:cNvPr id="0" name=""/>
        <dsp:cNvSpPr/>
      </dsp:nvSpPr>
      <dsp:spPr>
        <a:xfrm>
          <a:off x="8692547" y="16404"/>
          <a:ext cx="1551347" cy="1890704"/>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Installation and Maintenance</a:t>
          </a:r>
        </a:p>
        <a:p>
          <a:pPr marL="114300" lvl="1" indent="-114300" algn="l" defTabSz="533400">
            <a:lnSpc>
              <a:spcPct val="90000"/>
            </a:lnSpc>
            <a:spcBef>
              <a:spcPct val="0"/>
            </a:spcBef>
            <a:spcAft>
              <a:spcPct val="15000"/>
            </a:spcAft>
            <a:buChar char="•"/>
          </a:pPr>
          <a:r>
            <a:rPr lang="en-US" sz="1200" kern="1200"/>
            <a:t>Implement the Physical Design</a:t>
          </a:r>
        </a:p>
      </dsp:txBody>
      <dsp:txXfrm>
        <a:off x="8737984" y="61841"/>
        <a:ext cx="1460473" cy="179983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C0042D-507E-4F9E-94A8-E94955ADB76F}">
      <dsp:nvSpPr>
        <dsp:cNvPr id="0" name=""/>
        <dsp:cNvSpPr/>
      </dsp:nvSpPr>
      <dsp:spPr>
        <a:xfrm>
          <a:off x="5004" y="16404"/>
          <a:ext cx="1551347" cy="1890704"/>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Requirement Gathering</a:t>
          </a:r>
        </a:p>
        <a:p>
          <a:pPr marL="114300" lvl="1" indent="-114300" algn="l" defTabSz="533400">
            <a:lnSpc>
              <a:spcPct val="90000"/>
            </a:lnSpc>
            <a:spcBef>
              <a:spcPct val="0"/>
            </a:spcBef>
            <a:spcAft>
              <a:spcPct val="15000"/>
            </a:spcAft>
            <a:buChar char="•"/>
          </a:pPr>
          <a:r>
            <a:rPr lang="en-US" sz="1200" kern="1200"/>
            <a:t>Determine needs of: </a:t>
          </a:r>
        </a:p>
        <a:p>
          <a:pPr marL="228600" lvl="2" indent="-114300" algn="l" defTabSz="533400">
            <a:lnSpc>
              <a:spcPct val="90000"/>
            </a:lnSpc>
            <a:spcBef>
              <a:spcPct val="0"/>
            </a:spcBef>
            <a:spcAft>
              <a:spcPct val="15000"/>
            </a:spcAft>
            <a:buChar char="•"/>
          </a:pPr>
          <a:r>
            <a:rPr lang="en-US" sz="1200" kern="1200" dirty="0"/>
            <a:t>Business</a:t>
          </a:r>
        </a:p>
        <a:p>
          <a:pPr marL="228600" lvl="2" indent="-114300" algn="l" defTabSz="533400">
            <a:lnSpc>
              <a:spcPct val="90000"/>
            </a:lnSpc>
            <a:spcBef>
              <a:spcPct val="0"/>
            </a:spcBef>
            <a:spcAft>
              <a:spcPct val="15000"/>
            </a:spcAft>
            <a:buChar char="•"/>
          </a:pPr>
          <a:r>
            <a:rPr lang="en-US" sz="1200" kern="1200"/>
            <a:t>Users</a:t>
          </a:r>
        </a:p>
        <a:p>
          <a:pPr marL="228600" lvl="2" indent="-114300" algn="l" defTabSz="533400">
            <a:lnSpc>
              <a:spcPct val="90000"/>
            </a:lnSpc>
            <a:spcBef>
              <a:spcPct val="0"/>
            </a:spcBef>
            <a:spcAft>
              <a:spcPct val="15000"/>
            </a:spcAft>
            <a:buChar char="•"/>
          </a:pPr>
          <a:r>
            <a:rPr lang="en-US" sz="1200" kern="1200"/>
            <a:t>Applications</a:t>
          </a:r>
        </a:p>
        <a:p>
          <a:pPr marL="228600" lvl="2" indent="-114300" algn="l" defTabSz="533400">
            <a:lnSpc>
              <a:spcPct val="90000"/>
            </a:lnSpc>
            <a:spcBef>
              <a:spcPct val="0"/>
            </a:spcBef>
            <a:spcAft>
              <a:spcPct val="15000"/>
            </a:spcAft>
            <a:buChar char="•"/>
          </a:pPr>
          <a:r>
            <a:rPr lang="en-US" sz="1200" kern="1200"/>
            <a:t>Network</a:t>
          </a:r>
        </a:p>
      </dsp:txBody>
      <dsp:txXfrm>
        <a:off x="50441" y="61841"/>
        <a:ext cx="1460473" cy="1799830"/>
      </dsp:txXfrm>
    </dsp:sp>
    <dsp:sp modelId="{C995A894-0AFA-453F-8460-3BDDD034C9F0}">
      <dsp:nvSpPr>
        <dsp:cNvPr id="0" name=""/>
        <dsp:cNvSpPr/>
      </dsp:nvSpPr>
      <dsp:spPr>
        <a:xfrm>
          <a:off x="1711486" y="769389"/>
          <a:ext cx="328885" cy="384734"/>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711486" y="846336"/>
        <a:ext cx="230220" cy="230840"/>
      </dsp:txXfrm>
    </dsp:sp>
    <dsp:sp modelId="{94DB21CA-9344-453D-8C21-40F12F0D3889}">
      <dsp:nvSpPr>
        <dsp:cNvPr id="0" name=""/>
        <dsp:cNvSpPr/>
      </dsp:nvSpPr>
      <dsp:spPr>
        <a:xfrm>
          <a:off x="2176890" y="16404"/>
          <a:ext cx="1551347" cy="1890704"/>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Analysis</a:t>
          </a:r>
        </a:p>
        <a:p>
          <a:pPr marL="114300" lvl="1" indent="-114300" algn="l" defTabSz="533400">
            <a:lnSpc>
              <a:spcPct val="90000"/>
            </a:lnSpc>
            <a:spcBef>
              <a:spcPct val="0"/>
            </a:spcBef>
            <a:spcAft>
              <a:spcPct val="15000"/>
            </a:spcAft>
            <a:buChar char="•"/>
          </a:pPr>
          <a:r>
            <a:rPr lang="en-US" sz="1200" kern="1200"/>
            <a:t>Estimate and measure traffic and device utilization</a:t>
          </a:r>
        </a:p>
      </dsp:txBody>
      <dsp:txXfrm>
        <a:off x="2222327" y="61841"/>
        <a:ext cx="1460473" cy="1799830"/>
      </dsp:txXfrm>
    </dsp:sp>
    <dsp:sp modelId="{60985EB9-42F5-4968-91E1-F1C3464F83DB}">
      <dsp:nvSpPr>
        <dsp:cNvPr id="0" name=""/>
        <dsp:cNvSpPr/>
      </dsp:nvSpPr>
      <dsp:spPr>
        <a:xfrm>
          <a:off x="3883371" y="769389"/>
          <a:ext cx="328885" cy="384734"/>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3883371" y="846336"/>
        <a:ext cx="230220" cy="230840"/>
      </dsp:txXfrm>
    </dsp:sp>
    <dsp:sp modelId="{BCD86AF2-2522-4648-B7B2-23EC01768288}">
      <dsp:nvSpPr>
        <dsp:cNvPr id="0" name=""/>
        <dsp:cNvSpPr/>
      </dsp:nvSpPr>
      <dsp:spPr>
        <a:xfrm>
          <a:off x="4348775" y="16404"/>
          <a:ext cx="1551347" cy="1890704"/>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Logical Design</a:t>
          </a:r>
        </a:p>
        <a:p>
          <a:pPr marL="114300" lvl="1" indent="-114300" algn="l" defTabSz="533400">
            <a:lnSpc>
              <a:spcPct val="90000"/>
            </a:lnSpc>
            <a:spcBef>
              <a:spcPct val="0"/>
            </a:spcBef>
            <a:spcAft>
              <a:spcPct val="15000"/>
            </a:spcAft>
            <a:buChar char="•"/>
          </a:pPr>
          <a:r>
            <a:rPr lang="en-US" sz="1200" kern="1200"/>
            <a:t>Choose technologies that meet the requirements</a:t>
          </a:r>
        </a:p>
      </dsp:txBody>
      <dsp:txXfrm>
        <a:off x="4394212" y="61841"/>
        <a:ext cx="1460473" cy="1799830"/>
      </dsp:txXfrm>
    </dsp:sp>
    <dsp:sp modelId="{42963792-B266-4648-A606-495C07C981FB}">
      <dsp:nvSpPr>
        <dsp:cNvPr id="0" name=""/>
        <dsp:cNvSpPr/>
      </dsp:nvSpPr>
      <dsp:spPr>
        <a:xfrm>
          <a:off x="6055257" y="769389"/>
          <a:ext cx="328885" cy="384734"/>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055257" y="846336"/>
        <a:ext cx="230220" cy="230840"/>
      </dsp:txXfrm>
    </dsp:sp>
    <dsp:sp modelId="{0941CEB6-4744-4A4C-B3F9-AE9B3291FC66}">
      <dsp:nvSpPr>
        <dsp:cNvPr id="0" name=""/>
        <dsp:cNvSpPr/>
      </dsp:nvSpPr>
      <dsp:spPr>
        <a:xfrm>
          <a:off x="6520661" y="16404"/>
          <a:ext cx="1551347" cy="1890704"/>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Physical Design</a:t>
          </a:r>
        </a:p>
        <a:p>
          <a:pPr marL="114300" lvl="1" indent="-114300" algn="l" defTabSz="533400">
            <a:lnSpc>
              <a:spcPct val="90000"/>
            </a:lnSpc>
            <a:spcBef>
              <a:spcPct val="0"/>
            </a:spcBef>
            <a:spcAft>
              <a:spcPct val="15000"/>
            </a:spcAft>
            <a:buChar char="•"/>
          </a:pPr>
          <a:r>
            <a:rPr lang="en-US" sz="1200" kern="1200" dirty="0"/>
            <a:t>Apply the Logical Design to the physical space</a:t>
          </a:r>
        </a:p>
      </dsp:txBody>
      <dsp:txXfrm>
        <a:off x="6566098" y="61841"/>
        <a:ext cx="1460473" cy="1799830"/>
      </dsp:txXfrm>
    </dsp:sp>
    <dsp:sp modelId="{2297CA2F-E4E3-4CAA-9DAC-31EBDE18A66E}">
      <dsp:nvSpPr>
        <dsp:cNvPr id="0" name=""/>
        <dsp:cNvSpPr/>
      </dsp:nvSpPr>
      <dsp:spPr>
        <a:xfrm>
          <a:off x="8227143" y="769389"/>
          <a:ext cx="328885" cy="384734"/>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227143" y="846336"/>
        <a:ext cx="230220" cy="230840"/>
      </dsp:txXfrm>
    </dsp:sp>
    <dsp:sp modelId="{7807F26B-8DA3-4C05-AC81-9B09DFFBB862}">
      <dsp:nvSpPr>
        <dsp:cNvPr id="0" name=""/>
        <dsp:cNvSpPr/>
      </dsp:nvSpPr>
      <dsp:spPr>
        <a:xfrm>
          <a:off x="8692547" y="16404"/>
          <a:ext cx="1551347" cy="1890704"/>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Installation and Maintenance</a:t>
          </a:r>
        </a:p>
        <a:p>
          <a:pPr marL="114300" lvl="1" indent="-114300" algn="l" defTabSz="533400">
            <a:lnSpc>
              <a:spcPct val="90000"/>
            </a:lnSpc>
            <a:spcBef>
              <a:spcPct val="0"/>
            </a:spcBef>
            <a:spcAft>
              <a:spcPct val="15000"/>
            </a:spcAft>
            <a:buChar char="•"/>
          </a:pPr>
          <a:r>
            <a:rPr lang="en-US" sz="1200" kern="1200"/>
            <a:t>Implement the Physical Design</a:t>
          </a:r>
        </a:p>
      </dsp:txBody>
      <dsp:txXfrm>
        <a:off x="8737984" y="61841"/>
        <a:ext cx="1460473" cy="179983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C0042D-507E-4F9E-94A8-E94955ADB76F}">
      <dsp:nvSpPr>
        <dsp:cNvPr id="0" name=""/>
        <dsp:cNvSpPr/>
      </dsp:nvSpPr>
      <dsp:spPr>
        <a:xfrm>
          <a:off x="5004" y="16404"/>
          <a:ext cx="1551347" cy="1890704"/>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Requirement Gathering</a:t>
          </a:r>
        </a:p>
        <a:p>
          <a:pPr marL="114300" lvl="1" indent="-114300" algn="l" defTabSz="533400">
            <a:lnSpc>
              <a:spcPct val="90000"/>
            </a:lnSpc>
            <a:spcBef>
              <a:spcPct val="0"/>
            </a:spcBef>
            <a:spcAft>
              <a:spcPct val="15000"/>
            </a:spcAft>
            <a:buChar char="•"/>
          </a:pPr>
          <a:r>
            <a:rPr lang="en-US" sz="1200" kern="1200"/>
            <a:t>Determine needs of: </a:t>
          </a:r>
        </a:p>
        <a:p>
          <a:pPr marL="228600" lvl="2" indent="-114300" algn="l" defTabSz="533400">
            <a:lnSpc>
              <a:spcPct val="90000"/>
            </a:lnSpc>
            <a:spcBef>
              <a:spcPct val="0"/>
            </a:spcBef>
            <a:spcAft>
              <a:spcPct val="15000"/>
            </a:spcAft>
            <a:buChar char="•"/>
          </a:pPr>
          <a:r>
            <a:rPr lang="en-US" sz="1200" kern="1200"/>
            <a:t>Business</a:t>
          </a:r>
        </a:p>
        <a:p>
          <a:pPr marL="228600" lvl="2" indent="-114300" algn="l" defTabSz="533400">
            <a:lnSpc>
              <a:spcPct val="90000"/>
            </a:lnSpc>
            <a:spcBef>
              <a:spcPct val="0"/>
            </a:spcBef>
            <a:spcAft>
              <a:spcPct val="15000"/>
            </a:spcAft>
            <a:buChar char="•"/>
          </a:pPr>
          <a:r>
            <a:rPr lang="en-US" sz="1200" kern="1200"/>
            <a:t>Users</a:t>
          </a:r>
        </a:p>
        <a:p>
          <a:pPr marL="228600" lvl="2" indent="-114300" algn="l" defTabSz="533400">
            <a:lnSpc>
              <a:spcPct val="90000"/>
            </a:lnSpc>
            <a:spcBef>
              <a:spcPct val="0"/>
            </a:spcBef>
            <a:spcAft>
              <a:spcPct val="15000"/>
            </a:spcAft>
            <a:buChar char="•"/>
          </a:pPr>
          <a:r>
            <a:rPr lang="en-US" sz="1200" kern="1200"/>
            <a:t>Applications</a:t>
          </a:r>
        </a:p>
        <a:p>
          <a:pPr marL="228600" lvl="2" indent="-114300" algn="l" defTabSz="533400">
            <a:lnSpc>
              <a:spcPct val="90000"/>
            </a:lnSpc>
            <a:spcBef>
              <a:spcPct val="0"/>
            </a:spcBef>
            <a:spcAft>
              <a:spcPct val="15000"/>
            </a:spcAft>
            <a:buChar char="•"/>
          </a:pPr>
          <a:r>
            <a:rPr lang="en-US" sz="1200" kern="1200"/>
            <a:t>Network</a:t>
          </a:r>
        </a:p>
      </dsp:txBody>
      <dsp:txXfrm>
        <a:off x="50441" y="61841"/>
        <a:ext cx="1460473" cy="1799830"/>
      </dsp:txXfrm>
    </dsp:sp>
    <dsp:sp modelId="{C995A894-0AFA-453F-8460-3BDDD034C9F0}">
      <dsp:nvSpPr>
        <dsp:cNvPr id="0" name=""/>
        <dsp:cNvSpPr/>
      </dsp:nvSpPr>
      <dsp:spPr>
        <a:xfrm>
          <a:off x="1711486" y="769389"/>
          <a:ext cx="328885" cy="384734"/>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711486" y="846336"/>
        <a:ext cx="230220" cy="230840"/>
      </dsp:txXfrm>
    </dsp:sp>
    <dsp:sp modelId="{94DB21CA-9344-453D-8C21-40F12F0D3889}">
      <dsp:nvSpPr>
        <dsp:cNvPr id="0" name=""/>
        <dsp:cNvSpPr/>
      </dsp:nvSpPr>
      <dsp:spPr>
        <a:xfrm>
          <a:off x="2176890" y="16404"/>
          <a:ext cx="1551347" cy="1890704"/>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Analysis</a:t>
          </a:r>
        </a:p>
        <a:p>
          <a:pPr marL="114300" lvl="1" indent="-114300" algn="l" defTabSz="533400">
            <a:lnSpc>
              <a:spcPct val="90000"/>
            </a:lnSpc>
            <a:spcBef>
              <a:spcPct val="0"/>
            </a:spcBef>
            <a:spcAft>
              <a:spcPct val="15000"/>
            </a:spcAft>
            <a:buChar char="•"/>
          </a:pPr>
          <a:r>
            <a:rPr lang="en-US" sz="1200" kern="1200"/>
            <a:t>Estimate and measure traffic and device utilization</a:t>
          </a:r>
        </a:p>
      </dsp:txBody>
      <dsp:txXfrm>
        <a:off x="2222327" y="61841"/>
        <a:ext cx="1460473" cy="1799830"/>
      </dsp:txXfrm>
    </dsp:sp>
    <dsp:sp modelId="{60985EB9-42F5-4968-91E1-F1C3464F83DB}">
      <dsp:nvSpPr>
        <dsp:cNvPr id="0" name=""/>
        <dsp:cNvSpPr/>
      </dsp:nvSpPr>
      <dsp:spPr>
        <a:xfrm>
          <a:off x="3883371" y="769389"/>
          <a:ext cx="328885" cy="384734"/>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3883371" y="846336"/>
        <a:ext cx="230220" cy="230840"/>
      </dsp:txXfrm>
    </dsp:sp>
    <dsp:sp modelId="{BCD86AF2-2522-4648-B7B2-23EC01768288}">
      <dsp:nvSpPr>
        <dsp:cNvPr id="0" name=""/>
        <dsp:cNvSpPr/>
      </dsp:nvSpPr>
      <dsp:spPr>
        <a:xfrm>
          <a:off x="4348775" y="16404"/>
          <a:ext cx="1551347" cy="1890704"/>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Logical Design</a:t>
          </a:r>
        </a:p>
        <a:p>
          <a:pPr marL="114300" lvl="1" indent="-114300" algn="l" defTabSz="533400">
            <a:lnSpc>
              <a:spcPct val="90000"/>
            </a:lnSpc>
            <a:spcBef>
              <a:spcPct val="0"/>
            </a:spcBef>
            <a:spcAft>
              <a:spcPct val="15000"/>
            </a:spcAft>
            <a:buChar char="•"/>
          </a:pPr>
          <a:r>
            <a:rPr lang="en-US" sz="1200" kern="1200"/>
            <a:t>Choose technologies that meet the requirements</a:t>
          </a:r>
        </a:p>
      </dsp:txBody>
      <dsp:txXfrm>
        <a:off x="4394212" y="61841"/>
        <a:ext cx="1460473" cy="1799830"/>
      </dsp:txXfrm>
    </dsp:sp>
    <dsp:sp modelId="{42963792-B266-4648-A606-495C07C981FB}">
      <dsp:nvSpPr>
        <dsp:cNvPr id="0" name=""/>
        <dsp:cNvSpPr/>
      </dsp:nvSpPr>
      <dsp:spPr>
        <a:xfrm>
          <a:off x="6055257" y="769389"/>
          <a:ext cx="328885" cy="384734"/>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055257" y="846336"/>
        <a:ext cx="230220" cy="230840"/>
      </dsp:txXfrm>
    </dsp:sp>
    <dsp:sp modelId="{0941CEB6-4744-4A4C-B3F9-AE9B3291FC66}">
      <dsp:nvSpPr>
        <dsp:cNvPr id="0" name=""/>
        <dsp:cNvSpPr/>
      </dsp:nvSpPr>
      <dsp:spPr>
        <a:xfrm>
          <a:off x="6520661" y="16404"/>
          <a:ext cx="1551347" cy="1890704"/>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Physical Design</a:t>
          </a:r>
        </a:p>
        <a:p>
          <a:pPr marL="114300" lvl="1" indent="-114300" algn="l" defTabSz="533400">
            <a:lnSpc>
              <a:spcPct val="90000"/>
            </a:lnSpc>
            <a:spcBef>
              <a:spcPct val="0"/>
            </a:spcBef>
            <a:spcAft>
              <a:spcPct val="15000"/>
            </a:spcAft>
            <a:buChar char="•"/>
          </a:pPr>
          <a:r>
            <a:rPr lang="en-US" sz="1200" kern="1200"/>
            <a:t>Apply the Logical Design to the physical space</a:t>
          </a:r>
        </a:p>
      </dsp:txBody>
      <dsp:txXfrm>
        <a:off x="6566098" y="61841"/>
        <a:ext cx="1460473" cy="1799830"/>
      </dsp:txXfrm>
    </dsp:sp>
    <dsp:sp modelId="{2297CA2F-E4E3-4CAA-9DAC-31EBDE18A66E}">
      <dsp:nvSpPr>
        <dsp:cNvPr id="0" name=""/>
        <dsp:cNvSpPr/>
      </dsp:nvSpPr>
      <dsp:spPr>
        <a:xfrm>
          <a:off x="8227143" y="769389"/>
          <a:ext cx="328885" cy="384734"/>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227143" y="846336"/>
        <a:ext cx="230220" cy="230840"/>
      </dsp:txXfrm>
    </dsp:sp>
    <dsp:sp modelId="{7807F26B-8DA3-4C05-AC81-9B09DFFBB862}">
      <dsp:nvSpPr>
        <dsp:cNvPr id="0" name=""/>
        <dsp:cNvSpPr/>
      </dsp:nvSpPr>
      <dsp:spPr>
        <a:xfrm>
          <a:off x="8692547" y="16404"/>
          <a:ext cx="1551347" cy="1890704"/>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Installation and Maintenance</a:t>
          </a:r>
        </a:p>
        <a:p>
          <a:pPr marL="114300" lvl="1" indent="-114300" algn="l" defTabSz="533400">
            <a:lnSpc>
              <a:spcPct val="90000"/>
            </a:lnSpc>
            <a:spcBef>
              <a:spcPct val="0"/>
            </a:spcBef>
            <a:spcAft>
              <a:spcPct val="15000"/>
            </a:spcAft>
            <a:buChar char="•"/>
          </a:pPr>
          <a:r>
            <a:rPr lang="en-US" sz="1200" kern="1200"/>
            <a:t>Implement the Physical Design</a:t>
          </a:r>
        </a:p>
      </dsp:txBody>
      <dsp:txXfrm>
        <a:off x="8737984" y="61841"/>
        <a:ext cx="1460473" cy="179983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C0042D-507E-4F9E-94A8-E94955ADB76F}">
      <dsp:nvSpPr>
        <dsp:cNvPr id="0" name=""/>
        <dsp:cNvSpPr/>
      </dsp:nvSpPr>
      <dsp:spPr>
        <a:xfrm>
          <a:off x="5004" y="16404"/>
          <a:ext cx="1551347" cy="1890704"/>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Requirement Gathering</a:t>
          </a:r>
        </a:p>
        <a:p>
          <a:pPr marL="114300" lvl="1" indent="-114300" algn="l" defTabSz="533400">
            <a:lnSpc>
              <a:spcPct val="90000"/>
            </a:lnSpc>
            <a:spcBef>
              <a:spcPct val="0"/>
            </a:spcBef>
            <a:spcAft>
              <a:spcPct val="15000"/>
            </a:spcAft>
            <a:buChar char="•"/>
          </a:pPr>
          <a:r>
            <a:rPr lang="en-US" sz="1200" kern="1200"/>
            <a:t>Determine needs of: </a:t>
          </a:r>
        </a:p>
        <a:p>
          <a:pPr marL="228600" lvl="2" indent="-114300" algn="l" defTabSz="533400">
            <a:lnSpc>
              <a:spcPct val="90000"/>
            </a:lnSpc>
            <a:spcBef>
              <a:spcPct val="0"/>
            </a:spcBef>
            <a:spcAft>
              <a:spcPct val="15000"/>
            </a:spcAft>
            <a:buChar char="•"/>
          </a:pPr>
          <a:r>
            <a:rPr lang="en-US" sz="1200" kern="1200"/>
            <a:t>Business</a:t>
          </a:r>
        </a:p>
        <a:p>
          <a:pPr marL="228600" lvl="2" indent="-114300" algn="l" defTabSz="533400">
            <a:lnSpc>
              <a:spcPct val="90000"/>
            </a:lnSpc>
            <a:spcBef>
              <a:spcPct val="0"/>
            </a:spcBef>
            <a:spcAft>
              <a:spcPct val="15000"/>
            </a:spcAft>
            <a:buChar char="•"/>
          </a:pPr>
          <a:r>
            <a:rPr lang="en-US" sz="1200" kern="1200"/>
            <a:t>Users</a:t>
          </a:r>
        </a:p>
        <a:p>
          <a:pPr marL="228600" lvl="2" indent="-114300" algn="l" defTabSz="533400">
            <a:lnSpc>
              <a:spcPct val="90000"/>
            </a:lnSpc>
            <a:spcBef>
              <a:spcPct val="0"/>
            </a:spcBef>
            <a:spcAft>
              <a:spcPct val="15000"/>
            </a:spcAft>
            <a:buChar char="•"/>
          </a:pPr>
          <a:r>
            <a:rPr lang="en-US" sz="1200" kern="1200"/>
            <a:t>Applications</a:t>
          </a:r>
        </a:p>
        <a:p>
          <a:pPr marL="228600" lvl="2" indent="-114300" algn="l" defTabSz="533400">
            <a:lnSpc>
              <a:spcPct val="90000"/>
            </a:lnSpc>
            <a:spcBef>
              <a:spcPct val="0"/>
            </a:spcBef>
            <a:spcAft>
              <a:spcPct val="15000"/>
            </a:spcAft>
            <a:buChar char="•"/>
          </a:pPr>
          <a:r>
            <a:rPr lang="en-US" sz="1200" kern="1200"/>
            <a:t>Network</a:t>
          </a:r>
        </a:p>
      </dsp:txBody>
      <dsp:txXfrm>
        <a:off x="50441" y="61841"/>
        <a:ext cx="1460473" cy="1799830"/>
      </dsp:txXfrm>
    </dsp:sp>
    <dsp:sp modelId="{C995A894-0AFA-453F-8460-3BDDD034C9F0}">
      <dsp:nvSpPr>
        <dsp:cNvPr id="0" name=""/>
        <dsp:cNvSpPr/>
      </dsp:nvSpPr>
      <dsp:spPr>
        <a:xfrm>
          <a:off x="1711486" y="769389"/>
          <a:ext cx="328885" cy="384734"/>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711486" y="846336"/>
        <a:ext cx="230220" cy="230840"/>
      </dsp:txXfrm>
    </dsp:sp>
    <dsp:sp modelId="{94DB21CA-9344-453D-8C21-40F12F0D3889}">
      <dsp:nvSpPr>
        <dsp:cNvPr id="0" name=""/>
        <dsp:cNvSpPr/>
      </dsp:nvSpPr>
      <dsp:spPr>
        <a:xfrm>
          <a:off x="2176890" y="16404"/>
          <a:ext cx="1551347" cy="1890704"/>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Analysis</a:t>
          </a:r>
        </a:p>
        <a:p>
          <a:pPr marL="114300" lvl="1" indent="-114300" algn="l" defTabSz="533400">
            <a:lnSpc>
              <a:spcPct val="90000"/>
            </a:lnSpc>
            <a:spcBef>
              <a:spcPct val="0"/>
            </a:spcBef>
            <a:spcAft>
              <a:spcPct val="15000"/>
            </a:spcAft>
            <a:buChar char="•"/>
          </a:pPr>
          <a:r>
            <a:rPr lang="en-US" sz="1200" kern="1200"/>
            <a:t>Estimate and measure traffic and device utilization</a:t>
          </a:r>
        </a:p>
      </dsp:txBody>
      <dsp:txXfrm>
        <a:off x="2222327" y="61841"/>
        <a:ext cx="1460473" cy="1799830"/>
      </dsp:txXfrm>
    </dsp:sp>
    <dsp:sp modelId="{60985EB9-42F5-4968-91E1-F1C3464F83DB}">
      <dsp:nvSpPr>
        <dsp:cNvPr id="0" name=""/>
        <dsp:cNvSpPr/>
      </dsp:nvSpPr>
      <dsp:spPr>
        <a:xfrm>
          <a:off x="3883371" y="769389"/>
          <a:ext cx="328885" cy="384734"/>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3883371" y="846336"/>
        <a:ext cx="230220" cy="230840"/>
      </dsp:txXfrm>
    </dsp:sp>
    <dsp:sp modelId="{BCD86AF2-2522-4648-B7B2-23EC01768288}">
      <dsp:nvSpPr>
        <dsp:cNvPr id="0" name=""/>
        <dsp:cNvSpPr/>
      </dsp:nvSpPr>
      <dsp:spPr>
        <a:xfrm>
          <a:off x="4348775" y="16404"/>
          <a:ext cx="1551347" cy="1890704"/>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Logical Design</a:t>
          </a:r>
        </a:p>
        <a:p>
          <a:pPr marL="114300" lvl="1" indent="-114300" algn="l" defTabSz="533400">
            <a:lnSpc>
              <a:spcPct val="90000"/>
            </a:lnSpc>
            <a:spcBef>
              <a:spcPct val="0"/>
            </a:spcBef>
            <a:spcAft>
              <a:spcPct val="15000"/>
            </a:spcAft>
            <a:buChar char="•"/>
          </a:pPr>
          <a:r>
            <a:rPr lang="en-US" sz="1200" kern="1200"/>
            <a:t>Choose technologies that meet the requirements</a:t>
          </a:r>
        </a:p>
      </dsp:txBody>
      <dsp:txXfrm>
        <a:off x="4394212" y="61841"/>
        <a:ext cx="1460473" cy="1799830"/>
      </dsp:txXfrm>
    </dsp:sp>
    <dsp:sp modelId="{42963792-B266-4648-A606-495C07C981FB}">
      <dsp:nvSpPr>
        <dsp:cNvPr id="0" name=""/>
        <dsp:cNvSpPr/>
      </dsp:nvSpPr>
      <dsp:spPr>
        <a:xfrm rot="25966">
          <a:off x="6055253" y="777662"/>
          <a:ext cx="328894" cy="384734"/>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055254" y="854236"/>
        <a:ext cx="230226" cy="230840"/>
      </dsp:txXfrm>
    </dsp:sp>
    <dsp:sp modelId="{0941CEB6-4744-4A4C-B3F9-AE9B3291FC66}">
      <dsp:nvSpPr>
        <dsp:cNvPr id="0" name=""/>
        <dsp:cNvSpPr/>
      </dsp:nvSpPr>
      <dsp:spPr>
        <a:xfrm>
          <a:off x="6520661" y="32809"/>
          <a:ext cx="1551347" cy="1890704"/>
        </a:xfrm>
        <a:prstGeom prst="roundRect">
          <a:avLst>
            <a:gd name="adj" fmla="val 10000"/>
          </a:avLst>
        </a:prstGeom>
        <a:solidFill>
          <a:schemeClr val="accent1"/>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Physical Design</a:t>
          </a:r>
        </a:p>
        <a:p>
          <a:pPr marL="114300" lvl="1" indent="-114300" algn="l" defTabSz="533400">
            <a:lnSpc>
              <a:spcPct val="90000"/>
            </a:lnSpc>
            <a:spcBef>
              <a:spcPct val="0"/>
            </a:spcBef>
            <a:spcAft>
              <a:spcPct val="15000"/>
            </a:spcAft>
            <a:buChar char="•"/>
          </a:pPr>
          <a:r>
            <a:rPr lang="en-US" sz="1200" kern="1200"/>
            <a:t>Apply the Logical Design to the physical space</a:t>
          </a:r>
        </a:p>
      </dsp:txBody>
      <dsp:txXfrm>
        <a:off x="6566098" y="78246"/>
        <a:ext cx="1460473" cy="1799830"/>
      </dsp:txXfrm>
    </dsp:sp>
    <dsp:sp modelId="{2297CA2F-E4E3-4CAA-9DAC-31EBDE18A66E}">
      <dsp:nvSpPr>
        <dsp:cNvPr id="0" name=""/>
        <dsp:cNvSpPr/>
      </dsp:nvSpPr>
      <dsp:spPr>
        <a:xfrm rot="21574034">
          <a:off x="8227138" y="777522"/>
          <a:ext cx="328894" cy="384734"/>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227139" y="854842"/>
        <a:ext cx="230226" cy="230840"/>
      </dsp:txXfrm>
    </dsp:sp>
    <dsp:sp modelId="{7807F26B-8DA3-4C05-AC81-9B09DFFBB862}">
      <dsp:nvSpPr>
        <dsp:cNvPr id="0" name=""/>
        <dsp:cNvSpPr/>
      </dsp:nvSpPr>
      <dsp:spPr>
        <a:xfrm>
          <a:off x="8692547" y="16404"/>
          <a:ext cx="1551347" cy="1890704"/>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Installation and Maintenance</a:t>
          </a:r>
        </a:p>
        <a:p>
          <a:pPr marL="114300" lvl="1" indent="-114300" algn="l" defTabSz="533400">
            <a:lnSpc>
              <a:spcPct val="90000"/>
            </a:lnSpc>
            <a:spcBef>
              <a:spcPct val="0"/>
            </a:spcBef>
            <a:spcAft>
              <a:spcPct val="15000"/>
            </a:spcAft>
            <a:buChar char="•"/>
          </a:pPr>
          <a:r>
            <a:rPr lang="en-US" sz="1200" kern="1200"/>
            <a:t>Implement the Physical Design</a:t>
          </a:r>
        </a:p>
      </dsp:txBody>
      <dsp:txXfrm>
        <a:off x="8737984" y="61841"/>
        <a:ext cx="1460473" cy="179983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C0042D-507E-4F9E-94A8-E94955ADB76F}">
      <dsp:nvSpPr>
        <dsp:cNvPr id="0" name=""/>
        <dsp:cNvSpPr/>
      </dsp:nvSpPr>
      <dsp:spPr>
        <a:xfrm>
          <a:off x="5176" y="120399"/>
          <a:ext cx="1604768" cy="1730141"/>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Requirement Gathering</a:t>
          </a:r>
        </a:p>
        <a:p>
          <a:pPr marL="114300" lvl="1" indent="-114300" algn="l" defTabSz="533400">
            <a:lnSpc>
              <a:spcPct val="90000"/>
            </a:lnSpc>
            <a:spcBef>
              <a:spcPct val="0"/>
            </a:spcBef>
            <a:spcAft>
              <a:spcPct val="15000"/>
            </a:spcAft>
            <a:buChar char="•"/>
          </a:pPr>
          <a:r>
            <a:rPr lang="en-US" sz="1200" kern="1200"/>
            <a:t>Determine needs of: </a:t>
          </a:r>
        </a:p>
        <a:p>
          <a:pPr marL="228600" lvl="2" indent="-114300" algn="l" defTabSz="533400">
            <a:lnSpc>
              <a:spcPct val="90000"/>
            </a:lnSpc>
            <a:spcBef>
              <a:spcPct val="0"/>
            </a:spcBef>
            <a:spcAft>
              <a:spcPct val="15000"/>
            </a:spcAft>
            <a:buChar char="•"/>
          </a:pPr>
          <a:r>
            <a:rPr lang="en-US" sz="1200" kern="1200"/>
            <a:t>Business</a:t>
          </a:r>
        </a:p>
        <a:p>
          <a:pPr marL="228600" lvl="2" indent="-114300" algn="l" defTabSz="533400">
            <a:lnSpc>
              <a:spcPct val="90000"/>
            </a:lnSpc>
            <a:spcBef>
              <a:spcPct val="0"/>
            </a:spcBef>
            <a:spcAft>
              <a:spcPct val="15000"/>
            </a:spcAft>
            <a:buChar char="•"/>
          </a:pPr>
          <a:r>
            <a:rPr lang="en-US" sz="1200" kern="1200"/>
            <a:t>Users</a:t>
          </a:r>
        </a:p>
        <a:p>
          <a:pPr marL="228600" lvl="2" indent="-114300" algn="l" defTabSz="533400">
            <a:lnSpc>
              <a:spcPct val="90000"/>
            </a:lnSpc>
            <a:spcBef>
              <a:spcPct val="0"/>
            </a:spcBef>
            <a:spcAft>
              <a:spcPct val="15000"/>
            </a:spcAft>
            <a:buChar char="•"/>
          </a:pPr>
          <a:r>
            <a:rPr lang="en-US" sz="1200" kern="1200"/>
            <a:t>Applications</a:t>
          </a:r>
        </a:p>
        <a:p>
          <a:pPr marL="228600" lvl="2" indent="-114300" algn="l" defTabSz="533400">
            <a:lnSpc>
              <a:spcPct val="90000"/>
            </a:lnSpc>
            <a:spcBef>
              <a:spcPct val="0"/>
            </a:spcBef>
            <a:spcAft>
              <a:spcPct val="15000"/>
            </a:spcAft>
            <a:buChar char="•"/>
          </a:pPr>
          <a:r>
            <a:rPr lang="en-US" sz="1200" kern="1200"/>
            <a:t>Network</a:t>
          </a:r>
        </a:p>
      </dsp:txBody>
      <dsp:txXfrm>
        <a:off x="52178" y="167401"/>
        <a:ext cx="1510764" cy="1636137"/>
      </dsp:txXfrm>
    </dsp:sp>
    <dsp:sp modelId="{C995A894-0AFA-453F-8460-3BDDD034C9F0}">
      <dsp:nvSpPr>
        <dsp:cNvPr id="0" name=""/>
        <dsp:cNvSpPr/>
      </dsp:nvSpPr>
      <dsp:spPr>
        <a:xfrm>
          <a:off x="1770422"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770422" y="866075"/>
        <a:ext cx="238147" cy="238790"/>
      </dsp:txXfrm>
    </dsp:sp>
    <dsp:sp modelId="{94DB21CA-9344-453D-8C21-40F12F0D3889}">
      <dsp:nvSpPr>
        <dsp:cNvPr id="0" name=""/>
        <dsp:cNvSpPr/>
      </dsp:nvSpPr>
      <dsp:spPr>
        <a:xfrm>
          <a:off x="2251852"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Analysis</a:t>
          </a:r>
        </a:p>
        <a:p>
          <a:pPr marL="114300" lvl="1" indent="-114300" algn="l" defTabSz="533400">
            <a:lnSpc>
              <a:spcPct val="90000"/>
            </a:lnSpc>
            <a:spcBef>
              <a:spcPct val="0"/>
            </a:spcBef>
            <a:spcAft>
              <a:spcPct val="15000"/>
            </a:spcAft>
            <a:buChar char="•"/>
          </a:pPr>
          <a:r>
            <a:rPr lang="en-US" sz="1200" kern="1200"/>
            <a:t>Estimate and measure traffic and device utilization</a:t>
          </a:r>
        </a:p>
      </dsp:txBody>
      <dsp:txXfrm>
        <a:off x="2298854" y="167401"/>
        <a:ext cx="1510764" cy="1636137"/>
      </dsp:txXfrm>
    </dsp:sp>
    <dsp:sp modelId="{60985EB9-42F5-4968-91E1-F1C3464F83DB}">
      <dsp:nvSpPr>
        <dsp:cNvPr id="0" name=""/>
        <dsp:cNvSpPr/>
      </dsp:nvSpPr>
      <dsp:spPr>
        <a:xfrm>
          <a:off x="4017098"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017098" y="866075"/>
        <a:ext cx="238147" cy="238790"/>
      </dsp:txXfrm>
    </dsp:sp>
    <dsp:sp modelId="{BCD86AF2-2522-4648-B7B2-23EC01768288}">
      <dsp:nvSpPr>
        <dsp:cNvPr id="0" name=""/>
        <dsp:cNvSpPr/>
      </dsp:nvSpPr>
      <dsp:spPr>
        <a:xfrm>
          <a:off x="4498528"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Logical Design</a:t>
          </a:r>
        </a:p>
        <a:p>
          <a:pPr marL="114300" lvl="1" indent="-114300" algn="l" defTabSz="533400">
            <a:lnSpc>
              <a:spcPct val="90000"/>
            </a:lnSpc>
            <a:spcBef>
              <a:spcPct val="0"/>
            </a:spcBef>
            <a:spcAft>
              <a:spcPct val="15000"/>
            </a:spcAft>
            <a:buChar char="•"/>
          </a:pPr>
          <a:r>
            <a:rPr lang="en-US" sz="1200" kern="1200"/>
            <a:t>Choose technologies that meet the requirements</a:t>
          </a:r>
        </a:p>
      </dsp:txBody>
      <dsp:txXfrm>
        <a:off x="4545530" y="167401"/>
        <a:ext cx="1510764" cy="1636137"/>
      </dsp:txXfrm>
    </dsp:sp>
    <dsp:sp modelId="{42963792-B266-4648-A606-495C07C981FB}">
      <dsp:nvSpPr>
        <dsp:cNvPr id="0" name=""/>
        <dsp:cNvSpPr/>
      </dsp:nvSpPr>
      <dsp:spPr>
        <a:xfrm>
          <a:off x="6263774"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263774" y="866075"/>
        <a:ext cx="238147" cy="238790"/>
      </dsp:txXfrm>
    </dsp:sp>
    <dsp:sp modelId="{0941CEB6-4744-4A4C-B3F9-AE9B3291FC66}">
      <dsp:nvSpPr>
        <dsp:cNvPr id="0" name=""/>
        <dsp:cNvSpPr/>
      </dsp:nvSpPr>
      <dsp:spPr>
        <a:xfrm>
          <a:off x="6745204"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Physical Design</a:t>
          </a:r>
        </a:p>
        <a:p>
          <a:pPr marL="114300" lvl="1" indent="-114300" algn="l" defTabSz="533400">
            <a:lnSpc>
              <a:spcPct val="90000"/>
            </a:lnSpc>
            <a:spcBef>
              <a:spcPct val="0"/>
            </a:spcBef>
            <a:spcAft>
              <a:spcPct val="15000"/>
            </a:spcAft>
            <a:buChar char="•"/>
          </a:pPr>
          <a:r>
            <a:rPr lang="en-US" sz="1200" kern="1200"/>
            <a:t>Apply the Logical Design to the physical space</a:t>
          </a:r>
        </a:p>
      </dsp:txBody>
      <dsp:txXfrm>
        <a:off x="6792206" y="167401"/>
        <a:ext cx="1510764" cy="1636137"/>
      </dsp:txXfrm>
    </dsp:sp>
    <dsp:sp modelId="{2297CA2F-E4E3-4CAA-9DAC-31EBDE18A66E}">
      <dsp:nvSpPr>
        <dsp:cNvPr id="0" name=""/>
        <dsp:cNvSpPr/>
      </dsp:nvSpPr>
      <dsp:spPr>
        <a:xfrm>
          <a:off x="8510450"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510450" y="866075"/>
        <a:ext cx="238147" cy="238790"/>
      </dsp:txXfrm>
    </dsp:sp>
    <dsp:sp modelId="{7807F26B-8DA3-4C05-AC81-9B09DFFBB862}">
      <dsp:nvSpPr>
        <dsp:cNvPr id="0" name=""/>
        <dsp:cNvSpPr/>
      </dsp:nvSpPr>
      <dsp:spPr>
        <a:xfrm>
          <a:off x="8991880"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Installation and Maintenance</a:t>
          </a:r>
        </a:p>
        <a:p>
          <a:pPr marL="114300" lvl="1" indent="-114300" algn="l" defTabSz="533400">
            <a:lnSpc>
              <a:spcPct val="90000"/>
            </a:lnSpc>
            <a:spcBef>
              <a:spcPct val="0"/>
            </a:spcBef>
            <a:spcAft>
              <a:spcPct val="15000"/>
            </a:spcAft>
            <a:buChar char="•"/>
          </a:pPr>
          <a:r>
            <a:rPr lang="en-US" sz="1200" kern="1200"/>
            <a:t>Implement the Physical Design</a:t>
          </a:r>
        </a:p>
      </dsp:txBody>
      <dsp:txXfrm>
        <a:off x="9038882" y="167401"/>
        <a:ext cx="1510764" cy="163613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C0042D-507E-4F9E-94A8-E94955ADB76F}">
      <dsp:nvSpPr>
        <dsp:cNvPr id="0" name=""/>
        <dsp:cNvSpPr/>
      </dsp:nvSpPr>
      <dsp:spPr>
        <a:xfrm>
          <a:off x="5176" y="120399"/>
          <a:ext cx="1604768" cy="1730141"/>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Requirement Gathering</a:t>
          </a:r>
        </a:p>
        <a:p>
          <a:pPr marL="114300" lvl="1" indent="-114300" algn="l" defTabSz="533400">
            <a:lnSpc>
              <a:spcPct val="90000"/>
            </a:lnSpc>
            <a:spcBef>
              <a:spcPct val="0"/>
            </a:spcBef>
            <a:spcAft>
              <a:spcPct val="15000"/>
            </a:spcAft>
            <a:buChar char="•"/>
          </a:pPr>
          <a:r>
            <a:rPr lang="en-US" sz="1200" kern="1200"/>
            <a:t>Determine needs of: </a:t>
          </a:r>
        </a:p>
        <a:p>
          <a:pPr marL="228600" lvl="2" indent="-114300" algn="l" defTabSz="533400">
            <a:lnSpc>
              <a:spcPct val="90000"/>
            </a:lnSpc>
            <a:spcBef>
              <a:spcPct val="0"/>
            </a:spcBef>
            <a:spcAft>
              <a:spcPct val="15000"/>
            </a:spcAft>
            <a:buChar char="•"/>
          </a:pPr>
          <a:r>
            <a:rPr lang="en-US" sz="1200" kern="1200"/>
            <a:t>Business</a:t>
          </a:r>
        </a:p>
        <a:p>
          <a:pPr marL="228600" lvl="2" indent="-114300" algn="l" defTabSz="533400">
            <a:lnSpc>
              <a:spcPct val="90000"/>
            </a:lnSpc>
            <a:spcBef>
              <a:spcPct val="0"/>
            </a:spcBef>
            <a:spcAft>
              <a:spcPct val="15000"/>
            </a:spcAft>
            <a:buChar char="•"/>
          </a:pPr>
          <a:r>
            <a:rPr lang="en-US" sz="1200" kern="1200"/>
            <a:t>Users</a:t>
          </a:r>
        </a:p>
        <a:p>
          <a:pPr marL="228600" lvl="2" indent="-114300" algn="l" defTabSz="533400">
            <a:lnSpc>
              <a:spcPct val="90000"/>
            </a:lnSpc>
            <a:spcBef>
              <a:spcPct val="0"/>
            </a:spcBef>
            <a:spcAft>
              <a:spcPct val="15000"/>
            </a:spcAft>
            <a:buChar char="•"/>
          </a:pPr>
          <a:r>
            <a:rPr lang="en-US" sz="1200" kern="1200"/>
            <a:t>Applications</a:t>
          </a:r>
        </a:p>
        <a:p>
          <a:pPr marL="228600" lvl="2" indent="-114300" algn="l" defTabSz="533400">
            <a:lnSpc>
              <a:spcPct val="90000"/>
            </a:lnSpc>
            <a:spcBef>
              <a:spcPct val="0"/>
            </a:spcBef>
            <a:spcAft>
              <a:spcPct val="15000"/>
            </a:spcAft>
            <a:buChar char="•"/>
          </a:pPr>
          <a:r>
            <a:rPr lang="en-US" sz="1200" kern="1200"/>
            <a:t>Network</a:t>
          </a:r>
        </a:p>
      </dsp:txBody>
      <dsp:txXfrm>
        <a:off x="52178" y="167401"/>
        <a:ext cx="1510764" cy="1636137"/>
      </dsp:txXfrm>
    </dsp:sp>
    <dsp:sp modelId="{C995A894-0AFA-453F-8460-3BDDD034C9F0}">
      <dsp:nvSpPr>
        <dsp:cNvPr id="0" name=""/>
        <dsp:cNvSpPr/>
      </dsp:nvSpPr>
      <dsp:spPr>
        <a:xfrm>
          <a:off x="1770422"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770422" y="866075"/>
        <a:ext cx="238147" cy="238790"/>
      </dsp:txXfrm>
    </dsp:sp>
    <dsp:sp modelId="{94DB21CA-9344-453D-8C21-40F12F0D3889}">
      <dsp:nvSpPr>
        <dsp:cNvPr id="0" name=""/>
        <dsp:cNvSpPr/>
      </dsp:nvSpPr>
      <dsp:spPr>
        <a:xfrm>
          <a:off x="2251852"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Analysis</a:t>
          </a:r>
        </a:p>
        <a:p>
          <a:pPr marL="114300" lvl="1" indent="-114300" algn="l" defTabSz="533400">
            <a:lnSpc>
              <a:spcPct val="90000"/>
            </a:lnSpc>
            <a:spcBef>
              <a:spcPct val="0"/>
            </a:spcBef>
            <a:spcAft>
              <a:spcPct val="15000"/>
            </a:spcAft>
            <a:buChar char="•"/>
          </a:pPr>
          <a:r>
            <a:rPr lang="en-US" sz="1200" kern="1200"/>
            <a:t>Estimate and measure traffic and device utilization</a:t>
          </a:r>
        </a:p>
      </dsp:txBody>
      <dsp:txXfrm>
        <a:off x="2298854" y="167401"/>
        <a:ext cx="1510764" cy="1636137"/>
      </dsp:txXfrm>
    </dsp:sp>
    <dsp:sp modelId="{60985EB9-42F5-4968-91E1-F1C3464F83DB}">
      <dsp:nvSpPr>
        <dsp:cNvPr id="0" name=""/>
        <dsp:cNvSpPr/>
      </dsp:nvSpPr>
      <dsp:spPr>
        <a:xfrm>
          <a:off x="4017098"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017098" y="866075"/>
        <a:ext cx="238147" cy="238790"/>
      </dsp:txXfrm>
    </dsp:sp>
    <dsp:sp modelId="{BCD86AF2-2522-4648-B7B2-23EC01768288}">
      <dsp:nvSpPr>
        <dsp:cNvPr id="0" name=""/>
        <dsp:cNvSpPr/>
      </dsp:nvSpPr>
      <dsp:spPr>
        <a:xfrm>
          <a:off x="4498528"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Logical Design</a:t>
          </a:r>
        </a:p>
        <a:p>
          <a:pPr marL="114300" lvl="1" indent="-114300" algn="l" defTabSz="533400">
            <a:lnSpc>
              <a:spcPct val="90000"/>
            </a:lnSpc>
            <a:spcBef>
              <a:spcPct val="0"/>
            </a:spcBef>
            <a:spcAft>
              <a:spcPct val="15000"/>
            </a:spcAft>
            <a:buChar char="•"/>
          </a:pPr>
          <a:r>
            <a:rPr lang="en-US" sz="1200" kern="1200"/>
            <a:t>Choose technologies that meet the requirements</a:t>
          </a:r>
        </a:p>
      </dsp:txBody>
      <dsp:txXfrm>
        <a:off x="4545530" y="167401"/>
        <a:ext cx="1510764" cy="1636137"/>
      </dsp:txXfrm>
    </dsp:sp>
    <dsp:sp modelId="{42963792-B266-4648-A606-495C07C981FB}">
      <dsp:nvSpPr>
        <dsp:cNvPr id="0" name=""/>
        <dsp:cNvSpPr/>
      </dsp:nvSpPr>
      <dsp:spPr>
        <a:xfrm>
          <a:off x="6263774"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263774" y="866075"/>
        <a:ext cx="238147" cy="238790"/>
      </dsp:txXfrm>
    </dsp:sp>
    <dsp:sp modelId="{0941CEB6-4744-4A4C-B3F9-AE9B3291FC66}">
      <dsp:nvSpPr>
        <dsp:cNvPr id="0" name=""/>
        <dsp:cNvSpPr/>
      </dsp:nvSpPr>
      <dsp:spPr>
        <a:xfrm>
          <a:off x="6745204"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Physical Design</a:t>
          </a:r>
        </a:p>
        <a:p>
          <a:pPr marL="114300" lvl="1" indent="-114300" algn="l" defTabSz="533400">
            <a:lnSpc>
              <a:spcPct val="90000"/>
            </a:lnSpc>
            <a:spcBef>
              <a:spcPct val="0"/>
            </a:spcBef>
            <a:spcAft>
              <a:spcPct val="15000"/>
            </a:spcAft>
            <a:buChar char="•"/>
          </a:pPr>
          <a:r>
            <a:rPr lang="en-US" sz="1200" kern="1200"/>
            <a:t>Apply the Logical Design to the physical space</a:t>
          </a:r>
        </a:p>
      </dsp:txBody>
      <dsp:txXfrm>
        <a:off x="6792206" y="167401"/>
        <a:ext cx="1510764" cy="1636137"/>
      </dsp:txXfrm>
    </dsp:sp>
    <dsp:sp modelId="{2297CA2F-E4E3-4CAA-9DAC-31EBDE18A66E}">
      <dsp:nvSpPr>
        <dsp:cNvPr id="0" name=""/>
        <dsp:cNvSpPr/>
      </dsp:nvSpPr>
      <dsp:spPr>
        <a:xfrm>
          <a:off x="8510450"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510450" y="866075"/>
        <a:ext cx="238147" cy="238790"/>
      </dsp:txXfrm>
    </dsp:sp>
    <dsp:sp modelId="{7807F26B-8DA3-4C05-AC81-9B09DFFBB862}">
      <dsp:nvSpPr>
        <dsp:cNvPr id="0" name=""/>
        <dsp:cNvSpPr/>
      </dsp:nvSpPr>
      <dsp:spPr>
        <a:xfrm>
          <a:off x="8991880"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Installation and Maintenance</a:t>
          </a:r>
        </a:p>
        <a:p>
          <a:pPr marL="114300" lvl="1" indent="-114300" algn="l" defTabSz="533400">
            <a:lnSpc>
              <a:spcPct val="90000"/>
            </a:lnSpc>
            <a:spcBef>
              <a:spcPct val="0"/>
            </a:spcBef>
            <a:spcAft>
              <a:spcPct val="15000"/>
            </a:spcAft>
            <a:buChar char="•"/>
          </a:pPr>
          <a:r>
            <a:rPr lang="en-US" sz="1200" kern="1200"/>
            <a:t>Implement the Physical Design</a:t>
          </a:r>
        </a:p>
      </dsp:txBody>
      <dsp:txXfrm>
        <a:off x="9038882" y="167401"/>
        <a:ext cx="1510764" cy="163613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C0042D-507E-4F9E-94A8-E94955ADB76F}">
      <dsp:nvSpPr>
        <dsp:cNvPr id="0" name=""/>
        <dsp:cNvSpPr/>
      </dsp:nvSpPr>
      <dsp:spPr>
        <a:xfrm>
          <a:off x="5176" y="120399"/>
          <a:ext cx="1604768" cy="1730141"/>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Requirement Gathering</a:t>
          </a:r>
        </a:p>
        <a:p>
          <a:pPr marL="114300" lvl="1" indent="-114300" algn="l" defTabSz="533400">
            <a:lnSpc>
              <a:spcPct val="90000"/>
            </a:lnSpc>
            <a:spcBef>
              <a:spcPct val="0"/>
            </a:spcBef>
            <a:spcAft>
              <a:spcPct val="15000"/>
            </a:spcAft>
            <a:buChar char="•"/>
          </a:pPr>
          <a:r>
            <a:rPr lang="en-US" sz="1200" kern="1200"/>
            <a:t>Determine needs of: </a:t>
          </a:r>
        </a:p>
        <a:p>
          <a:pPr marL="228600" lvl="2" indent="-114300" algn="l" defTabSz="533400">
            <a:lnSpc>
              <a:spcPct val="90000"/>
            </a:lnSpc>
            <a:spcBef>
              <a:spcPct val="0"/>
            </a:spcBef>
            <a:spcAft>
              <a:spcPct val="15000"/>
            </a:spcAft>
            <a:buChar char="•"/>
          </a:pPr>
          <a:r>
            <a:rPr lang="en-US" sz="1200" kern="1200"/>
            <a:t>Business</a:t>
          </a:r>
        </a:p>
        <a:p>
          <a:pPr marL="228600" lvl="2" indent="-114300" algn="l" defTabSz="533400">
            <a:lnSpc>
              <a:spcPct val="90000"/>
            </a:lnSpc>
            <a:spcBef>
              <a:spcPct val="0"/>
            </a:spcBef>
            <a:spcAft>
              <a:spcPct val="15000"/>
            </a:spcAft>
            <a:buChar char="•"/>
          </a:pPr>
          <a:r>
            <a:rPr lang="en-US" sz="1200" kern="1200"/>
            <a:t>Users</a:t>
          </a:r>
        </a:p>
        <a:p>
          <a:pPr marL="228600" lvl="2" indent="-114300" algn="l" defTabSz="533400">
            <a:lnSpc>
              <a:spcPct val="90000"/>
            </a:lnSpc>
            <a:spcBef>
              <a:spcPct val="0"/>
            </a:spcBef>
            <a:spcAft>
              <a:spcPct val="15000"/>
            </a:spcAft>
            <a:buChar char="•"/>
          </a:pPr>
          <a:r>
            <a:rPr lang="en-US" sz="1200" kern="1200"/>
            <a:t>Applications</a:t>
          </a:r>
        </a:p>
        <a:p>
          <a:pPr marL="228600" lvl="2" indent="-114300" algn="l" defTabSz="533400">
            <a:lnSpc>
              <a:spcPct val="90000"/>
            </a:lnSpc>
            <a:spcBef>
              <a:spcPct val="0"/>
            </a:spcBef>
            <a:spcAft>
              <a:spcPct val="15000"/>
            </a:spcAft>
            <a:buChar char="•"/>
          </a:pPr>
          <a:r>
            <a:rPr lang="en-US" sz="1200" kern="1200"/>
            <a:t>Network</a:t>
          </a:r>
        </a:p>
      </dsp:txBody>
      <dsp:txXfrm>
        <a:off x="52178" y="167401"/>
        <a:ext cx="1510764" cy="1636137"/>
      </dsp:txXfrm>
    </dsp:sp>
    <dsp:sp modelId="{C995A894-0AFA-453F-8460-3BDDD034C9F0}">
      <dsp:nvSpPr>
        <dsp:cNvPr id="0" name=""/>
        <dsp:cNvSpPr/>
      </dsp:nvSpPr>
      <dsp:spPr>
        <a:xfrm>
          <a:off x="1770422"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770422" y="866075"/>
        <a:ext cx="238147" cy="238790"/>
      </dsp:txXfrm>
    </dsp:sp>
    <dsp:sp modelId="{94DB21CA-9344-453D-8C21-40F12F0D3889}">
      <dsp:nvSpPr>
        <dsp:cNvPr id="0" name=""/>
        <dsp:cNvSpPr/>
      </dsp:nvSpPr>
      <dsp:spPr>
        <a:xfrm>
          <a:off x="2251852"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Analysis</a:t>
          </a:r>
        </a:p>
        <a:p>
          <a:pPr marL="114300" lvl="1" indent="-114300" algn="l" defTabSz="533400">
            <a:lnSpc>
              <a:spcPct val="90000"/>
            </a:lnSpc>
            <a:spcBef>
              <a:spcPct val="0"/>
            </a:spcBef>
            <a:spcAft>
              <a:spcPct val="15000"/>
            </a:spcAft>
            <a:buChar char="•"/>
          </a:pPr>
          <a:r>
            <a:rPr lang="en-US" sz="1200" kern="1200"/>
            <a:t>Estimate and measure traffic and device utilization</a:t>
          </a:r>
        </a:p>
      </dsp:txBody>
      <dsp:txXfrm>
        <a:off x="2298854" y="167401"/>
        <a:ext cx="1510764" cy="1636137"/>
      </dsp:txXfrm>
    </dsp:sp>
    <dsp:sp modelId="{60985EB9-42F5-4968-91E1-F1C3464F83DB}">
      <dsp:nvSpPr>
        <dsp:cNvPr id="0" name=""/>
        <dsp:cNvSpPr/>
      </dsp:nvSpPr>
      <dsp:spPr>
        <a:xfrm>
          <a:off x="4017098"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017098" y="866075"/>
        <a:ext cx="238147" cy="238790"/>
      </dsp:txXfrm>
    </dsp:sp>
    <dsp:sp modelId="{BCD86AF2-2522-4648-B7B2-23EC01768288}">
      <dsp:nvSpPr>
        <dsp:cNvPr id="0" name=""/>
        <dsp:cNvSpPr/>
      </dsp:nvSpPr>
      <dsp:spPr>
        <a:xfrm>
          <a:off x="4498528"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Logical Design</a:t>
          </a:r>
        </a:p>
        <a:p>
          <a:pPr marL="114300" lvl="1" indent="-114300" algn="l" defTabSz="533400">
            <a:lnSpc>
              <a:spcPct val="90000"/>
            </a:lnSpc>
            <a:spcBef>
              <a:spcPct val="0"/>
            </a:spcBef>
            <a:spcAft>
              <a:spcPct val="15000"/>
            </a:spcAft>
            <a:buChar char="•"/>
          </a:pPr>
          <a:r>
            <a:rPr lang="en-US" sz="1200" kern="1200"/>
            <a:t>Choose technologies that meet the requirements</a:t>
          </a:r>
        </a:p>
      </dsp:txBody>
      <dsp:txXfrm>
        <a:off x="4545530" y="167401"/>
        <a:ext cx="1510764" cy="1636137"/>
      </dsp:txXfrm>
    </dsp:sp>
    <dsp:sp modelId="{42963792-B266-4648-A606-495C07C981FB}">
      <dsp:nvSpPr>
        <dsp:cNvPr id="0" name=""/>
        <dsp:cNvSpPr/>
      </dsp:nvSpPr>
      <dsp:spPr>
        <a:xfrm>
          <a:off x="6263774"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263774" y="866075"/>
        <a:ext cx="238147" cy="238790"/>
      </dsp:txXfrm>
    </dsp:sp>
    <dsp:sp modelId="{0941CEB6-4744-4A4C-B3F9-AE9B3291FC66}">
      <dsp:nvSpPr>
        <dsp:cNvPr id="0" name=""/>
        <dsp:cNvSpPr/>
      </dsp:nvSpPr>
      <dsp:spPr>
        <a:xfrm>
          <a:off x="6745204"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Physical Design</a:t>
          </a:r>
        </a:p>
        <a:p>
          <a:pPr marL="114300" lvl="1" indent="-114300" algn="l" defTabSz="533400">
            <a:lnSpc>
              <a:spcPct val="90000"/>
            </a:lnSpc>
            <a:spcBef>
              <a:spcPct val="0"/>
            </a:spcBef>
            <a:spcAft>
              <a:spcPct val="15000"/>
            </a:spcAft>
            <a:buChar char="•"/>
          </a:pPr>
          <a:r>
            <a:rPr lang="en-US" sz="1200" kern="1200"/>
            <a:t>Apply the Logical Design to the physical space</a:t>
          </a:r>
        </a:p>
      </dsp:txBody>
      <dsp:txXfrm>
        <a:off x="6792206" y="167401"/>
        <a:ext cx="1510764" cy="1636137"/>
      </dsp:txXfrm>
    </dsp:sp>
    <dsp:sp modelId="{2297CA2F-E4E3-4CAA-9DAC-31EBDE18A66E}">
      <dsp:nvSpPr>
        <dsp:cNvPr id="0" name=""/>
        <dsp:cNvSpPr/>
      </dsp:nvSpPr>
      <dsp:spPr>
        <a:xfrm>
          <a:off x="8510450"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510450" y="866075"/>
        <a:ext cx="238147" cy="238790"/>
      </dsp:txXfrm>
    </dsp:sp>
    <dsp:sp modelId="{7807F26B-8DA3-4C05-AC81-9B09DFFBB862}">
      <dsp:nvSpPr>
        <dsp:cNvPr id="0" name=""/>
        <dsp:cNvSpPr/>
      </dsp:nvSpPr>
      <dsp:spPr>
        <a:xfrm>
          <a:off x="8991880"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Installation and Maintenance</a:t>
          </a:r>
        </a:p>
        <a:p>
          <a:pPr marL="114300" lvl="1" indent="-114300" algn="l" defTabSz="533400">
            <a:lnSpc>
              <a:spcPct val="90000"/>
            </a:lnSpc>
            <a:spcBef>
              <a:spcPct val="0"/>
            </a:spcBef>
            <a:spcAft>
              <a:spcPct val="15000"/>
            </a:spcAft>
            <a:buChar char="•"/>
          </a:pPr>
          <a:r>
            <a:rPr lang="en-US" sz="1200" kern="1200"/>
            <a:t>Implement the Physical Design</a:t>
          </a:r>
        </a:p>
      </dsp:txBody>
      <dsp:txXfrm>
        <a:off x="9038882" y="167401"/>
        <a:ext cx="1510764" cy="163613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C0042D-507E-4F9E-94A8-E94955ADB76F}">
      <dsp:nvSpPr>
        <dsp:cNvPr id="0" name=""/>
        <dsp:cNvSpPr/>
      </dsp:nvSpPr>
      <dsp:spPr>
        <a:xfrm>
          <a:off x="5176" y="120399"/>
          <a:ext cx="1604768" cy="1730141"/>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Requirement Gathering</a:t>
          </a:r>
        </a:p>
        <a:p>
          <a:pPr marL="114300" lvl="1" indent="-114300" algn="l" defTabSz="533400">
            <a:lnSpc>
              <a:spcPct val="90000"/>
            </a:lnSpc>
            <a:spcBef>
              <a:spcPct val="0"/>
            </a:spcBef>
            <a:spcAft>
              <a:spcPct val="15000"/>
            </a:spcAft>
            <a:buChar char="•"/>
          </a:pPr>
          <a:r>
            <a:rPr lang="en-US" sz="1200" kern="1200"/>
            <a:t>Determine needs of: </a:t>
          </a:r>
        </a:p>
        <a:p>
          <a:pPr marL="228600" lvl="2" indent="-114300" algn="l" defTabSz="533400">
            <a:lnSpc>
              <a:spcPct val="90000"/>
            </a:lnSpc>
            <a:spcBef>
              <a:spcPct val="0"/>
            </a:spcBef>
            <a:spcAft>
              <a:spcPct val="15000"/>
            </a:spcAft>
            <a:buChar char="•"/>
          </a:pPr>
          <a:r>
            <a:rPr lang="en-US" sz="1200" kern="1200"/>
            <a:t>Business</a:t>
          </a:r>
        </a:p>
        <a:p>
          <a:pPr marL="228600" lvl="2" indent="-114300" algn="l" defTabSz="533400">
            <a:lnSpc>
              <a:spcPct val="90000"/>
            </a:lnSpc>
            <a:spcBef>
              <a:spcPct val="0"/>
            </a:spcBef>
            <a:spcAft>
              <a:spcPct val="15000"/>
            </a:spcAft>
            <a:buChar char="•"/>
          </a:pPr>
          <a:r>
            <a:rPr lang="en-US" sz="1200" kern="1200"/>
            <a:t>Users</a:t>
          </a:r>
        </a:p>
        <a:p>
          <a:pPr marL="228600" lvl="2" indent="-114300" algn="l" defTabSz="533400">
            <a:lnSpc>
              <a:spcPct val="90000"/>
            </a:lnSpc>
            <a:spcBef>
              <a:spcPct val="0"/>
            </a:spcBef>
            <a:spcAft>
              <a:spcPct val="15000"/>
            </a:spcAft>
            <a:buChar char="•"/>
          </a:pPr>
          <a:r>
            <a:rPr lang="en-US" sz="1200" kern="1200"/>
            <a:t>Applications</a:t>
          </a:r>
        </a:p>
        <a:p>
          <a:pPr marL="228600" lvl="2" indent="-114300" algn="l" defTabSz="533400">
            <a:lnSpc>
              <a:spcPct val="90000"/>
            </a:lnSpc>
            <a:spcBef>
              <a:spcPct val="0"/>
            </a:spcBef>
            <a:spcAft>
              <a:spcPct val="15000"/>
            </a:spcAft>
            <a:buChar char="•"/>
          </a:pPr>
          <a:r>
            <a:rPr lang="en-US" sz="1200" kern="1200"/>
            <a:t>Network</a:t>
          </a:r>
        </a:p>
      </dsp:txBody>
      <dsp:txXfrm>
        <a:off x="52178" y="167401"/>
        <a:ext cx="1510764" cy="1636137"/>
      </dsp:txXfrm>
    </dsp:sp>
    <dsp:sp modelId="{C995A894-0AFA-453F-8460-3BDDD034C9F0}">
      <dsp:nvSpPr>
        <dsp:cNvPr id="0" name=""/>
        <dsp:cNvSpPr/>
      </dsp:nvSpPr>
      <dsp:spPr>
        <a:xfrm>
          <a:off x="1770422"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770422" y="866075"/>
        <a:ext cx="238147" cy="238790"/>
      </dsp:txXfrm>
    </dsp:sp>
    <dsp:sp modelId="{94DB21CA-9344-453D-8C21-40F12F0D3889}">
      <dsp:nvSpPr>
        <dsp:cNvPr id="0" name=""/>
        <dsp:cNvSpPr/>
      </dsp:nvSpPr>
      <dsp:spPr>
        <a:xfrm>
          <a:off x="2251852"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Analysis</a:t>
          </a:r>
        </a:p>
        <a:p>
          <a:pPr marL="114300" lvl="1" indent="-114300" algn="l" defTabSz="533400">
            <a:lnSpc>
              <a:spcPct val="90000"/>
            </a:lnSpc>
            <a:spcBef>
              <a:spcPct val="0"/>
            </a:spcBef>
            <a:spcAft>
              <a:spcPct val="15000"/>
            </a:spcAft>
            <a:buChar char="•"/>
          </a:pPr>
          <a:r>
            <a:rPr lang="en-US" sz="1200" kern="1200"/>
            <a:t>Estimate and measure traffic and device utilization</a:t>
          </a:r>
        </a:p>
      </dsp:txBody>
      <dsp:txXfrm>
        <a:off x="2298854" y="167401"/>
        <a:ext cx="1510764" cy="1636137"/>
      </dsp:txXfrm>
    </dsp:sp>
    <dsp:sp modelId="{60985EB9-42F5-4968-91E1-F1C3464F83DB}">
      <dsp:nvSpPr>
        <dsp:cNvPr id="0" name=""/>
        <dsp:cNvSpPr/>
      </dsp:nvSpPr>
      <dsp:spPr>
        <a:xfrm>
          <a:off x="4017098"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017098" y="866075"/>
        <a:ext cx="238147" cy="238790"/>
      </dsp:txXfrm>
    </dsp:sp>
    <dsp:sp modelId="{BCD86AF2-2522-4648-B7B2-23EC01768288}">
      <dsp:nvSpPr>
        <dsp:cNvPr id="0" name=""/>
        <dsp:cNvSpPr/>
      </dsp:nvSpPr>
      <dsp:spPr>
        <a:xfrm>
          <a:off x="4498528"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Logical Design</a:t>
          </a:r>
        </a:p>
        <a:p>
          <a:pPr marL="114300" lvl="1" indent="-114300" algn="l" defTabSz="533400">
            <a:lnSpc>
              <a:spcPct val="90000"/>
            </a:lnSpc>
            <a:spcBef>
              <a:spcPct val="0"/>
            </a:spcBef>
            <a:spcAft>
              <a:spcPct val="15000"/>
            </a:spcAft>
            <a:buChar char="•"/>
          </a:pPr>
          <a:r>
            <a:rPr lang="en-US" sz="1200" kern="1200"/>
            <a:t>Choose technologies that meet the requirements</a:t>
          </a:r>
        </a:p>
      </dsp:txBody>
      <dsp:txXfrm>
        <a:off x="4545530" y="167401"/>
        <a:ext cx="1510764" cy="1636137"/>
      </dsp:txXfrm>
    </dsp:sp>
    <dsp:sp modelId="{42963792-B266-4648-A606-495C07C981FB}">
      <dsp:nvSpPr>
        <dsp:cNvPr id="0" name=""/>
        <dsp:cNvSpPr/>
      </dsp:nvSpPr>
      <dsp:spPr>
        <a:xfrm>
          <a:off x="6263774"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263774" y="866075"/>
        <a:ext cx="238147" cy="238790"/>
      </dsp:txXfrm>
    </dsp:sp>
    <dsp:sp modelId="{0941CEB6-4744-4A4C-B3F9-AE9B3291FC66}">
      <dsp:nvSpPr>
        <dsp:cNvPr id="0" name=""/>
        <dsp:cNvSpPr/>
      </dsp:nvSpPr>
      <dsp:spPr>
        <a:xfrm>
          <a:off x="6745204"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Physical Design</a:t>
          </a:r>
        </a:p>
        <a:p>
          <a:pPr marL="114300" lvl="1" indent="-114300" algn="l" defTabSz="533400">
            <a:lnSpc>
              <a:spcPct val="90000"/>
            </a:lnSpc>
            <a:spcBef>
              <a:spcPct val="0"/>
            </a:spcBef>
            <a:spcAft>
              <a:spcPct val="15000"/>
            </a:spcAft>
            <a:buChar char="•"/>
          </a:pPr>
          <a:r>
            <a:rPr lang="en-US" sz="1200" kern="1200"/>
            <a:t>Apply the Logical Design to the physical space</a:t>
          </a:r>
        </a:p>
      </dsp:txBody>
      <dsp:txXfrm>
        <a:off x="6792206" y="167401"/>
        <a:ext cx="1510764" cy="1636137"/>
      </dsp:txXfrm>
    </dsp:sp>
    <dsp:sp modelId="{2297CA2F-E4E3-4CAA-9DAC-31EBDE18A66E}">
      <dsp:nvSpPr>
        <dsp:cNvPr id="0" name=""/>
        <dsp:cNvSpPr/>
      </dsp:nvSpPr>
      <dsp:spPr>
        <a:xfrm>
          <a:off x="8510450"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510450" y="866075"/>
        <a:ext cx="238147" cy="238790"/>
      </dsp:txXfrm>
    </dsp:sp>
    <dsp:sp modelId="{7807F26B-8DA3-4C05-AC81-9B09DFFBB862}">
      <dsp:nvSpPr>
        <dsp:cNvPr id="0" name=""/>
        <dsp:cNvSpPr/>
      </dsp:nvSpPr>
      <dsp:spPr>
        <a:xfrm>
          <a:off x="8991880"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Installation and Maintenance</a:t>
          </a:r>
        </a:p>
        <a:p>
          <a:pPr marL="114300" lvl="1" indent="-114300" algn="l" defTabSz="533400">
            <a:lnSpc>
              <a:spcPct val="90000"/>
            </a:lnSpc>
            <a:spcBef>
              <a:spcPct val="0"/>
            </a:spcBef>
            <a:spcAft>
              <a:spcPct val="15000"/>
            </a:spcAft>
            <a:buChar char="•"/>
          </a:pPr>
          <a:r>
            <a:rPr lang="en-US" sz="1200" kern="1200"/>
            <a:t>Implement the Physical Design</a:t>
          </a:r>
        </a:p>
      </dsp:txBody>
      <dsp:txXfrm>
        <a:off x="9038882" y="167401"/>
        <a:ext cx="1510764" cy="163613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C0042D-507E-4F9E-94A8-E94955ADB76F}">
      <dsp:nvSpPr>
        <dsp:cNvPr id="0" name=""/>
        <dsp:cNvSpPr/>
      </dsp:nvSpPr>
      <dsp:spPr>
        <a:xfrm>
          <a:off x="5176" y="120399"/>
          <a:ext cx="1604768" cy="1730141"/>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Requirement Gathering</a:t>
          </a:r>
        </a:p>
        <a:p>
          <a:pPr marL="114300" lvl="1" indent="-114300" algn="l" defTabSz="533400">
            <a:lnSpc>
              <a:spcPct val="90000"/>
            </a:lnSpc>
            <a:spcBef>
              <a:spcPct val="0"/>
            </a:spcBef>
            <a:spcAft>
              <a:spcPct val="15000"/>
            </a:spcAft>
            <a:buChar char="•"/>
          </a:pPr>
          <a:r>
            <a:rPr lang="en-US" sz="1200" kern="1200"/>
            <a:t>Determine needs of: </a:t>
          </a:r>
        </a:p>
        <a:p>
          <a:pPr marL="228600" lvl="2" indent="-114300" algn="l" defTabSz="533400">
            <a:lnSpc>
              <a:spcPct val="90000"/>
            </a:lnSpc>
            <a:spcBef>
              <a:spcPct val="0"/>
            </a:spcBef>
            <a:spcAft>
              <a:spcPct val="15000"/>
            </a:spcAft>
            <a:buChar char="•"/>
          </a:pPr>
          <a:r>
            <a:rPr lang="en-US" sz="1200" kern="1200"/>
            <a:t>Business</a:t>
          </a:r>
        </a:p>
        <a:p>
          <a:pPr marL="228600" lvl="2" indent="-114300" algn="l" defTabSz="533400">
            <a:lnSpc>
              <a:spcPct val="90000"/>
            </a:lnSpc>
            <a:spcBef>
              <a:spcPct val="0"/>
            </a:spcBef>
            <a:spcAft>
              <a:spcPct val="15000"/>
            </a:spcAft>
            <a:buChar char="•"/>
          </a:pPr>
          <a:r>
            <a:rPr lang="en-US" sz="1200" kern="1200"/>
            <a:t>Users</a:t>
          </a:r>
        </a:p>
        <a:p>
          <a:pPr marL="228600" lvl="2" indent="-114300" algn="l" defTabSz="533400">
            <a:lnSpc>
              <a:spcPct val="90000"/>
            </a:lnSpc>
            <a:spcBef>
              <a:spcPct val="0"/>
            </a:spcBef>
            <a:spcAft>
              <a:spcPct val="15000"/>
            </a:spcAft>
            <a:buChar char="•"/>
          </a:pPr>
          <a:r>
            <a:rPr lang="en-US" sz="1200" kern="1200"/>
            <a:t>Applications</a:t>
          </a:r>
        </a:p>
        <a:p>
          <a:pPr marL="228600" lvl="2" indent="-114300" algn="l" defTabSz="533400">
            <a:lnSpc>
              <a:spcPct val="90000"/>
            </a:lnSpc>
            <a:spcBef>
              <a:spcPct val="0"/>
            </a:spcBef>
            <a:spcAft>
              <a:spcPct val="15000"/>
            </a:spcAft>
            <a:buChar char="•"/>
          </a:pPr>
          <a:r>
            <a:rPr lang="en-US" sz="1200" kern="1200"/>
            <a:t>Network</a:t>
          </a:r>
        </a:p>
      </dsp:txBody>
      <dsp:txXfrm>
        <a:off x="52178" y="167401"/>
        <a:ext cx="1510764" cy="1636137"/>
      </dsp:txXfrm>
    </dsp:sp>
    <dsp:sp modelId="{C995A894-0AFA-453F-8460-3BDDD034C9F0}">
      <dsp:nvSpPr>
        <dsp:cNvPr id="0" name=""/>
        <dsp:cNvSpPr/>
      </dsp:nvSpPr>
      <dsp:spPr>
        <a:xfrm>
          <a:off x="1770422"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770422" y="866075"/>
        <a:ext cx="238147" cy="238790"/>
      </dsp:txXfrm>
    </dsp:sp>
    <dsp:sp modelId="{94DB21CA-9344-453D-8C21-40F12F0D3889}">
      <dsp:nvSpPr>
        <dsp:cNvPr id="0" name=""/>
        <dsp:cNvSpPr/>
      </dsp:nvSpPr>
      <dsp:spPr>
        <a:xfrm>
          <a:off x="2251852"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Analysis</a:t>
          </a:r>
        </a:p>
        <a:p>
          <a:pPr marL="114300" lvl="1" indent="-114300" algn="l" defTabSz="533400">
            <a:lnSpc>
              <a:spcPct val="90000"/>
            </a:lnSpc>
            <a:spcBef>
              <a:spcPct val="0"/>
            </a:spcBef>
            <a:spcAft>
              <a:spcPct val="15000"/>
            </a:spcAft>
            <a:buChar char="•"/>
          </a:pPr>
          <a:r>
            <a:rPr lang="en-US" sz="1200" kern="1200"/>
            <a:t>Estimate and measure traffic and device utilization</a:t>
          </a:r>
        </a:p>
      </dsp:txBody>
      <dsp:txXfrm>
        <a:off x="2298854" y="167401"/>
        <a:ext cx="1510764" cy="1636137"/>
      </dsp:txXfrm>
    </dsp:sp>
    <dsp:sp modelId="{60985EB9-42F5-4968-91E1-F1C3464F83DB}">
      <dsp:nvSpPr>
        <dsp:cNvPr id="0" name=""/>
        <dsp:cNvSpPr/>
      </dsp:nvSpPr>
      <dsp:spPr>
        <a:xfrm>
          <a:off x="4017098"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017098" y="866075"/>
        <a:ext cx="238147" cy="238790"/>
      </dsp:txXfrm>
    </dsp:sp>
    <dsp:sp modelId="{BCD86AF2-2522-4648-B7B2-23EC01768288}">
      <dsp:nvSpPr>
        <dsp:cNvPr id="0" name=""/>
        <dsp:cNvSpPr/>
      </dsp:nvSpPr>
      <dsp:spPr>
        <a:xfrm>
          <a:off x="4498528"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Logical Design</a:t>
          </a:r>
        </a:p>
        <a:p>
          <a:pPr marL="114300" lvl="1" indent="-114300" algn="l" defTabSz="533400">
            <a:lnSpc>
              <a:spcPct val="90000"/>
            </a:lnSpc>
            <a:spcBef>
              <a:spcPct val="0"/>
            </a:spcBef>
            <a:spcAft>
              <a:spcPct val="15000"/>
            </a:spcAft>
            <a:buChar char="•"/>
          </a:pPr>
          <a:r>
            <a:rPr lang="en-US" sz="1200" kern="1200"/>
            <a:t>Choose technologies that meet the requirements</a:t>
          </a:r>
        </a:p>
      </dsp:txBody>
      <dsp:txXfrm>
        <a:off x="4545530" y="167401"/>
        <a:ext cx="1510764" cy="1636137"/>
      </dsp:txXfrm>
    </dsp:sp>
    <dsp:sp modelId="{42963792-B266-4648-A606-495C07C981FB}">
      <dsp:nvSpPr>
        <dsp:cNvPr id="0" name=""/>
        <dsp:cNvSpPr/>
      </dsp:nvSpPr>
      <dsp:spPr>
        <a:xfrm>
          <a:off x="6263774"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263774" y="866075"/>
        <a:ext cx="238147" cy="238790"/>
      </dsp:txXfrm>
    </dsp:sp>
    <dsp:sp modelId="{0941CEB6-4744-4A4C-B3F9-AE9B3291FC66}">
      <dsp:nvSpPr>
        <dsp:cNvPr id="0" name=""/>
        <dsp:cNvSpPr/>
      </dsp:nvSpPr>
      <dsp:spPr>
        <a:xfrm>
          <a:off x="6745204"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Physical Design</a:t>
          </a:r>
        </a:p>
        <a:p>
          <a:pPr marL="114300" lvl="1" indent="-114300" algn="l" defTabSz="533400">
            <a:lnSpc>
              <a:spcPct val="90000"/>
            </a:lnSpc>
            <a:spcBef>
              <a:spcPct val="0"/>
            </a:spcBef>
            <a:spcAft>
              <a:spcPct val="15000"/>
            </a:spcAft>
            <a:buChar char="•"/>
          </a:pPr>
          <a:r>
            <a:rPr lang="en-US" sz="1200" kern="1200"/>
            <a:t>Apply the Logical Design to the physical space</a:t>
          </a:r>
        </a:p>
      </dsp:txBody>
      <dsp:txXfrm>
        <a:off x="6792206" y="167401"/>
        <a:ext cx="1510764" cy="1636137"/>
      </dsp:txXfrm>
    </dsp:sp>
    <dsp:sp modelId="{2297CA2F-E4E3-4CAA-9DAC-31EBDE18A66E}">
      <dsp:nvSpPr>
        <dsp:cNvPr id="0" name=""/>
        <dsp:cNvSpPr/>
      </dsp:nvSpPr>
      <dsp:spPr>
        <a:xfrm>
          <a:off x="8510450"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510450" y="866075"/>
        <a:ext cx="238147" cy="238790"/>
      </dsp:txXfrm>
    </dsp:sp>
    <dsp:sp modelId="{7807F26B-8DA3-4C05-AC81-9B09DFFBB862}">
      <dsp:nvSpPr>
        <dsp:cNvPr id="0" name=""/>
        <dsp:cNvSpPr/>
      </dsp:nvSpPr>
      <dsp:spPr>
        <a:xfrm>
          <a:off x="8991880"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Installation and Maintenance</a:t>
          </a:r>
        </a:p>
        <a:p>
          <a:pPr marL="114300" lvl="1" indent="-114300" algn="l" defTabSz="533400">
            <a:lnSpc>
              <a:spcPct val="90000"/>
            </a:lnSpc>
            <a:spcBef>
              <a:spcPct val="0"/>
            </a:spcBef>
            <a:spcAft>
              <a:spcPct val="15000"/>
            </a:spcAft>
            <a:buChar char="•"/>
          </a:pPr>
          <a:r>
            <a:rPr lang="en-US" sz="1200" kern="1200"/>
            <a:t>Implement the Physical Design</a:t>
          </a:r>
        </a:p>
      </dsp:txBody>
      <dsp:txXfrm>
        <a:off x="9038882" y="167401"/>
        <a:ext cx="1510764" cy="163613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C0042D-507E-4F9E-94A8-E94955ADB76F}">
      <dsp:nvSpPr>
        <dsp:cNvPr id="0" name=""/>
        <dsp:cNvSpPr/>
      </dsp:nvSpPr>
      <dsp:spPr>
        <a:xfrm>
          <a:off x="5176" y="120399"/>
          <a:ext cx="1604768" cy="1730141"/>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Requirement Gathering</a:t>
          </a:r>
        </a:p>
        <a:p>
          <a:pPr marL="114300" lvl="1" indent="-114300" algn="l" defTabSz="533400">
            <a:lnSpc>
              <a:spcPct val="90000"/>
            </a:lnSpc>
            <a:spcBef>
              <a:spcPct val="0"/>
            </a:spcBef>
            <a:spcAft>
              <a:spcPct val="15000"/>
            </a:spcAft>
            <a:buChar char="•"/>
          </a:pPr>
          <a:r>
            <a:rPr lang="en-US" sz="1200" kern="1200"/>
            <a:t>Determine needs of: </a:t>
          </a:r>
        </a:p>
        <a:p>
          <a:pPr marL="228600" lvl="2" indent="-114300" algn="l" defTabSz="533400">
            <a:lnSpc>
              <a:spcPct val="90000"/>
            </a:lnSpc>
            <a:spcBef>
              <a:spcPct val="0"/>
            </a:spcBef>
            <a:spcAft>
              <a:spcPct val="15000"/>
            </a:spcAft>
            <a:buChar char="•"/>
          </a:pPr>
          <a:r>
            <a:rPr lang="en-US" sz="1200" kern="1200"/>
            <a:t>Business</a:t>
          </a:r>
        </a:p>
        <a:p>
          <a:pPr marL="228600" lvl="2" indent="-114300" algn="l" defTabSz="533400">
            <a:lnSpc>
              <a:spcPct val="90000"/>
            </a:lnSpc>
            <a:spcBef>
              <a:spcPct val="0"/>
            </a:spcBef>
            <a:spcAft>
              <a:spcPct val="15000"/>
            </a:spcAft>
            <a:buChar char="•"/>
          </a:pPr>
          <a:r>
            <a:rPr lang="en-US" sz="1200" kern="1200"/>
            <a:t>Users</a:t>
          </a:r>
        </a:p>
        <a:p>
          <a:pPr marL="228600" lvl="2" indent="-114300" algn="l" defTabSz="533400">
            <a:lnSpc>
              <a:spcPct val="90000"/>
            </a:lnSpc>
            <a:spcBef>
              <a:spcPct val="0"/>
            </a:spcBef>
            <a:spcAft>
              <a:spcPct val="15000"/>
            </a:spcAft>
            <a:buChar char="•"/>
          </a:pPr>
          <a:r>
            <a:rPr lang="en-US" sz="1200" kern="1200"/>
            <a:t>Applications</a:t>
          </a:r>
        </a:p>
        <a:p>
          <a:pPr marL="228600" lvl="2" indent="-114300" algn="l" defTabSz="533400">
            <a:lnSpc>
              <a:spcPct val="90000"/>
            </a:lnSpc>
            <a:spcBef>
              <a:spcPct val="0"/>
            </a:spcBef>
            <a:spcAft>
              <a:spcPct val="15000"/>
            </a:spcAft>
            <a:buChar char="•"/>
          </a:pPr>
          <a:r>
            <a:rPr lang="en-US" sz="1200" kern="1200"/>
            <a:t>Network</a:t>
          </a:r>
        </a:p>
      </dsp:txBody>
      <dsp:txXfrm>
        <a:off x="52178" y="167401"/>
        <a:ext cx="1510764" cy="1636137"/>
      </dsp:txXfrm>
    </dsp:sp>
    <dsp:sp modelId="{C995A894-0AFA-453F-8460-3BDDD034C9F0}">
      <dsp:nvSpPr>
        <dsp:cNvPr id="0" name=""/>
        <dsp:cNvSpPr/>
      </dsp:nvSpPr>
      <dsp:spPr>
        <a:xfrm>
          <a:off x="1770422"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770422" y="866075"/>
        <a:ext cx="238147" cy="238790"/>
      </dsp:txXfrm>
    </dsp:sp>
    <dsp:sp modelId="{94DB21CA-9344-453D-8C21-40F12F0D3889}">
      <dsp:nvSpPr>
        <dsp:cNvPr id="0" name=""/>
        <dsp:cNvSpPr/>
      </dsp:nvSpPr>
      <dsp:spPr>
        <a:xfrm>
          <a:off x="2251852"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Analysis</a:t>
          </a:r>
        </a:p>
        <a:p>
          <a:pPr marL="114300" lvl="1" indent="-114300" algn="l" defTabSz="533400">
            <a:lnSpc>
              <a:spcPct val="90000"/>
            </a:lnSpc>
            <a:spcBef>
              <a:spcPct val="0"/>
            </a:spcBef>
            <a:spcAft>
              <a:spcPct val="15000"/>
            </a:spcAft>
            <a:buChar char="•"/>
          </a:pPr>
          <a:r>
            <a:rPr lang="en-US" sz="1200" kern="1200"/>
            <a:t>Estimate and measure traffic and device utilization</a:t>
          </a:r>
        </a:p>
      </dsp:txBody>
      <dsp:txXfrm>
        <a:off x="2298854" y="167401"/>
        <a:ext cx="1510764" cy="1636137"/>
      </dsp:txXfrm>
    </dsp:sp>
    <dsp:sp modelId="{60985EB9-42F5-4968-91E1-F1C3464F83DB}">
      <dsp:nvSpPr>
        <dsp:cNvPr id="0" name=""/>
        <dsp:cNvSpPr/>
      </dsp:nvSpPr>
      <dsp:spPr>
        <a:xfrm>
          <a:off x="4017098"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017098" y="866075"/>
        <a:ext cx="238147" cy="238790"/>
      </dsp:txXfrm>
    </dsp:sp>
    <dsp:sp modelId="{BCD86AF2-2522-4648-B7B2-23EC01768288}">
      <dsp:nvSpPr>
        <dsp:cNvPr id="0" name=""/>
        <dsp:cNvSpPr/>
      </dsp:nvSpPr>
      <dsp:spPr>
        <a:xfrm>
          <a:off x="4498528"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Logical Design</a:t>
          </a:r>
        </a:p>
        <a:p>
          <a:pPr marL="114300" lvl="1" indent="-114300" algn="l" defTabSz="533400">
            <a:lnSpc>
              <a:spcPct val="90000"/>
            </a:lnSpc>
            <a:spcBef>
              <a:spcPct val="0"/>
            </a:spcBef>
            <a:spcAft>
              <a:spcPct val="15000"/>
            </a:spcAft>
            <a:buChar char="•"/>
          </a:pPr>
          <a:r>
            <a:rPr lang="en-US" sz="1200" kern="1200"/>
            <a:t>Choose technologies that meet the requirements</a:t>
          </a:r>
        </a:p>
      </dsp:txBody>
      <dsp:txXfrm>
        <a:off x="4545530" y="167401"/>
        <a:ext cx="1510764" cy="1636137"/>
      </dsp:txXfrm>
    </dsp:sp>
    <dsp:sp modelId="{42963792-B266-4648-A606-495C07C981FB}">
      <dsp:nvSpPr>
        <dsp:cNvPr id="0" name=""/>
        <dsp:cNvSpPr/>
      </dsp:nvSpPr>
      <dsp:spPr>
        <a:xfrm>
          <a:off x="6263774"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263774" y="866075"/>
        <a:ext cx="238147" cy="238790"/>
      </dsp:txXfrm>
    </dsp:sp>
    <dsp:sp modelId="{0941CEB6-4744-4A4C-B3F9-AE9B3291FC66}">
      <dsp:nvSpPr>
        <dsp:cNvPr id="0" name=""/>
        <dsp:cNvSpPr/>
      </dsp:nvSpPr>
      <dsp:spPr>
        <a:xfrm>
          <a:off x="6745204"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Physical Design</a:t>
          </a:r>
        </a:p>
        <a:p>
          <a:pPr marL="114300" lvl="1" indent="-114300" algn="l" defTabSz="533400">
            <a:lnSpc>
              <a:spcPct val="90000"/>
            </a:lnSpc>
            <a:spcBef>
              <a:spcPct val="0"/>
            </a:spcBef>
            <a:spcAft>
              <a:spcPct val="15000"/>
            </a:spcAft>
            <a:buChar char="•"/>
          </a:pPr>
          <a:r>
            <a:rPr lang="en-US" sz="1200" kern="1200"/>
            <a:t>Apply the Logical Design to the physical space</a:t>
          </a:r>
        </a:p>
      </dsp:txBody>
      <dsp:txXfrm>
        <a:off x="6792206" y="167401"/>
        <a:ext cx="1510764" cy="1636137"/>
      </dsp:txXfrm>
    </dsp:sp>
    <dsp:sp modelId="{2297CA2F-E4E3-4CAA-9DAC-31EBDE18A66E}">
      <dsp:nvSpPr>
        <dsp:cNvPr id="0" name=""/>
        <dsp:cNvSpPr/>
      </dsp:nvSpPr>
      <dsp:spPr>
        <a:xfrm>
          <a:off x="8510450"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510450" y="866075"/>
        <a:ext cx="238147" cy="238790"/>
      </dsp:txXfrm>
    </dsp:sp>
    <dsp:sp modelId="{7807F26B-8DA3-4C05-AC81-9B09DFFBB862}">
      <dsp:nvSpPr>
        <dsp:cNvPr id="0" name=""/>
        <dsp:cNvSpPr/>
      </dsp:nvSpPr>
      <dsp:spPr>
        <a:xfrm>
          <a:off x="8991880"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Installation and Maintenance</a:t>
          </a:r>
        </a:p>
        <a:p>
          <a:pPr marL="114300" lvl="1" indent="-114300" algn="l" defTabSz="533400">
            <a:lnSpc>
              <a:spcPct val="90000"/>
            </a:lnSpc>
            <a:spcBef>
              <a:spcPct val="0"/>
            </a:spcBef>
            <a:spcAft>
              <a:spcPct val="15000"/>
            </a:spcAft>
            <a:buChar char="•"/>
          </a:pPr>
          <a:r>
            <a:rPr lang="en-US" sz="1200" kern="1200"/>
            <a:t>Implement the Physical Design</a:t>
          </a:r>
        </a:p>
      </dsp:txBody>
      <dsp:txXfrm>
        <a:off x="9038882" y="167401"/>
        <a:ext cx="1510764" cy="163613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C0042D-507E-4F9E-94A8-E94955ADB76F}">
      <dsp:nvSpPr>
        <dsp:cNvPr id="0" name=""/>
        <dsp:cNvSpPr/>
      </dsp:nvSpPr>
      <dsp:spPr>
        <a:xfrm>
          <a:off x="5176" y="120399"/>
          <a:ext cx="1604768" cy="1730141"/>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Requirement Gathering</a:t>
          </a:r>
        </a:p>
        <a:p>
          <a:pPr marL="114300" lvl="1" indent="-114300" algn="l" defTabSz="533400">
            <a:lnSpc>
              <a:spcPct val="90000"/>
            </a:lnSpc>
            <a:spcBef>
              <a:spcPct val="0"/>
            </a:spcBef>
            <a:spcAft>
              <a:spcPct val="15000"/>
            </a:spcAft>
            <a:buChar char="•"/>
          </a:pPr>
          <a:r>
            <a:rPr lang="en-US" sz="1200" kern="1200"/>
            <a:t>Determine needs of: </a:t>
          </a:r>
        </a:p>
        <a:p>
          <a:pPr marL="228600" lvl="2" indent="-114300" algn="l" defTabSz="533400">
            <a:lnSpc>
              <a:spcPct val="90000"/>
            </a:lnSpc>
            <a:spcBef>
              <a:spcPct val="0"/>
            </a:spcBef>
            <a:spcAft>
              <a:spcPct val="15000"/>
            </a:spcAft>
            <a:buChar char="•"/>
          </a:pPr>
          <a:r>
            <a:rPr lang="en-US" sz="1200" kern="1200"/>
            <a:t>Business</a:t>
          </a:r>
        </a:p>
        <a:p>
          <a:pPr marL="228600" lvl="2" indent="-114300" algn="l" defTabSz="533400">
            <a:lnSpc>
              <a:spcPct val="90000"/>
            </a:lnSpc>
            <a:spcBef>
              <a:spcPct val="0"/>
            </a:spcBef>
            <a:spcAft>
              <a:spcPct val="15000"/>
            </a:spcAft>
            <a:buChar char="•"/>
          </a:pPr>
          <a:r>
            <a:rPr lang="en-US" sz="1200" kern="1200"/>
            <a:t>Users</a:t>
          </a:r>
        </a:p>
        <a:p>
          <a:pPr marL="228600" lvl="2" indent="-114300" algn="l" defTabSz="533400">
            <a:lnSpc>
              <a:spcPct val="90000"/>
            </a:lnSpc>
            <a:spcBef>
              <a:spcPct val="0"/>
            </a:spcBef>
            <a:spcAft>
              <a:spcPct val="15000"/>
            </a:spcAft>
            <a:buChar char="•"/>
          </a:pPr>
          <a:r>
            <a:rPr lang="en-US" sz="1200" kern="1200"/>
            <a:t>Applications</a:t>
          </a:r>
        </a:p>
        <a:p>
          <a:pPr marL="228600" lvl="2" indent="-114300" algn="l" defTabSz="533400">
            <a:lnSpc>
              <a:spcPct val="90000"/>
            </a:lnSpc>
            <a:spcBef>
              <a:spcPct val="0"/>
            </a:spcBef>
            <a:spcAft>
              <a:spcPct val="15000"/>
            </a:spcAft>
            <a:buChar char="•"/>
          </a:pPr>
          <a:r>
            <a:rPr lang="en-US" sz="1200" kern="1200"/>
            <a:t>Network</a:t>
          </a:r>
        </a:p>
      </dsp:txBody>
      <dsp:txXfrm>
        <a:off x="52178" y="167401"/>
        <a:ext cx="1510764" cy="1636137"/>
      </dsp:txXfrm>
    </dsp:sp>
    <dsp:sp modelId="{C995A894-0AFA-453F-8460-3BDDD034C9F0}">
      <dsp:nvSpPr>
        <dsp:cNvPr id="0" name=""/>
        <dsp:cNvSpPr/>
      </dsp:nvSpPr>
      <dsp:spPr>
        <a:xfrm>
          <a:off x="1770422"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770422" y="866075"/>
        <a:ext cx="238147" cy="238790"/>
      </dsp:txXfrm>
    </dsp:sp>
    <dsp:sp modelId="{94DB21CA-9344-453D-8C21-40F12F0D3889}">
      <dsp:nvSpPr>
        <dsp:cNvPr id="0" name=""/>
        <dsp:cNvSpPr/>
      </dsp:nvSpPr>
      <dsp:spPr>
        <a:xfrm>
          <a:off x="2251852"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Analysis</a:t>
          </a:r>
        </a:p>
        <a:p>
          <a:pPr marL="114300" lvl="1" indent="-114300" algn="l" defTabSz="533400">
            <a:lnSpc>
              <a:spcPct val="90000"/>
            </a:lnSpc>
            <a:spcBef>
              <a:spcPct val="0"/>
            </a:spcBef>
            <a:spcAft>
              <a:spcPct val="15000"/>
            </a:spcAft>
            <a:buChar char="•"/>
          </a:pPr>
          <a:r>
            <a:rPr lang="en-US" sz="1200" kern="1200"/>
            <a:t>Estimate and measure traffic and device utilization</a:t>
          </a:r>
        </a:p>
      </dsp:txBody>
      <dsp:txXfrm>
        <a:off x="2298854" y="167401"/>
        <a:ext cx="1510764" cy="1636137"/>
      </dsp:txXfrm>
    </dsp:sp>
    <dsp:sp modelId="{60985EB9-42F5-4968-91E1-F1C3464F83DB}">
      <dsp:nvSpPr>
        <dsp:cNvPr id="0" name=""/>
        <dsp:cNvSpPr/>
      </dsp:nvSpPr>
      <dsp:spPr>
        <a:xfrm>
          <a:off x="4017098"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017098" y="866075"/>
        <a:ext cx="238147" cy="238790"/>
      </dsp:txXfrm>
    </dsp:sp>
    <dsp:sp modelId="{BCD86AF2-2522-4648-B7B2-23EC01768288}">
      <dsp:nvSpPr>
        <dsp:cNvPr id="0" name=""/>
        <dsp:cNvSpPr/>
      </dsp:nvSpPr>
      <dsp:spPr>
        <a:xfrm>
          <a:off x="4498528"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Logical Design</a:t>
          </a:r>
        </a:p>
        <a:p>
          <a:pPr marL="114300" lvl="1" indent="-114300" algn="l" defTabSz="533400">
            <a:lnSpc>
              <a:spcPct val="90000"/>
            </a:lnSpc>
            <a:spcBef>
              <a:spcPct val="0"/>
            </a:spcBef>
            <a:spcAft>
              <a:spcPct val="15000"/>
            </a:spcAft>
            <a:buChar char="•"/>
          </a:pPr>
          <a:r>
            <a:rPr lang="en-US" sz="1200" kern="1200"/>
            <a:t>Choose technologies that meet the requirements</a:t>
          </a:r>
        </a:p>
      </dsp:txBody>
      <dsp:txXfrm>
        <a:off x="4545530" y="167401"/>
        <a:ext cx="1510764" cy="1636137"/>
      </dsp:txXfrm>
    </dsp:sp>
    <dsp:sp modelId="{42963792-B266-4648-A606-495C07C981FB}">
      <dsp:nvSpPr>
        <dsp:cNvPr id="0" name=""/>
        <dsp:cNvSpPr/>
      </dsp:nvSpPr>
      <dsp:spPr>
        <a:xfrm>
          <a:off x="6263774"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263774" y="866075"/>
        <a:ext cx="238147" cy="238790"/>
      </dsp:txXfrm>
    </dsp:sp>
    <dsp:sp modelId="{0941CEB6-4744-4A4C-B3F9-AE9B3291FC66}">
      <dsp:nvSpPr>
        <dsp:cNvPr id="0" name=""/>
        <dsp:cNvSpPr/>
      </dsp:nvSpPr>
      <dsp:spPr>
        <a:xfrm>
          <a:off x="6745204"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Physical Design</a:t>
          </a:r>
        </a:p>
        <a:p>
          <a:pPr marL="114300" lvl="1" indent="-114300" algn="l" defTabSz="533400">
            <a:lnSpc>
              <a:spcPct val="90000"/>
            </a:lnSpc>
            <a:spcBef>
              <a:spcPct val="0"/>
            </a:spcBef>
            <a:spcAft>
              <a:spcPct val="15000"/>
            </a:spcAft>
            <a:buChar char="•"/>
          </a:pPr>
          <a:r>
            <a:rPr lang="en-US" sz="1200" kern="1200"/>
            <a:t>Apply the Logical Design to the physical space</a:t>
          </a:r>
        </a:p>
      </dsp:txBody>
      <dsp:txXfrm>
        <a:off x="6792206" y="167401"/>
        <a:ext cx="1510764" cy="1636137"/>
      </dsp:txXfrm>
    </dsp:sp>
    <dsp:sp modelId="{2297CA2F-E4E3-4CAA-9DAC-31EBDE18A66E}">
      <dsp:nvSpPr>
        <dsp:cNvPr id="0" name=""/>
        <dsp:cNvSpPr/>
      </dsp:nvSpPr>
      <dsp:spPr>
        <a:xfrm>
          <a:off x="8510450"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510450" y="866075"/>
        <a:ext cx="238147" cy="238790"/>
      </dsp:txXfrm>
    </dsp:sp>
    <dsp:sp modelId="{7807F26B-8DA3-4C05-AC81-9B09DFFBB862}">
      <dsp:nvSpPr>
        <dsp:cNvPr id="0" name=""/>
        <dsp:cNvSpPr/>
      </dsp:nvSpPr>
      <dsp:spPr>
        <a:xfrm>
          <a:off x="8991880"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Installation and Maintenance</a:t>
          </a:r>
        </a:p>
        <a:p>
          <a:pPr marL="114300" lvl="1" indent="-114300" algn="l" defTabSz="533400">
            <a:lnSpc>
              <a:spcPct val="90000"/>
            </a:lnSpc>
            <a:spcBef>
              <a:spcPct val="0"/>
            </a:spcBef>
            <a:spcAft>
              <a:spcPct val="15000"/>
            </a:spcAft>
            <a:buChar char="•"/>
          </a:pPr>
          <a:r>
            <a:rPr lang="en-US" sz="1200" kern="1200"/>
            <a:t>Implement the Physical Design</a:t>
          </a:r>
        </a:p>
      </dsp:txBody>
      <dsp:txXfrm>
        <a:off x="9038882" y="167401"/>
        <a:ext cx="1510764" cy="163613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C0042D-507E-4F9E-94A8-E94955ADB76F}">
      <dsp:nvSpPr>
        <dsp:cNvPr id="0" name=""/>
        <dsp:cNvSpPr/>
      </dsp:nvSpPr>
      <dsp:spPr>
        <a:xfrm>
          <a:off x="5176" y="120399"/>
          <a:ext cx="1604768" cy="1730141"/>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Requirement Gathering</a:t>
          </a:r>
        </a:p>
        <a:p>
          <a:pPr marL="114300" lvl="1" indent="-114300" algn="l" defTabSz="533400">
            <a:lnSpc>
              <a:spcPct val="90000"/>
            </a:lnSpc>
            <a:spcBef>
              <a:spcPct val="0"/>
            </a:spcBef>
            <a:spcAft>
              <a:spcPct val="15000"/>
            </a:spcAft>
            <a:buChar char="•"/>
          </a:pPr>
          <a:r>
            <a:rPr lang="en-US" sz="1200" kern="1200"/>
            <a:t>Determine needs of: </a:t>
          </a:r>
        </a:p>
        <a:p>
          <a:pPr marL="228600" lvl="2" indent="-114300" algn="l" defTabSz="533400">
            <a:lnSpc>
              <a:spcPct val="90000"/>
            </a:lnSpc>
            <a:spcBef>
              <a:spcPct val="0"/>
            </a:spcBef>
            <a:spcAft>
              <a:spcPct val="15000"/>
            </a:spcAft>
            <a:buChar char="•"/>
          </a:pPr>
          <a:r>
            <a:rPr lang="en-US" sz="1200" kern="1200"/>
            <a:t>Business</a:t>
          </a:r>
        </a:p>
        <a:p>
          <a:pPr marL="228600" lvl="2" indent="-114300" algn="l" defTabSz="533400">
            <a:lnSpc>
              <a:spcPct val="90000"/>
            </a:lnSpc>
            <a:spcBef>
              <a:spcPct val="0"/>
            </a:spcBef>
            <a:spcAft>
              <a:spcPct val="15000"/>
            </a:spcAft>
            <a:buChar char="•"/>
          </a:pPr>
          <a:r>
            <a:rPr lang="en-US" sz="1200" kern="1200"/>
            <a:t>Users</a:t>
          </a:r>
        </a:p>
        <a:p>
          <a:pPr marL="228600" lvl="2" indent="-114300" algn="l" defTabSz="533400">
            <a:lnSpc>
              <a:spcPct val="90000"/>
            </a:lnSpc>
            <a:spcBef>
              <a:spcPct val="0"/>
            </a:spcBef>
            <a:spcAft>
              <a:spcPct val="15000"/>
            </a:spcAft>
            <a:buChar char="•"/>
          </a:pPr>
          <a:r>
            <a:rPr lang="en-US" sz="1200" kern="1200"/>
            <a:t>Applications</a:t>
          </a:r>
        </a:p>
        <a:p>
          <a:pPr marL="228600" lvl="2" indent="-114300" algn="l" defTabSz="533400">
            <a:lnSpc>
              <a:spcPct val="90000"/>
            </a:lnSpc>
            <a:spcBef>
              <a:spcPct val="0"/>
            </a:spcBef>
            <a:spcAft>
              <a:spcPct val="15000"/>
            </a:spcAft>
            <a:buChar char="•"/>
          </a:pPr>
          <a:r>
            <a:rPr lang="en-US" sz="1200" kern="1200"/>
            <a:t>Network</a:t>
          </a:r>
        </a:p>
      </dsp:txBody>
      <dsp:txXfrm>
        <a:off x="52178" y="167401"/>
        <a:ext cx="1510764" cy="1636137"/>
      </dsp:txXfrm>
    </dsp:sp>
    <dsp:sp modelId="{C995A894-0AFA-453F-8460-3BDDD034C9F0}">
      <dsp:nvSpPr>
        <dsp:cNvPr id="0" name=""/>
        <dsp:cNvSpPr/>
      </dsp:nvSpPr>
      <dsp:spPr>
        <a:xfrm>
          <a:off x="1770422"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770422" y="866075"/>
        <a:ext cx="238147" cy="238790"/>
      </dsp:txXfrm>
    </dsp:sp>
    <dsp:sp modelId="{94DB21CA-9344-453D-8C21-40F12F0D3889}">
      <dsp:nvSpPr>
        <dsp:cNvPr id="0" name=""/>
        <dsp:cNvSpPr/>
      </dsp:nvSpPr>
      <dsp:spPr>
        <a:xfrm>
          <a:off x="2251852"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Analysis</a:t>
          </a:r>
        </a:p>
        <a:p>
          <a:pPr marL="114300" lvl="1" indent="-114300" algn="l" defTabSz="533400">
            <a:lnSpc>
              <a:spcPct val="90000"/>
            </a:lnSpc>
            <a:spcBef>
              <a:spcPct val="0"/>
            </a:spcBef>
            <a:spcAft>
              <a:spcPct val="15000"/>
            </a:spcAft>
            <a:buChar char="•"/>
          </a:pPr>
          <a:r>
            <a:rPr lang="en-US" sz="1200" kern="1200"/>
            <a:t>Estimate and measure traffic and device utilization</a:t>
          </a:r>
        </a:p>
      </dsp:txBody>
      <dsp:txXfrm>
        <a:off x="2298854" y="167401"/>
        <a:ext cx="1510764" cy="1636137"/>
      </dsp:txXfrm>
    </dsp:sp>
    <dsp:sp modelId="{60985EB9-42F5-4968-91E1-F1C3464F83DB}">
      <dsp:nvSpPr>
        <dsp:cNvPr id="0" name=""/>
        <dsp:cNvSpPr/>
      </dsp:nvSpPr>
      <dsp:spPr>
        <a:xfrm>
          <a:off x="4017098"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017098" y="866075"/>
        <a:ext cx="238147" cy="238790"/>
      </dsp:txXfrm>
    </dsp:sp>
    <dsp:sp modelId="{BCD86AF2-2522-4648-B7B2-23EC01768288}">
      <dsp:nvSpPr>
        <dsp:cNvPr id="0" name=""/>
        <dsp:cNvSpPr/>
      </dsp:nvSpPr>
      <dsp:spPr>
        <a:xfrm>
          <a:off x="4498528"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Logical Design</a:t>
          </a:r>
        </a:p>
        <a:p>
          <a:pPr marL="114300" lvl="1" indent="-114300" algn="l" defTabSz="533400">
            <a:lnSpc>
              <a:spcPct val="90000"/>
            </a:lnSpc>
            <a:spcBef>
              <a:spcPct val="0"/>
            </a:spcBef>
            <a:spcAft>
              <a:spcPct val="15000"/>
            </a:spcAft>
            <a:buChar char="•"/>
          </a:pPr>
          <a:r>
            <a:rPr lang="en-US" sz="1200" kern="1200"/>
            <a:t>Choose technologies that meet the requirements</a:t>
          </a:r>
        </a:p>
      </dsp:txBody>
      <dsp:txXfrm>
        <a:off x="4545530" y="167401"/>
        <a:ext cx="1510764" cy="1636137"/>
      </dsp:txXfrm>
    </dsp:sp>
    <dsp:sp modelId="{42963792-B266-4648-A606-495C07C981FB}">
      <dsp:nvSpPr>
        <dsp:cNvPr id="0" name=""/>
        <dsp:cNvSpPr/>
      </dsp:nvSpPr>
      <dsp:spPr>
        <a:xfrm>
          <a:off x="6263774"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263774" y="866075"/>
        <a:ext cx="238147" cy="238790"/>
      </dsp:txXfrm>
    </dsp:sp>
    <dsp:sp modelId="{0941CEB6-4744-4A4C-B3F9-AE9B3291FC66}">
      <dsp:nvSpPr>
        <dsp:cNvPr id="0" name=""/>
        <dsp:cNvSpPr/>
      </dsp:nvSpPr>
      <dsp:spPr>
        <a:xfrm>
          <a:off x="6745204"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Physical Design</a:t>
          </a:r>
        </a:p>
        <a:p>
          <a:pPr marL="114300" lvl="1" indent="-114300" algn="l" defTabSz="533400">
            <a:lnSpc>
              <a:spcPct val="90000"/>
            </a:lnSpc>
            <a:spcBef>
              <a:spcPct val="0"/>
            </a:spcBef>
            <a:spcAft>
              <a:spcPct val="15000"/>
            </a:spcAft>
            <a:buChar char="•"/>
          </a:pPr>
          <a:r>
            <a:rPr lang="en-US" sz="1200" kern="1200"/>
            <a:t>Apply the Logical Design to the physical space</a:t>
          </a:r>
        </a:p>
      </dsp:txBody>
      <dsp:txXfrm>
        <a:off x="6792206" y="167401"/>
        <a:ext cx="1510764" cy="1636137"/>
      </dsp:txXfrm>
    </dsp:sp>
    <dsp:sp modelId="{2297CA2F-E4E3-4CAA-9DAC-31EBDE18A66E}">
      <dsp:nvSpPr>
        <dsp:cNvPr id="0" name=""/>
        <dsp:cNvSpPr/>
      </dsp:nvSpPr>
      <dsp:spPr>
        <a:xfrm>
          <a:off x="8510450"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510450" y="866075"/>
        <a:ext cx="238147" cy="238790"/>
      </dsp:txXfrm>
    </dsp:sp>
    <dsp:sp modelId="{7807F26B-8DA3-4C05-AC81-9B09DFFBB862}">
      <dsp:nvSpPr>
        <dsp:cNvPr id="0" name=""/>
        <dsp:cNvSpPr/>
      </dsp:nvSpPr>
      <dsp:spPr>
        <a:xfrm>
          <a:off x="8991880"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Installation and Maintenance</a:t>
          </a:r>
        </a:p>
        <a:p>
          <a:pPr marL="114300" lvl="1" indent="-114300" algn="l" defTabSz="533400">
            <a:lnSpc>
              <a:spcPct val="90000"/>
            </a:lnSpc>
            <a:spcBef>
              <a:spcPct val="0"/>
            </a:spcBef>
            <a:spcAft>
              <a:spcPct val="15000"/>
            </a:spcAft>
            <a:buChar char="•"/>
          </a:pPr>
          <a:r>
            <a:rPr lang="en-US" sz="1200" kern="1200"/>
            <a:t>Implement the Physical Design</a:t>
          </a:r>
        </a:p>
      </dsp:txBody>
      <dsp:txXfrm>
        <a:off x="9038882" y="167401"/>
        <a:ext cx="1510764" cy="1636137"/>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C0042D-507E-4F9E-94A8-E94955ADB76F}">
      <dsp:nvSpPr>
        <dsp:cNvPr id="0" name=""/>
        <dsp:cNvSpPr/>
      </dsp:nvSpPr>
      <dsp:spPr>
        <a:xfrm>
          <a:off x="5176" y="120399"/>
          <a:ext cx="1604768" cy="1730141"/>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Requirement Gathering</a:t>
          </a:r>
        </a:p>
        <a:p>
          <a:pPr marL="114300" lvl="1" indent="-114300" algn="l" defTabSz="533400">
            <a:lnSpc>
              <a:spcPct val="90000"/>
            </a:lnSpc>
            <a:spcBef>
              <a:spcPct val="0"/>
            </a:spcBef>
            <a:spcAft>
              <a:spcPct val="15000"/>
            </a:spcAft>
            <a:buChar char="•"/>
          </a:pPr>
          <a:r>
            <a:rPr lang="en-US" sz="1200" kern="1200"/>
            <a:t>Determine needs of: </a:t>
          </a:r>
        </a:p>
        <a:p>
          <a:pPr marL="228600" lvl="2" indent="-114300" algn="l" defTabSz="533400">
            <a:lnSpc>
              <a:spcPct val="90000"/>
            </a:lnSpc>
            <a:spcBef>
              <a:spcPct val="0"/>
            </a:spcBef>
            <a:spcAft>
              <a:spcPct val="15000"/>
            </a:spcAft>
            <a:buChar char="•"/>
          </a:pPr>
          <a:r>
            <a:rPr lang="en-US" sz="1200" kern="1200"/>
            <a:t>Business</a:t>
          </a:r>
        </a:p>
        <a:p>
          <a:pPr marL="228600" lvl="2" indent="-114300" algn="l" defTabSz="533400">
            <a:lnSpc>
              <a:spcPct val="90000"/>
            </a:lnSpc>
            <a:spcBef>
              <a:spcPct val="0"/>
            </a:spcBef>
            <a:spcAft>
              <a:spcPct val="15000"/>
            </a:spcAft>
            <a:buChar char="•"/>
          </a:pPr>
          <a:r>
            <a:rPr lang="en-US" sz="1200" kern="1200"/>
            <a:t>Users</a:t>
          </a:r>
        </a:p>
        <a:p>
          <a:pPr marL="228600" lvl="2" indent="-114300" algn="l" defTabSz="533400">
            <a:lnSpc>
              <a:spcPct val="90000"/>
            </a:lnSpc>
            <a:spcBef>
              <a:spcPct val="0"/>
            </a:spcBef>
            <a:spcAft>
              <a:spcPct val="15000"/>
            </a:spcAft>
            <a:buChar char="•"/>
          </a:pPr>
          <a:r>
            <a:rPr lang="en-US" sz="1200" kern="1200"/>
            <a:t>Applications</a:t>
          </a:r>
        </a:p>
        <a:p>
          <a:pPr marL="228600" lvl="2" indent="-114300" algn="l" defTabSz="533400">
            <a:lnSpc>
              <a:spcPct val="90000"/>
            </a:lnSpc>
            <a:spcBef>
              <a:spcPct val="0"/>
            </a:spcBef>
            <a:spcAft>
              <a:spcPct val="15000"/>
            </a:spcAft>
            <a:buChar char="•"/>
          </a:pPr>
          <a:r>
            <a:rPr lang="en-US" sz="1200" kern="1200"/>
            <a:t>Network</a:t>
          </a:r>
        </a:p>
      </dsp:txBody>
      <dsp:txXfrm>
        <a:off x="52178" y="167401"/>
        <a:ext cx="1510764" cy="1636137"/>
      </dsp:txXfrm>
    </dsp:sp>
    <dsp:sp modelId="{C995A894-0AFA-453F-8460-3BDDD034C9F0}">
      <dsp:nvSpPr>
        <dsp:cNvPr id="0" name=""/>
        <dsp:cNvSpPr/>
      </dsp:nvSpPr>
      <dsp:spPr>
        <a:xfrm>
          <a:off x="1770422"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770422" y="866075"/>
        <a:ext cx="238147" cy="238790"/>
      </dsp:txXfrm>
    </dsp:sp>
    <dsp:sp modelId="{94DB21CA-9344-453D-8C21-40F12F0D3889}">
      <dsp:nvSpPr>
        <dsp:cNvPr id="0" name=""/>
        <dsp:cNvSpPr/>
      </dsp:nvSpPr>
      <dsp:spPr>
        <a:xfrm>
          <a:off x="2251852"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Analysis</a:t>
          </a:r>
        </a:p>
        <a:p>
          <a:pPr marL="114300" lvl="1" indent="-114300" algn="l" defTabSz="533400">
            <a:lnSpc>
              <a:spcPct val="90000"/>
            </a:lnSpc>
            <a:spcBef>
              <a:spcPct val="0"/>
            </a:spcBef>
            <a:spcAft>
              <a:spcPct val="15000"/>
            </a:spcAft>
            <a:buChar char="•"/>
          </a:pPr>
          <a:r>
            <a:rPr lang="en-US" sz="1200" kern="1200"/>
            <a:t>Estimate and measure traffic and device utilization</a:t>
          </a:r>
        </a:p>
      </dsp:txBody>
      <dsp:txXfrm>
        <a:off x="2298854" y="167401"/>
        <a:ext cx="1510764" cy="1636137"/>
      </dsp:txXfrm>
    </dsp:sp>
    <dsp:sp modelId="{60985EB9-42F5-4968-91E1-F1C3464F83DB}">
      <dsp:nvSpPr>
        <dsp:cNvPr id="0" name=""/>
        <dsp:cNvSpPr/>
      </dsp:nvSpPr>
      <dsp:spPr>
        <a:xfrm>
          <a:off x="4017098"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017098" y="866075"/>
        <a:ext cx="238147" cy="238790"/>
      </dsp:txXfrm>
    </dsp:sp>
    <dsp:sp modelId="{BCD86AF2-2522-4648-B7B2-23EC01768288}">
      <dsp:nvSpPr>
        <dsp:cNvPr id="0" name=""/>
        <dsp:cNvSpPr/>
      </dsp:nvSpPr>
      <dsp:spPr>
        <a:xfrm>
          <a:off x="4498528"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Logical Design</a:t>
          </a:r>
        </a:p>
        <a:p>
          <a:pPr marL="114300" lvl="1" indent="-114300" algn="l" defTabSz="533400">
            <a:lnSpc>
              <a:spcPct val="90000"/>
            </a:lnSpc>
            <a:spcBef>
              <a:spcPct val="0"/>
            </a:spcBef>
            <a:spcAft>
              <a:spcPct val="15000"/>
            </a:spcAft>
            <a:buChar char="•"/>
          </a:pPr>
          <a:r>
            <a:rPr lang="en-US" sz="1200" kern="1200"/>
            <a:t>Choose technologies that meet the requirements</a:t>
          </a:r>
        </a:p>
      </dsp:txBody>
      <dsp:txXfrm>
        <a:off x="4545530" y="167401"/>
        <a:ext cx="1510764" cy="1636137"/>
      </dsp:txXfrm>
    </dsp:sp>
    <dsp:sp modelId="{42963792-B266-4648-A606-495C07C981FB}">
      <dsp:nvSpPr>
        <dsp:cNvPr id="0" name=""/>
        <dsp:cNvSpPr/>
      </dsp:nvSpPr>
      <dsp:spPr>
        <a:xfrm>
          <a:off x="6263774"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263774" y="866075"/>
        <a:ext cx="238147" cy="238790"/>
      </dsp:txXfrm>
    </dsp:sp>
    <dsp:sp modelId="{0941CEB6-4744-4A4C-B3F9-AE9B3291FC66}">
      <dsp:nvSpPr>
        <dsp:cNvPr id="0" name=""/>
        <dsp:cNvSpPr/>
      </dsp:nvSpPr>
      <dsp:spPr>
        <a:xfrm>
          <a:off x="6745204"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Physical Design</a:t>
          </a:r>
        </a:p>
        <a:p>
          <a:pPr marL="114300" lvl="1" indent="-114300" algn="l" defTabSz="533400">
            <a:lnSpc>
              <a:spcPct val="90000"/>
            </a:lnSpc>
            <a:spcBef>
              <a:spcPct val="0"/>
            </a:spcBef>
            <a:spcAft>
              <a:spcPct val="15000"/>
            </a:spcAft>
            <a:buChar char="•"/>
          </a:pPr>
          <a:r>
            <a:rPr lang="en-US" sz="1200" kern="1200"/>
            <a:t>Apply the Logical Design to the physical space</a:t>
          </a:r>
        </a:p>
      </dsp:txBody>
      <dsp:txXfrm>
        <a:off x="6792206" y="167401"/>
        <a:ext cx="1510764" cy="1636137"/>
      </dsp:txXfrm>
    </dsp:sp>
    <dsp:sp modelId="{2297CA2F-E4E3-4CAA-9DAC-31EBDE18A66E}">
      <dsp:nvSpPr>
        <dsp:cNvPr id="0" name=""/>
        <dsp:cNvSpPr/>
      </dsp:nvSpPr>
      <dsp:spPr>
        <a:xfrm>
          <a:off x="8510450"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510450" y="866075"/>
        <a:ext cx="238147" cy="238790"/>
      </dsp:txXfrm>
    </dsp:sp>
    <dsp:sp modelId="{7807F26B-8DA3-4C05-AC81-9B09DFFBB862}">
      <dsp:nvSpPr>
        <dsp:cNvPr id="0" name=""/>
        <dsp:cNvSpPr/>
      </dsp:nvSpPr>
      <dsp:spPr>
        <a:xfrm>
          <a:off x="8991880"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Installation and Maintenance</a:t>
          </a:r>
        </a:p>
        <a:p>
          <a:pPr marL="114300" lvl="1" indent="-114300" algn="l" defTabSz="533400">
            <a:lnSpc>
              <a:spcPct val="90000"/>
            </a:lnSpc>
            <a:spcBef>
              <a:spcPct val="0"/>
            </a:spcBef>
            <a:spcAft>
              <a:spcPct val="15000"/>
            </a:spcAft>
            <a:buChar char="•"/>
          </a:pPr>
          <a:r>
            <a:rPr lang="en-US" sz="1200" kern="1200"/>
            <a:t>Implement the Physical Design</a:t>
          </a:r>
        </a:p>
      </dsp:txBody>
      <dsp:txXfrm>
        <a:off x="9038882" y="167401"/>
        <a:ext cx="1510764" cy="1636137"/>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C0042D-507E-4F9E-94A8-E94955ADB76F}">
      <dsp:nvSpPr>
        <dsp:cNvPr id="0" name=""/>
        <dsp:cNvSpPr/>
      </dsp:nvSpPr>
      <dsp:spPr>
        <a:xfrm>
          <a:off x="5176"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Requirement Gathering</a:t>
          </a:r>
        </a:p>
        <a:p>
          <a:pPr marL="114300" lvl="1" indent="-114300" algn="l" defTabSz="533400">
            <a:lnSpc>
              <a:spcPct val="90000"/>
            </a:lnSpc>
            <a:spcBef>
              <a:spcPct val="0"/>
            </a:spcBef>
            <a:spcAft>
              <a:spcPct val="15000"/>
            </a:spcAft>
            <a:buChar char="•"/>
          </a:pPr>
          <a:r>
            <a:rPr lang="en-US" sz="1200" kern="1200"/>
            <a:t>Determine needs of: </a:t>
          </a:r>
        </a:p>
        <a:p>
          <a:pPr marL="228600" lvl="2" indent="-114300" algn="l" defTabSz="533400">
            <a:lnSpc>
              <a:spcPct val="90000"/>
            </a:lnSpc>
            <a:spcBef>
              <a:spcPct val="0"/>
            </a:spcBef>
            <a:spcAft>
              <a:spcPct val="15000"/>
            </a:spcAft>
            <a:buChar char="•"/>
          </a:pPr>
          <a:r>
            <a:rPr lang="en-US" sz="1200" kern="1200"/>
            <a:t>Business</a:t>
          </a:r>
        </a:p>
        <a:p>
          <a:pPr marL="228600" lvl="2" indent="-114300" algn="l" defTabSz="533400">
            <a:lnSpc>
              <a:spcPct val="90000"/>
            </a:lnSpc>
            <a:spcBef>
              <a:spcPct val="0"/>
            </a:spcBef>
            <a:spcAft>
              <a:spcPct val="15000"/>
            </a:spcAft>
            <a:buChar char="•"/>
          </a:pPr>
          <a:r>
            <a:rPr lang="en-US" sz="1200" kern="1200"/>
            <a:t>Users</a:t>
          </a:r>
        </a:p>
        <a:p>
          <a:pPr marL="228600" lvl="2" indent="-114300" algn="l" defTabSz="533400">
            <a:lnSpc>
              <a:spcPct val="90000"/>
            </a:lnSpc>
            <a:spcBef>
              <a:spcPct val="0"/>
            </a:spcBef>
            <a:spcAft>
              <a:spcPct val="15000"/>
            </a:spcAft>
            <a:buChar char="•"/>
          </a:pPr>
          <a:r>
            <a:rPr lang="en-US" sz="1200" kern="1200"/>
            <a:t>Applications</a:t>
          </a:r>
        </a:p>
        <a:p>
          <a:pPr marL="228600" lvl="2" indent="-114300" algn="l" defTabSz="533400">
            <a:lnSpc>
              <a:spcPct val="90000"/>
            </a:lnSpc>
            <a:spcBef>
              <a:spcPct val="0"/>
            </a:spcBef>
            <a:spcAft>
              <a:spcPct val="15000"/>
            </a:spcAft>
            <a:buChar char="•"/>
          </a:pPr>
          <a:r>
            <a:rPr lang="en-US" sz="1200" kern="1200"/>
            <a:t>Network</a:t>
          </a:r>
        </a:p>
      </dsp:txBody>
      <dsp:txXfrm>
        <a:off x="52178" y="167401"/>
        <a:ext cx="1510764" cy="1636137"/>
      </dsp:txXfrm>
    </dsp:sp>
    <dsp:sp modelId="{C995A894-0AFA-453F-8460-3BDDD034C9F0}">
      <dsp:nvSpPr>
        <dsp:cNvPr id="0" name=""/>
        <dsp:cNvSpPr/>
      </dsp:nvSpPr>
      <dsp:spPr>
        <a:xfrm>
          <a:off x="1770422"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770422" y="866075"/>
        <a:ext cx="238147" cy="238790"/>
      </dsp:txXfrm>
    </dsp:sp>
    <dsp:sp modelId="{94DB21CA-9344-453D-8C21-40F12F0D3889}">
      <dsp:nvSpPr>
        <dsp:cNvPr id="0" name=""/>
        <dsp:cNvSpPr/>
      </dsp:nvSpPr>
      <dsp:spPr>
        <a:xfrm>
          <a:off x="2251852" y="120399"/>
          <a:ext cx="1604768" cy="1730141"/>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Analysis</a:t>
          </a:r>
        </a:p>
        <a:p>
          <a:pPr marL="114300" lvl="1" indent="-114300" algn="l" defTabSz="533400">
            <a:lnSpc>
              <a:spcPct val="90000"/>
            </a:lnSpc>
            <a:spcBef>
              <a:spcPct val="0"/>
            </a:spcBef>
            <a:spcAft>
              <a:spcPct val="15000"/>
            </a:spcAft>
            <a:buChar char="•"/>
          </a:pPr>
          <a:r>
            <a:rPr lang="en-US" sz="1200" kern="1200" dirty="0"/>
            <a:t>Estimate and measure traffic and device utilization</a:t>
          </a:r>
        </a:p>
      </dsp:txBody>
      <dsp:txXfrm>
        <a:off x="2298854" y="167401"/>
        <a:ext cx="1510764" cy="1636137"/>
      </dsp:txXfrm>
    </dsp:sp>
    <dsp:sp modelId="{60985EB9-42F5-4968-91E1-F1C3464F83DB}">
      <dsp:nvSpPr>
        <dsp:cNvPr id="0" name=""/>
        <dsp:cNvSpPr/>
      </dsp:nvSpPr>
      <dsp:spPr>
        <a:xfrm>
          <a:off x="4017098"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017098" y="866075"/>
        <a:ext cx="238147" cy="238790"/>
      </dsp:txXfrm>
    </dsp:sp>
    <dsp:sp modelId="{BCD86AF2-2522-4648-B7B2-23EC01768288}">
      <dsp:nvSpPr>
        <dsp:cNvPr id="0" name=""/>
        <dsp:cNvSpPr/>
      </dsp:nvSpPr>
      <dsp:spPr>
        <a:xfrm>
          <a:off x="4498528"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Logical Design</a:t>
          </a:r>
        </a:p>
        <a:p>
          <a:pPr marL="114300" lvl="1" indent="-114300" algn="l" defTabSz="533400">
            <a:lnSpc>
              <a:spcPct val="90000"/>
            </a:lnSpc>
            <a:spcBef>
              <a:spcPct val="0"/>
            </a:spcBef>
            <a:spcAft>
              <a:spcPct val="15000"/>
            </a:spcAft>
            <a:buChar char="•"/>
          </a:pPr>
          <a:r>
            <a:rPr lang="en-US" sz="1200" kern="1200"/>
            <a:t>Choose technologies that meet the requirements</a:t>
          </a:r>
        </a:p>
      </dsp:txBody>
      <dsp:txXfrm>
        <a:off x="4545530" y="167401"/>
        <a:ext cx="1510764" cy="1636137"/>
      </dsp:txXfrm>
    </dsp:sp>
    <dsp:sp modelId="{42963792-B266-4648-A606-495C07C981FB}">
      <dsp:nvSpPr>
        <dsp:cNvPr id="0" name=""/>
        <dsp:cNvSpPr/>
      </dsp:nvSpPr>
      <dsp:spPr>
        <a:xfrm>
          <a:off x="6263774"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263774" y="866075"/>
        <a:ext cx="238147" cy="238790"/>
      </dsp:txXfrm>
    </dsp:sp>
    <dsp:sp modelId="{0941CEB6-4744-4A4C-B3F9-AE9B3291FC66}">
      <dsp:nvSpPr>
        <dsp:cNvPr id="0" name=""/>
        <dsp:cNvSpPr/>
      </dsp:nvSpPr>
      <dsp:spPr>
        <a:xfrm>
          <a:off x="6745204"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Physical Design</a:t>
          </a:r>
        </a:p>
        <a:p>
          <a:pPr marL="114300" lvl="1" indent="-114300" algn="l" defTabSz="533400">
            <a:lnSpc>
              <a:spcPct val="90000"/>
            </a:lnSpc>
            <a:spcBef>
              <a:spcPct val="0"/>
            </a:spcBef>
            <a:spcAft>
              <a:spcPct val="15000"/>
            </a:spcAft>
            <a:buChar char="•"/>
          </a:pPr>
          <a:r>
            <a:rPr lang="en-US" sz="1200" kern="1200"/>
            <a:t>Apply the Logical Design to the physical space</a:t>
          </a:r>
        </a:p>
      </dsp:txBody>
      <dsp:txXfrm>
        <a:off x="6792206" y="167401"/>
        <a:ext cx="1510764" cy="1636137"/>
      </dsp:txXfrm>
    </dsp:sp>
    <dsp:sp modelId="{2297CA2F-E4E3-4CAA-9DAC-31EBDE18A66E}">
      <dsp:nvSpPr>
        <dsp:cNvPr id="0" name=""/>
        <dsp:cNvSpPr/>
      </dsp:nvSpPr>
      <dsp:spPr>
        <a:xfrm>
          <a:off x="8510450"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510450" y="866075"/>
        <a:ext cx="238147" cy="238790"/>
      </dsp:txXfrm>
    </dsp:sp>
    <dsp:sp modelId="{7807F26B-8DA3-4C05-AC81-9B09DFFBB862}">
      <dsp:nvSpPr>
        <dsp:cNvPr id="0" name=""/>
        <dsp:cNvSpPr/>
      </dsp:nvSpPr>
      <dsp:spPr>
        <a:xfrm>
          <a:off x="8991880"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Installation and Maintenance</a:t>
          </a:r>
        </a:p>
        <a:p>
          <a:pPr marL="114300" lvl="1" indent="-114300" algn="l" defTabSz="533400">
            <a:lnSpc>
              <a:spcPct val="90000"/>
            </a:lnSpc>
            <a:spcBef>
              <a:spcPct val="0"/>
            </a:spcBef>
            <a:spcAft>
              <a:spcPct val="15000"/>
            </a:spcAft>
            <a:buChar char="•"/>
          </a:pPr>
          <a:r>
            <a:rPr lang="en-US" sz="1200" kern="1200"/>
            <a:t>Implement the Physical Design</a:t>
          </a:r>
        </a:p>
      </dsp:txBody>
      <dsp:txXfrm>
        <a:off x="9038882" y="167401"/>
        <a:ext cx="1510764" cy="1636137"/>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C0042D-507E-4F9E-94A8-E94955ADB76F}">
      <dsp:nvSpPr>
        <dsp:cNvPr id="0" name=""/>
        <dsp:cNvSpPr/>
      </dsp:nvSpPr>
      <dsp:spPr>
        <a:xfrm>
          <a:off x="5176"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Requirement Gathering</a:t>
          </a:r>
        </a:p>
        <a:p>
          <a:pPr marL="114300" lvl="1" indent="-114300" algn="l" defTabSz="533400">
            <a:lnSpc>
              <a:spcPct val="90000"/>
            </a:lnSpc>
            <a:spcBef>
              <a:spcPct val="0"/>
            </a:spcBef>
            <a:spcAft>
              <a:spcPct val="15000"/>
            </a:spcAft>
            <a:buChar char="•"/>
          </a:pPr>
          <a:r>
            <a:rPr lang="en-US" sz="1200" kern="1200"/>
            <a:t>Determine needs of: </a:t>
          </a:r>
        </a:p>
        <a:p>
          <a:pPr marL="228600" lvl="2" indent="-114300" algn="l" defTabSz="533400">
            <a:lnSpc>
              <a:spcPct val="90000"/>
            </a:lnSpc>
            <a:spcBef>
              <a:spcPct val="0"/>
            </a:spcBef>
            <a:spcAft>
              <a:spcPct val="15000"/>
            </a:spcAft>
            <a:buChar char="•"/>
          </a:pPr>
          <a:r>
            <a:rPr lang="en-US" sz="1200" kern="1200"/>
            <a:t>Business</a:t>
          </a:r>
        </a:p>
        <a:p>
          <a:pPr marL="228600" lvl="2" indent="-114300" algn="l" defTabSz="533400">
            <a:lnSpc>
              <a:spcPct val="90000"/>
            </a:lnSpc>
            <a:spcBef>
              <a:spcPct val="0"/>
            </a:spcBef>
            <a:spcAft>
              <a:spcPct val="15000"/>
            </a:spcAft>
            <a:buChar char="•"/>
          </a:pPr>
          <a:r>
            <a:rPr lang="en-US" sz="1200" kern="1200"/>
            <a:t>Users</a:t>
          </a:r>
        </a:p>
        <a:p>
          <a:pPr marL="228600" lvl="2" indent="-114300" algn="l" defTabSz="533400">
            <a:lnSpc>
              <a:spcPct val="90000"/>
            </a:lnSpc>
            <a:spcBef>
              <a:spcPct val="0"/>
            </a:spcBef>
            <a:spcAft>
              <a:spcPct val="15000"/>
            </a:spcAft>
            <a:buChar char="•"/>
          </a:pPr>
          <a:r>
            <a:rPr lang="en-US" sz="1200" kern="1200"/>
            <a:t>Applications</a:t>
          </a:r>
        </a:p>
        <a:p>
          <a:pPr marL="228600" lvl="2" indent="-114300" algn="l" defTabSz="533400">
            <a:lnSpc>
              <a:spcPct val="90000"/>
            </a:lnSpc>
            <a:spcBef>
              <a:spcPct val="0"/>
            </a:spcBef>
            <a:spcAft>
              <a:spcPct val="15000"/>
            </a:spcAft>
            <a:buChar char="•"/>
          </a:pPr>
          <a:r>
            <a:rPr lang="en-US" sz="1200" kern="1200"/>
            <a:t>Network</a:t>
          </a:r>
        </a:p>
      </dsp:txBody>
      <dsp:txXfrm>
        <a:off x="52178" y="167401"/>
        <a:ext cx="1510764" cy="1636137"/>
      </dsp:txXfrm>
    </dsp:sp>
    <dsp:sp modelId="{C995A894-0AFA-453F-8460-3BDDD034C9F0}">
      <dsp:nvSpPr>
        <dsp:cNvPr id="0" name=""/>
        <dsp:cNvSpPr/>
      </dsp:nvSpPr>
      <dsp:spPr>
        <a:xfrm>
          <a:off x="1770422"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770422" y="866075"/>
        <a:ext cx="238147" cy="238790"/>
      </dsp:txXfrm>
    </dsp:sp>
    <dsp:sp modelId="{94DB21CA-9344-453D-8C21-40F12F0D3889}">
      <dsp:nvSpPr>
        <dsp:cNvPr id="0" name=""/>
        <dsp:cNvSpPr/>
      </dsp:nvSpPr>
      <dsp:spPr>
        <a:xfrm>
          <a:off x="2251852" y="120399"/>
          <a:ext cx="1604768" cy="1730141"/>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Analysis</a:t>
          </a:r>
        </a:p>
        <a:p>
          <a:pPr marL="114300" lvl="1" indent="-114300" algn="l" defTabSz="533400">
            <a:lnSpc>
              <a:spcPct val="90000"/>
            </a:lnSpc>
            <a:spcBef>
              <a:spcPct val="0"/>
            </a:spcBef>
            <a:spcAft>
              <a:spcPct val="15000"/>
            </a:spcAft>
            <a:buChar char="•"/>
          </a:pPr>
          <a:r>
            <a:rPr lang="en-US" sz="1200" kern="1200"/>
            <a:t>Estimate and measure traffic and device utilization</a:t>
          </a:r>
        </a:p>
      </dsp:txBody>
      <dsp:txXfrm>
        <a:off x="2298854" y="167401"/>
        <a:ext cx="1510764" cy="1636137"/>
      </dsp:txXfrm>
    </dsp:sp>
    <dsp:sp modelId="{60985EB9-42F5-4968-91E1-F1C3464F83DB}">
      <dsp:nvSpPr>
        <dsp:cNvPr id="0" name=""/>
        <dsp:cNvSpPr/>
      </dsp:nvSpPr>
      <dsp:spPr>
        <a:xfrm>
          <a:off x="4017098"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017098" y="866075"/>
        <a:ext cx="238147" cy="238790"/>
      </dsp:txXfrm>
    </dsp:sp>
    <dsp:sp modelId="{BCD86AF2-2522-4648-B7B2-23EC01768288}">
      <dsp:nvSpPr>
        <dsp:cNvPr id="0" name=""/>
        <dsp:cNvSpPr/>
      </dsp:nvSpPr>
      <dsp:spPr>
        <a:xfrm>
          <a:off x="4498528"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Logical Design</a:t>
          </a:r>
        </a:p>
        <a:p>
          <a:pPr marL="114300" lvl="1" indent="-114300" algn="l" defTabSz="533400">
            <a:lnSpc>
              <a:spcPct val="90000"/>
            </a:lnSpc>
            <a:spcBef>
              <a:spcPct val="0"/>
            </a:spcBef>
            <a:spcAft>
              <a:spcPct val="15000"/>
            </a:spcAft>
            <a:buChar char="•"/>
          </a:pPr>
          <a:r>
            <a:rPr lang="en-US" sz="1200" kern="1200"/>
            <a:t>Choose technologies that meet the requirements</a:t>
          </a:r>
        </a:p>
      </dsp:txBody>
      <dsp:txXfrm>
        <a:off x="4545530" y="167401"/>
        <a:ext cx="1510764" cy="1636137"/>
      </dsp:txXfrm>
    </dsp:sp>
    <dsp:sp modelId="{42963792-B266-4648-A606-495C07C981FB}">
      <dsp:nvSpPr>
        <dsp:cNvPr id="0" name=""/>
        <dsp:cNvSpPr/>
      </dsp:nvSpPr>
      <dsp:spPr>
        <a:xfrm>
          <a:off x="6263774"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263774" y="866075"/>
        <a:ext cx="238147" cy="238790"/>
      </dsp:txXfrm>
    </dsp:sp>
    <dsp:sp modelId="{0941CEB6-4744-4A4C-B3F9-AE9B3291FC66}">
      <dsp:nvSpPr>
        <dsp:cNvPr id="0" name=""/>
        <dsp:cNvSpPr/>
      </dsp:nvSpPr>
      <dsp:spPr>
        <a:xfrm>
          <a:off x="6745204"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Physical Design</a:t>
          </a:r>
        </a:p>
        <a:p>
          <a:pPr marL="114300" lvl="1" indent="-114300" algn="l" defTabSz="533400">
            <a:lnSpc>
              <a:spcPct val="90000"/>
            </a:lnSpc>
            <a:spcBef>
              <a:spcPct val="0"/>
            </a:spcBef>
            <a:spcAft>
              <a:spcPct val="15000"/>
            </a:spcAft>
            <a:buChar char="•"/>
          </a:pPr>
          <a:r>
            <a:rPr lang="en-US" sz="1200" kern="1200"/>
            <a:t>Apply the Logical Design to the physical space</a:t>
          </a:r>
        </a:p>
      </dsp:txBody>
      <dsp:txXfrm>
        <a:off x="6792206" y="167401"/>
        <a:ext cx="1510764" cy="1636137"/>
      </dsp:txXfrm>
    </dsp:sp>
    <dsp:sp modelId="{2297CA2F-E4E3-4CAA-9DAC-31EBDE18A66E}">
      <dsp:nvSpPr>
        <dsp:cNvPr id="0" name=""/>
        <dsp:cNvSpPr/>
      </dsp:nvSpPr>
      <dsp:spPr>
        <a:xfrm>
          <a:off x="8510450"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510450" y="866075"/>
        <a:ext cx="238147" cy="238790"/>
      </dsp:txXfrm>
    </dsp:sp>
    <dsp:sp modelId="{7807F26B-8DA3-4C05-AC81-9B09DFFBB862}">
      <dsp:nvSpPr>
        <dsp:cNvPr id="0" name=""/>
        <dsp:cNvSpPr/>
      </dsp:nvSpPr>
      <dsp:spPr>
        <a:xfrm>
          <a:off x="8991880"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Installation and Maintenance</a:t>
          </a:r>
        </a:p>
        <a:p>
          <a:pPr marL="114300" lvl="1" indent="-114300" algn="l" defTabSz="533400">
            <a:lnSpc>
              <a:spcPct val="90000"/>
            </a:lnSpc>
            <a:spcBef>
              <a:spcPct val="0"/>
            </a:spcBef>
            <a:spcAft>
              <a:spcPct val="15000"/>
            </a:spcAft>
            <a:buChar char="•"/>
          </a:pPr>
          <a:r>
            <a:rPr lang="en-US" sz="1200" kern="1200"/>
            <a:t>Implement the Physical Design</a:t>
          </a:r>
        </a:p>
      </dsp:txBody>
      <dsp:txXfrm>
        <a:off x="9038882" y="167401"/>
        <a:ext cx="1510764" cy="1636137"/>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C0042D-507E-4F9E-94A8-E94955ADB76F}">
      <dsp:nvSpPr>
        <dsp:cNvPr id="0" name=""/>
        <dsp:cNvSpPr/>
      </dsp:nvSpPr>
      <dsp:spPr>
        <a:xfrm>
          <a:off x="5176"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Requirement Gathering</a:t>
          </a:r>
        </a:p>
        <a:p>
          <a:pPr marL="114300" lvl="1" indent="-114300" algn="l" defTabSz="533400">
            <a:lnSpc>
              <a:spcPct val="90000"/>
            </a:lnSpc>
            <a:spcBef>
              <a:spcPct val="0"/>
            </a:spcBef>
            <a:spcAft>
              <a:spcPct val="15000"/>
            </a:spcAft>
            <a:buChar char="•"/>
          </a:pPr>
          <a:r>
            <a:rPr lang="en-US" sz="1200" kern="1200" dirty="0"/>
            <a:t>Determine needs of: </a:t>
          </a:r>
        </a:p>
        <a:p>
          <a:pPr marL="228600" lvl="2" indent="-114300" algn="l" defTabSz="533400">
            <a:lnSpc>
              <a:spcPct val="90000"/>
            </a:lnSpc>
            <a:spcBef>
              <a:spcPct val="0"/>
            </a:spcBef>
            <a:spcAft>
              <a:spcPct val="15000"/>
            </a:spcAft>
            <a:buChar char="•"/>
          </a:pPr>
          <a:r>
            <a:rPr lang="en-US" sz="1200" kern="1200"/>
            <a:t>Business</a:t>
          </a:r>
        </a:p>
        <a:p>
          <a:pPr marL="228600" lvl="2" indent="-114300" algn="l" defTabSz="533400">
            <a:lnSpc>
              <a:spcPct val="90000"/>
            </a:lnSpc>
            <a:spcBef>
              <a:spcPct val="0"/>
            </a:spcBef>
            <a:spcAft>
              <a:spcPct val="15000"/>
            </a:spcAft>
            <a:buChar char="•"/>
          </a:pPr>
          <a:r>
            <a:rPr lang="en-US" sz="1200" kern="1200"/>
            <a:t>Users</a:t>
          </a:r>
        </a:p>
        <a:p>
          <a:pPr marL="228600" lvl="2" indent="-114300" algn="l" defTabSz="533400">
            <a:lnSpc>
              <a:spcPct val="90000"/>
            </a:lnSpc>
            <a:spcBef>
              <a:spcPct val="0"/>
            </a:spcBef>
            <a:spcAft>
              <a:spcPct val="15000"/>
            </a:spcAft>
            <a:buChar char="•"/>
          </a:pPr>
          <a:r>
            <a:rPr lang="en-US" sz="1200" kern="1200"/>
            <a:t>Applications</a:t>
          </a:r>
        </a:p>
        <a:p>
          <a:pPr marL="228600" lvl="2" indent="-114300" algn="l" defTabSz="533400">
            <a:lnSpc>
              <a:spcPct val="90000"/>
            </a:lnSpc>
            <a:spcBef>
              <a:spcPct val="0"/>
            </a:spcBef>
            <a:spcAft>
              <a:spcPct val="15000"/>
            </a:spcAft>
            <a:buChar char="•"/>
          </a:pPr>
          <a:r>
            <a:rPr lang="en-US" sz="1200" kern="1200"/>
            <a:t>Network</a:t>
          </a:r>
        </a:p>
      </dsp:txBody>
      <dsp:txXfrm>
        <a:off x="52178" y="167401"/>
        <a:ext cx="1510764" cy="1636137"/>
      </dsp:txXfrm>
    </dsp:sp>
    <dsp:sp modelId="{C995A894-0AFA-453F-8460-3BDDD034C9F0}">
      <dsp:nvSpPr>
        <dsp:cNvPr id="0" name=""/>
        <dsp:cNvSpPr/>
      </dsp:nvSpPr>
      <dsp:spPr>
        <a:xfrm>
          <a:off x="1770422"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770422" y="866075"/>
        <a:ext cx="238147" cy="238790"/>
      </dsp:txXfrm>
    </dsp:sp>
    <dsp:sp modelId="{94DB21CA-9344-453D-8C21-40F12F0D3889}">
      <dsp:nvSpPr>
        <dsp:cNvPr id="0" name=""/>
        <dsp:cNvSpPr/>
      </dsp:nvSpPr>
      <dsp:spPr>
        <a:xfrm>
          <a:off x="2251852" y="120399"/>
          <a:ext cx="1604768" cy="1730141"/>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Analysis</a:t>
          </a:r>
        </a:p>
        <a:p>
          <a:pPr marL="114300" lvl="1" indent="-114300" algn="l" defTabSz="533400">
            <a:lnSpc>
              <a:spcPct val="90000"/>
            </a:lnSpc>
            <a:spcBef>
              <a:spcPct val="0"/>
            </a:spcBef>
            <a:spcAft>
              <a:spcPct val="15000"/>
            </a:spcAft>
            <a:buChar char="•"/>
          </a:pPr>
          <a:r>
            <a:rPr lang="en-US" sz="1200" kern="1200"/>
            <a:t>Estimate and measure traffic and device utilization</a:t>
          </a:r>
        </a:p>
      </dsp:txBody>
      <dsp:txXfrm>
        <a:off x="2298854" y="167401"/>
        <a:ext cx="1510764" cy="1636137"/>
      </dsp:txXfrm>
    </dsp:sp>
    <dsp:sp modelId="{60985EB9-42F5-4968-91E1-F1C3464F83DB}">
      <dsp:nvSpPr>
        <dsp:cNvPr id="0" name=""/>
        <dsp:cNvSpPr/>
      </dsp:nvSpPr>
      <dsp:spPr>
        <a:xfrm>
          <a:off x="4017098"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017098" y="866075"/>
        <a:ext cx="238147" cy="238790"/>
      </dsp:txXfrm>
    </dsp:sp>
    <dsp:sp modelId="{BCD86AF2-2522-4648-B7B2-23EC01768288}">
      <dsp:nvSpPr>
        <dsp:cNvPr id="0" name=""/>
        <dsp:cNvSpPr/>
      </dsp:nvSpPr>
      <dsp:spPr>
        <a:xfrm>
          <a:off x="4498528"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Logical Design</a:t>
          </a:r>
        </a:p>
        <a:p>
          <a:pPr marL="114300" lvl="1" indent="-114300" algn="l" defTabSz="533400">
            <a:lnSpc>
              <a:spcPct val="90000"/>
            </a:lnSpc>
            <a:spcBef>
              <a:spcPct val="0"/>
            </a:spcBef>
            <a:spcAft>
              <a:spcPct val="15000"/>
            </a:spcAft>
            <a:buChar char="•"/>
          </a:pPr>
          <a:r>
            <a:rPr lang="en-US" sz="1200" kern="1200"/>
            <a:t>Choose technologies that meet the requirements</a:t>
          </a:r>
        </a:p>
      </dsp:txBody>
      <dsp:txXfrm>
        <a:off x="4545530" y="167401"/>
        <a:ext cx="1510764" cy="1636137"/>
      </dsp:txXfrm>
    </dsp:sp>
    <dsp:sp modelId="{42963792-B266-4648-A606-495C07C981FB}">
      <dsp:nvSpPr>
        <dsp:cNvPr id="0" name=""/>
        <dsp:cNvSpPr/>
      </dsp:nvSpPr>
      <dsp:spPr>
        <a:xfrm>
          <a:off x="6263774"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263774" y="866075"/>
        <a:ext cx="238147" cy="238790"/>
      </dsp:txXfrm>
    </dsp:sp>
    <dsp:sp modelId="{0941CEB6-4744-4A4C-B3F9-AE9B3291FC66}">
      <dsp:nvSpPr>
        <dsp:cNvPr id="0" name=""/>
        <dsp:cNvSpPr/>
      </dsp:nvSpPr>
      <dsp:spPr>
        <a:xfrm>
          <a:off x="6745204"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Physical Design</a:t>
          </a:r>
        </a:p>
        <a:p>
          <a:pPr marL="114300" lvl="1" indent="-114300" algn="l" defTabSz="533400">
            <a:lnSpc>
              <a:spcPct val="90000"/>
            </a:lnSpc>
            <a:spcBef>
              <a:spcPct val="0"/>
            </a:spcBef>
            <a:spcAft>
              <a:spcPct val="15000"/>
            </a:spcAft>
            <a:buChar char="•"/>
          </a:pPr>
          <a:r>
            <a:rPr lang="en-US" sz="1200" kern="1200"/>
            <a:t>Apply the Logical Design to the physical space</a:t>
          </a:r>
        </a:p>
      </dsp:txBody>
      <dsp:txXfrm>
        <a:off x="6792206" y="167401"/>
        <a:ext cx="1510764" cy="1636137"/>
      </dsp:txXfrm>
    </dsp:sp>
    <dsp:sp modelId="{2297CA2F-E4E3-4CAA-9DAC-31EBDE18A66E}">
      <dsp:nvSpPr>
        <dsp:cNvPr id="0" name=""/>
        <dsp:cNvSpPr/>
      </dsp:nvSpPr>
      <dsp:spPr>
        <a:xfrm>
          <a:off x="8510450"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510450" y="866075"/>
        <a:ext cx="238147" cy="238790"/>
      </dsp:txXfrm>
    </dsp:sp>
    <dsp:sp modelId="{7807F26B-8DA3-4C05-AC81-9B09DFFBB862}">
      <dsp:nvSpPr>
        <dsp:cNvPr id="0" name=""/>
        <dsp:cNvSpPr/>
      </dsp:nvSpPr>
      <dsp:spPr>
        <a:xfrm>
          <a:off x="8991880"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Installation and Maintenance</a:t>
          </a:r>
        </a:p>
        <a:p>
          <a:pPr marL="114300" lvl="1" indent="-114300" algn="l" defTabSz="533400">
            <a:lnSpc>
              <a:spcPct val="90000"/>
            </a:lnSpc>
            <a:spcBef>
              <a:spcPct val="0"/>
            </a:spcBef>
            <a:spcAft>
              <a:spcPct val="15000"/>
            </a:spcAft>
            <a:buChar char="•"/>
          </a:pPr>
          <a:r>
            <a:rPr lang="en-US" sz="1200" kern="1200"/>
            <a:t>Implement the Physical Design</a:t>
          </a:r>
        </a:p>
      </dsp:txBody>
      <dsp:txXfrm>
        <a:off x="9038882" y="167401"/>
        <a:ext cx="1510764" cy="1636137"/>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C0042D-507E-4F9E-94A8-E94955ADB76F}">
      <dsp:nvSpPr>
        <dsp:cNvPr id="0" name=""/>
        <dsp:cNvSpPr/>
      </dsp:nvSpPr>
      <dsp:spPr>
        <a:xfrm>
          <a:off x="5176"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Requirement Gathering</a:t>
          </a:r>
        </a:p>
        <a:p>
          <a:pPr marL="114300" lvl="1" indent="-114300" algn="l" defTabSz="533400">
            <a:lnSpc>
              <a:spcPct val="90000"/>
            </a:lnSpc>
            <a:spcBef>
              <a:spcPct val="0"/>
            </a:spcBef>
            <a:spcAft>
              <a:spcPct val="15000"/>
            </a:spcAft>
            <a:buChar char="•"/>
          </a:pPr>
          <a:r>
            <a:rPr lang="en-US" sz="1200" kern="1200" dirty="0"/>
            <a:t>Determine needs of: </a:t>
          </a:r>
        </a:p>
        <a:p>
          <a:pPr marL="228600" lvl="2" indent="-114300" algn="l" defTabSz="533400">
            <a:lnSpc>
              <a:spcPct val="90000"/>
            </a:lnSpc>
            <a:spcBef>
              <a:spcPct val="0"/>
            </a:spcBef>
            <a:spcAft>
              <a:spcPct val="15000"/>
            </a:spcAft>
            <a:buChar char="•"/>
          </a:pPr>
          <a:r>
            <a:rPr lang="en-US" sz="1200" kern="1200"/>
            <a:t>Business</a:t>
          </a:r>
        </a:p>
        <a:p>
          <a:pPr marL="228600" lvl="2" indent="-114300" algn="l" defTabSz="533400">
            <a:lnSpc>
              <a:spcPct val="90000"/>
            </a:lnSpc>
            <a:spcBef>
              <a:spcPct val="0"/>
            </a:spcBef>
            <a:spcAft>
              <a:spcPct val="15000"/>
            </a:spcAft>
            <a:buChar char="•"/>
          </a:pPr>
          <a:r>
            <a:rPr lang="en-US" sz="1200" kern="1200"/>
            <a:t>Users</a:t>
          </a:r>
        </a:p>
        <a:p>
          <a:pPr marL="228600" lvl="2" indent="-114300" algn="l" defTabSz="533400">
            <a:lnSpc>
              <a:spcPct val="90000"/>
            </a:lnSpc>
            <a:spcBef>
              <a:spcPct val="0"/>
            </a:spcBef>
            <a:spcAft>
              <a:spcPct val="15000"/>
            </a:spcAft>
            <a:buChar char="•"/>
          </a:pPr>
          <a:r>
            <a:rPr lang="en-US" sz="1200" kern="1200"/>
            <a:t>Applications</a:t>
          </a:r>
        </a:p>
        <a:p>
          <a:pPr marL="228600" lvl="2" indent="-114300" algn="l" defTabSz="533400">
            <a:lnSpc>
              <a:spcPct val="90000"/>
            </a:lnSpc>
            <a:spcBef>
              <a:spcPct val="0"/>
            </a:spcBef>
            <a:spcAft>
              <a:spcPct val="15000"/>
            </a:spcAft>
            <a:buChar char="•"/>
          </a:pPr>
          <a:r>
            <a:rPr lang="en-US" sz="1200" kern="1200"/>
            <a:t>Network</a:t>
          </a:r>
        </a:p>
      </dsp:txBody>
      <dsp:txXfrm>
        <a:off x="52178" y="167401"/>
        <a:ext cx="1510764" cy="1636137"/>
      </dsp:txXfrm>
    </dsp:sp>
    <dsp:sp modelId="{C995A894-0AFA-453F-8460-3BDDD034C9F0}">
      <dsp:nvSpPr>
        <dsp:cNvPr id="0" name=""/>
        <dsp:cNvSpPr/>
      </dsp:nvSpPr>
      <dsp:spPr>
        <a:xfrm>
          <a:off x="1770422"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770422" y="866075"/>
        <a:ext cx="238147" cy="238790"/>
      </dsp:txXfrm>
    </dsp:sp>
    <dsp:sp modelId="{94DB21CA-9344-453D-8C21-40F12F0D3889}">
      <dsp:nvSpPr>
        <dsp:cNvPr id="0" name=""/>
        <dsp:cNvSpPr/>
      </dsp:nvSpPr>
      <dsp:spPr>
        <a:xfrm>
          <a:off x="2251852" y="120399"/>
          <a:ext cx="1604768" cy="1730141"/>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Analysis</a:t>
          </a:r>
        </a:p>
        <a:p>
          <a:pPr marL="114300" lvl="1" indent="-114300" algn="l" defTabSz="533400">
            <a:lnSpc>
              <a:spcPct val="90000"/>
            </a:lnSpc>
            <a:spcBef>
              <a:spcPct val="0"/>
            </a:spcBef>
            <a:spcAft>
              <a:spcPct val="15000"/>
            </a:spcAft>
            <a:buChar char="•"/>
          </a:pPr>
          <a:r>
            <a:rPr lang="en-US" sz="1200" kern="1200"/>
            <a:t>Estimate and measure traffic and device utilization</a:t>
          </a:r>
        </a:p>
      </dsp:txBody>
      <dsp:txXfrm>
        <a:off x="2298854" y="167401"/>
        <a:ext cx="1510764" cy="1636137"/>
      </dsp:txXfrm>
    </dsp:sp>
    <dsp:sp modelId="{60985EB9-42F5-4968-91E1-F1C3464F83DB}">
      <dsp:nvSpPr>
        <dsp:cNvPr id="0" name=""/>
        <dsp:cNvSpPr/>
      </dsp:nvSpPr>
      <dsp:spPr>
        <a:xfrm>
          <a:off x="4017098"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017098" y="866075"/>
        <a:ext cx="238147" cy="238790"/>
      </dsp:txXfrm>
    </dsp:sp>
    <dsp:sp modelId="{BCD86AF2-2522-4648-B7B2-23EC01768288}">
      <dsp:nvSpPr>
        <dsp:cNvPr id="0" name=""/>
        <dsp:cNvSpPr/>
      </dsp:nvSpPr>
      <dsp:spPr>
        <a:xfrm>
          <a:off x="4498528"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Logical Design</a:t>
          </a:r>
        </a:p>
        <a:p>
          <a:pPr marL="114300" lvl="1" indent="-114300" algn="l" defTabSz="533400">
            <a:lnSpc>
              <a:spcPct val="90000"/>
            </a:lnSpc>
            <a:spcBef>
              <a:spcPct val="0"/>
            </a:spcBef>
            <a:spcAft>
              <a:spcPct val="15000"/>
            </a:spcAft>
            <a:buChar char="•"/>
          </a:pPr>
          <a:r>
            <a:rPr lang="en-US" sz="1200" kern="1200"/>
            <a:t>Choose technologies that meet the requirements</a:t>
          </a:r>
        </a:p>
      </dsp:txBody>
      <dsp:txXfrm>
        <a:off x="4545530" y="167401"/>
        <a:ext cx="1510764" cy="1636137"/>
      </dsp:txXfrm>
    </dsp:sp>
    <dsp:sp modelId="{42963792-B266-4648-A606-495C07C981FB}">
      <dsp:nvSpPr>
        <dsp:cNvPr id="0" name=""/>
        <dsp:cNvSpPr/>
      </dsp:nvSpPr>
      <dsp:spPr>
        <a:xfrm>
          <a:off x="6263774"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263774" y="866075"/>
        <a:ext cx="238147" cy="238790"/>
      </dsp:txXfrm>
    </dsp:sp>
    <dsp:sp modelId="{0941CEB6-4744-4A4C-B3F9-AE9B3291FC66}">
      <dsp:nvSpPr>
        <dsp:cNvPr id="0" name=""/>
        <dsp:cNvSpPr/>
      </dsp:nvSpPr>
      <dsp:spPr>
        <a:xfrm>
          <a:off x="6745204"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Physical Design</a:t>
          </a:r>
        </a:p>
        <a:p>
          <a:pPr marL="114300" lvl="1" indent="-114300" algn="l" defTabSz="533400">
            <a:lnSpc>
              <a:spcPct val="90000"/>
            </a:lnSpc>
            <a:spcBef>
              <a:spcPct val="0"/>
            </a:spcBef>
            <a:spcAft>
              <a:spcPct val="15000"/>
            </a:spcAft>
            <a:buChar char="•"/>
          </a:pPr>
          <a:r>
            <a:rPr lang="en-US" sz="1200" kern="1200"/>
            <a:t>Apply the Logical Design to the physical space</a:t>
          </a:r>
        </a:p>
      </dsp:txBody>
      <dsp:txXfrm>
        <a:off x="6792206" y="167401"/>
        <a:ext cx="1510764" cy="1636137"/>
      </dsp:txXfrm>
    </dsp:sp>
    <dsp:sp modelId="{2297CA2F-E4E3-4CAA-9DAC-31EBDE18A66E}">
      <dsp:nvSpPr>
        <dsp:cNvPr id="0" name=""/>
        <dsp:cNvSpPr/>
      </dsp:nvSpPr>
      <dsp:spPr>
        <a:xfrm>
          <a:off x="8510450"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510450" y="866075"/>
        <a:ext cx="238147" cy="238790"/>
      </dsp:txXfrm>
    </dsp:sp>
    <dsp:sp modelId="{7807F26B-8DA3-4C05-AC81-9B09DFFBB862}">
      <dsp:nvSpPr>
        <dsp:cNvPr id="0" name=""/>
        <dsp:cNvSpPr/>
      </dsp:nvSpPr>
      <dsp:spPr>
        <a:xfrm>
          <a:off x="8991880"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Installation and Maintenance</a:t>
          </a:r>
        </a:p>
        <a:p>
          <a:pPr marL="114300" lvl="1" indent="-114300" algn="l" defTabSz="533400">
            <a:lnSpc>
              <a:spcPct val="90000"/>
            </a:lnSpc>
            <a:spcBef>
              <a:spcPct val="0"/>
            </a:spcBef>
            <a:spcAft>
              <a:spcPct val="15000"/>
            </a:spcAft>
            <a:buChar char="•"/>
          </a:pPr>
          <a:r>
            <a:rPr lang="en-US" sz="1200" kern="1200"/>
            <a:t>Implement the Physical Design</a:t>
          </a:r>
        </a:p>
      </dsp:txBody>
      <dsp:txXfrm>
        <a:off x="9038882" y="167401"/>
        <a:ext cx="1510764" cy="1636137"/>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C0042D-507E-4F9E-94A8-E94955ADB76F}">
      <dsp:nvSpPr>
        <dsp:cNvPr id="0" name=""/>
        <dsp:cNvSpPr/>
      </dsp:nvSpPr>
      <dsp:spPr>
        <a:xfrm>
          <a:off x="5176"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Requirement Gathering</a:t>
          </a:r>
        </a:p>
        <a:p>
          <a:pPr marL="114300" lvl="1" indent="-114300" algn="l" defTabSz="533400">
            <a:lnSpc>
              <a:spcPct val="90000"/>
            </a:lnSpc>
            <a:spcBef>
              <a:spcPct val="0"/>
            </a:spcBef>
            <a:spcAft>
              <a:spcPct val="15000"/>
            </a:spcAft>
            <a:buChar char="•"/>
          </a:pPr>
          <a:r>
            <a:rPr lang="en-US" sz="1200" kern="1200" dirty="0"/>
            <a:t>Determine needs of: </a:t>
          </a:r>
        </a:p>
        <a:p>
          <a:pPr marL="228600" lvl="2" indent="-114300" algn="l" defTabSz="533400">
            <a:lnSpc>
              <a:spcPct val="90000"/>
            </a:lnSpc>
            <a:spcBef>
              <a:spcPct val="0"/>
            </a:spcBef>
            <a:spcAft>
              <a:spcPct val="15000"/>
            </a:spcAft>
            <a:buChar char="•"/>
          </a:pPr>
          <a:r>
            <a:rPr lang="en-US" sz="1200" kern="1200"/>
            <a:t>Business</a:t>
          </a:r>
        </a:p>
        <a:p>
          <a:pPr marL="228600" lvl="2" indent="-114300" algn="l" defTabSz="533400">
            <a:lnSpc>
              <a:spcPct val="90000"/>
            </a:lnSpc>
            <a:spcBef>
              <a:spcPct val="0"/>
            </a:spcBef>
            <a:spcAft>
              <a:spcPct val="15000"/>
            </a:spcAft>
            <a:buChar char="•"/>
          </a:pPr>
          <a:r>
            <a:rPr lang="en-US" sz="1200" kern="1200"/>
            <a:t>Users</a:t>
          </a:r>
        </a:p>
        <a:p>
          <a:pPr marL="228600" lvl="2" indent="-114300" algn="l" defTabSz="533400">
            <a:lnSpc>
              <a:spcPct val="90000"/>
            </a:lnSpc>
            <a:spcBef>
              <a:spcPct val="0"/>
            </a:spcBef>
            <a:spcAft>
              <a:spcPct val="15000"/>
            </a:spcAft>
            <a:buChar char="•"/>
          </a:pPr>
          <a:r>
            <a:rPr lang="en-US" sz="1200" kern="1200"/>
            <a:t>Applications</a:t>
          </a:r>
        </a:p>
        <a:p>
          <a:pPr marL="228600" lvl="2" indent="-114300" algn="l" defTabSz="533400">
            <a:lnSpc>
              <a:spcPct val="90000"/>
            </a:lnSpc>
            <a:spcBef>
              <a:spcPct val="0"/>
            </a:spcBef>
            <a:spcAft>
              <a:spcPct val="15000"/>
            </a:spcAft>
            <a:buChar char="•"/>
          </a:pPr>
          <a:r>
            <a:rPr lang="en-US" sz="1200" kern="1200"/>
            <a:t>Network</a:t>
          </a:r>
        </a:p>
      </dsp:txBody>
      <dsp:txXfrm>
        <a:off x="52178" y="167401"/>
        <a:ext cx="1510764" cy="1636137"/>
      </dsp:txXfrm>
    </dsp:sp>
    <dsp:sp modelId="{C995A894-0AFA-453F-8460-3BDDD034C9F0}">
      <dsp:nvSpPr>
        <dsp:cNvPr id="0" name=""/>
        <dsp:cNvSpPr/>
      </dsp:nvSpPr>
      <dsp:spPr>
        <a:xfrm>
          <a:off x="1770422"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770422" y="866075"/>
        <a:ext cx="238147" cy="238790"/>
      </dsp:txXfrm>
    </dsp:sp>
    <dsp:sp modelId="{94DB21CA-9344-453D-8C21-40F12F0D3889}">
      <dsp:nvSpPr>
        <dsp:cNvPr id="0" name=""/>
        <dsp:cNvSpPr/>
      </dsp:nvSpPr>
      <dsp:spPr>
        <a:xfrm>
          <a:off x="2251852" y="120399"/>
          <a:ext cx="1604768" cy="1730141"/>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Analysis</a:t>
          </a:r>
        </a:p>
        <a:p>
          <a:pPr marL="114300" lvl="1" indent="-114300" algn="l" defTabSz="533400">
            <a:lnSpc>
              <a:spcPct val="90000"/>
            </a:lnSpc>
            <a:spcBef>
              <a:spcPct val="0"/>
            </a:spcBef>
            <a:spcAft>
              <a:spcPct val="15000"/>
            </a:spcAft>
            <a:buChar char="•"/>
          </a:pPr>
          <a:r>
            <a:rPr lang="en-US" sz="1200" kern="1200"/>
            <a:t>Estimate and measure traffic and device utilization</a:t>
          </a:r>
        </a:p>
      </dsp:txBody>
      <dsp:txXfrm>
        <a:off x="2298854" y="167401"/>
        <a:ext cx="1510764" cy="1636137"/>
      </dsp:txXfrm>
    </dsp:sp>
    <dsp:sp modelId="{60985EB9-42F5-4968-91E1-F1C3464F83DB}">
      <dsp:nvSpPr>
        <dsp:cNvPr id="0" name=""/>
        <dsp:cNvSpPr/>
      </dsp:nvSpPr>
      <dsp:spPr>
        <a:xfrm>
          <a:off x="4017098"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017098" y="866075"/>
        <a:ext cx="238147" cy="238790"/>
      </dsp:txXfrm>
    </dsp:sp>
    <dsp:sp modelId="{BCD86AF2-2522-4648-B7B2-23EC01768288}">
      <dsp:nvSpPr>
        <dsp:cNvPr id="0" name=""/>
        <dsp:cNvSpPr/>
      </dsp:nvSpPr>
      <dsp:spPr>
        <a:xfrm>
          <a:off x="4498528"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Logical Design</a:t>
          </a:r>
        </a:p>
        <a:p>
          <a:pPr marL="114300" lvl="1" indent="-114300" algn="l" defTabSz="533400">
            <a:lnSpc>
              <a:spcPct val="90000"/>
            </a:lnSpc>
            <a:spcBef>
              <a:spcPct val="0"/>
            </a:spcBef>
            <a:spcAft>
              <a:spcPct val="15000"/>
            </a:spcAft>
            <a:buChar char="•"/>
          </a:pPr>
          <a:r>
            <a:rPr lang="en-US" sz="1200" kern="1200"/>
            <a:t>Choose technologies that meet the requirements</a:t>
          </a:r>
        </a:p>
      </dsp:txBody>
      <dsp:txXfrm>
        <a:off x="4545530" y="167401"/>
        <a:ext cx="1510764" cy="1636137"/>
      </dsp:txXfrm>
    </dsp:sp>
    <dsp:sp modelId="{42963792-B266-4648-A606-495C07C981FB}">
      <dsp:nvSpPr>
        <dsp:cNvPr id="0" name=""/>
        <dsp:cNvSpPr/>
      </dsp:nvSpPr>
      <dsp:spPr>
        <a:xfrm>
          <a:off x="6263774"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263774" y="866075"/>
        <a:ext cx="238147" cy="238790"/>
      </dsp:txXfrm>
    </dsp:sp>
    <dsp:sp modelId="{0941CEB6-4744-4A4C-B3F9-AE9B3291FC66}">
      <dsp:nvSpPr>
        <dsp:cNvPr id="0" name=""/>
        <dsp:cNvSpPr/>
      </dsp:nvSpPr>
      <dsp:spPr>
        <a:xfrm>
          <a:off x="6745204"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Physical Design</a:t>
          </a:r>
        </a:p>
        <a:p>
          <a:pPr marL="114300" lvl="1" indent="-114300" algn="l" defTabSz="533400">
            <a:lnSpc>
              <a:spcPct val="90000"/>
            </a:lnSpc>
            <a:spcBef>
              <a:spcPct val="0"/>
            </a:spcBef>
            <a:spcAft>
              <a:spcPct val="15000"/>
            </a:spcAft>
            <a:buChar char="•"/>
          </a:pPr>
          <a:r>
            <a:rPr lang="en-US" sz="1200" kern="1200"/>
            <a:t>Apply the Logical Design to the physical space</a:t>
          </a:r>
        </a:p>
      </dsp:txBody>
      <dsp:txXfrm>
        <a:off x="6792206" y="167401"/>
        <a:ext cx="1510764" cy="1636137"/>
      </dsp:txXfrm>
    </dsp:sp>
    <dsp:sp modelId="{2297CA2F-E4E3-4CAA-9DAC-31EBDE18A66E}">
      <dsp:nvSpPr>
        <dsp:cNvPr id="0" name=""/>
        <dsp:cNvSpPr/>
      </dsp:nvSpPr>
      <dsp:spPr>
        <a:xfrm>
          <a:off x="8510450"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510450" y="866075"/>
        <a:ext cx="238147" cy="238790"/>
      </dsp:txXfrm>
    </dsp:sp>
    <dsp:sp modelId="{7807F26B-8DA3-4C05-AC81-9B09DFFBB862}">
      <dsp:nvSpPr>
        <dsp:cNvPr id="0" name=""/>
        <dsp:cNvSpPr/>
      </dsp:nvSpPr>
      <dsp:spPr>
        <a:xfrm>
          <a:off x="8991880"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Installation and Maintenance</a:t>
          </a:r>
        </a:p>
        <a:p>
          <a:pPr marL="114300" lvl="1" indent="-114300" algn="l" defTabSz="533400">
            <a:lnSpc>
              <a:spcPct val="90000"/>
            </a:lnSpc>
            <a:spcBef>
              <a:spcPct val="0"/>
            </a:spcBef>
            <a:spcAft>
              <a:spcPct val="15000"/>
            </a:spcAft>
            <a:buChar char="•"/>
          </a:pPr>
          <a:r>
            <a:rPr lang="en-US" sz="1200" kern="1200"/>
            <a:t>Implement the Physical Design</a:t>
          </a:r>
        </a:p>
      </dsp:txBody>
      <dsp:txXfrm>
        <a:off x="9038882" y="167401"/>
        <a:ext cx="1510764" cy="1636137"/>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C0042D-507E-4F9E-94A8-E94955ADB76F}">
      <dsp:nvSpPr>
        <dsp:cNvPr id="0" name=""/>
        <dsp:cNvSpPr/>
      </dsp:nvSpPr>
      <dsp:spPr>
        <a:xfrm>
          <a:off x="5176"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Requirement Gathering</a:t>
          </a:r>
        </a:p>
        <a:p>
          <a:pPr marL="114300" lvl="1" indent="-114300" algn="l" defTabSz="533400">
            <a:lnSpc>
              <a:spcPct val="90000"/>
            </a:lnSpc>
            <a:spcBef>
              <a:spcPct val="0"/>
            </a:spcBef>
            <a:spcAft>
              <a:spcPct val="15000"/>
            </a:spcAft>
            <a:buChar char="•"/>
          </a:pPr>
          <a:r>
            <a:rPr lang="en-US" sz="1200" kern="1200" dirty="0"/>
            <a:t>Determine needs of: </a:t>
          </a:r>
        </a:p>
        <a:p>
          <a:pPr marL="228600" lvl="2" indent="-114300" algn="l" defTabSz="533400">
            <a:lnSpc>
              <a:spcPct val="90000"/>
            </a:lnSpc>
            <a:spcBef>
              <a:spcPct val="0"/>
            </a:spcBef>
            <a:spcAft>
              <a:spcPct val="15000"/>
            </a:spcAft>
            <a:buChar char="•"/>
          </a:pPr>
          <a:r>
            <a:rPr lang="en-US" sz="1200" kern="1200"/>
            <a:t>Business</a:t>
          </a:r>
        </a:p>
        <a:p>
          <a:pPr marL="228600" lvl="2" indent="-114300" algn="l" defTabSz="533400">
            <a:lnSpc>
              <a:spcPct val="90000"/>
            </a:lnSpc>
            <a:spcBef>
              <a:spcPct val="0"/>
            </a:spcBef>
            <a:spcAft>
              <a:spcPct val="15000"/>
            </a:spcAft>
            <a:buChar char="•"/>
          </a:pPr>
          <a:r>
            <a:rPr lang="en-US" sz="1200" kern="1200"/>
            <a:t>Users</a:t>
          </a:r>
        </a:p>
        <a:p>
          <a:pPr marL="228600" lvl="2" indent="-114300" algn="l" defTabSz="533400">
            <a:lnSpc>
              <a:spcPct val="90000"/>
            </a:lnSpc>
            <a:spcBef>
              <a:spcPct val="0"/>
            </a:spcBef>
            <a:spcAft>
              <a:spcPct val="15000"/>
            </a:spcAft>
            <a:buChar char="•"/>
          </a:pPr>
          <a:r>
            <a:rPr lang="en-US" sz="1200" kern="1200"/>
            <a:t>Applications</a:t>
          </a:r>
        </a:p>
        <a:p>
          <a:pPr marL="228600" lvl="2" indent="-114300" algn="l" defTabSz="533400">
            <a:lnSpc>
              <a:spcPct val="90000"/>
            </a:lnSpc>
            <a:spcBef>
              <a:spcPct val="0"/>
            </a:spcBef>
            <a:spcAft>
              <a:spcPct val="15000"/>
            </a:spcAft>
            <a:buChar char="•"/>
          </a:pPr>
          <a:r>
            <a:rPr lang="en-US" sz="1200" kern="1200"/>
            <a:t>Network</a:t>
          </a:r>
        </a:p>
      </dsp:txBody>
      <dsp:txXfrm>
        <a:off x="52178" y="167401"/>
        <a:ext cx="1510764" cy="1636137"/>
      </dsp:txXfrm>
    </dsp:sp>
    <dsp:sp modelId="{C995A894-0AFA-453F-8460-3BDDD034C9F0}">
      <dsp:nvSpPr>
        <dsp:cNvPr id="0" name=""/>
        <dsp:cNvSpPr/>
      </dsp:nvSpPr>
      <dsp:spPr>
        <a:xfrm>
          <a:off x="1770422"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770422" y="866075"/>
        <a:ext cx="238147" cy="238790"/>
      </dsp:txXfrm>
    </dsp:sp>
    <dsp:sp modelId="{94DB21CA-9344-453D-8C21-40F12F0D3889}">
      <dsp:nvSpPr>
        <dsp:cNvPr id="0" name=""/>
        <dsp:cNvSpPr/>
      </dsp:nvSpPr>
      <dsp:spPr>
        <a:xfrm>
          <a:off x="2251852" y="120399"/>
          <a:ext cx="1604768" cy="1730141"/>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Analysis</a:t>
          </a:r>
        </a:p>
        <a:p>
          <a:pPr marL="114300" lvl="1" indent="-114300" algn="l" defTabSz="533400">
            <a:lnSpc>
              <a:spcPct val="90000"/>
            </a:lnSpc>
            <a:spcBef>
              <a:spcPct val="0"/>
            </a:spcBef>
            <a:spcAft>
              <a:spcPct val="15000"/>
            </a:spcAft>
            <a:buChar char="•"/>
          </a:pPr>
          <a:r>
            <a:rPr lang="en-US" sz="1200" kern="1200"/>
            <a:t>Estimate and measure traffic and device utilization</a:t>
          </a:r>
        </a:p>
      </dsp:txBody>
      <dsp:txXfrm>
        <a:off x="2298854" y="167401"/>
        <a:ext cx="1510764" cy="1636137"/>
      </dsp:txXfrm>
    </dsp:sp>
    <dsp:sp modelId="{60985EB9-42F5-4968-91E1-F1C3464F83DB}">
      <dsp:nvSpPr>
        <dsp:cNvPr id="0" name=""/>
        <dsp:cNvSpPr/>
      </dsp:nvSpPr>
      <dsp:spPr>
        <a:xfrm>
          <a:off x="4017098"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017098" y="866075"/>
        <a:ext cx="238147" cy="238790"/>
      </dsp:txXfrm>
    </dsp:sp>
    <dsp:sp modelId="{BCD86AF2-2522-4648-B7B2-23EC01768288}">
      <dsp:nvSpPr>
        <dsp:cNvPr id="0" name=""/>
        <dsp:cNvSpPr/>
      </dsp:nvSpPr>
      <dsp:spPr>
        <a:xfrm>
          <a:off x="4498528"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Logical Design</a:t>
          </a:r>
        </a:p>
        <a:p>
          <a:pPr marL="114300" lvl="1" indent="-114300" algn="l" defTabSz="533400">
            <a:lnSpc>
              <a:spcPct val="90000"/>
            </a:lnSpc>
            <a:spcBef>
              <a:spcPct val="0"/>
            </a:spcBef>
            <a:spcAft>
              <a:spcPct val="15000"/>
            </a:spcAft>
            <a:buChar char="•"/>
          </a:pPr>
          <a:r>
            <a:rPr lang="en-US" sz="1200" kern="1200"/>
            <a:t>Choose technologies that meet the requirements</a:t>
          </a:r>
        </a:p>
      </dsp:txBody>
      <dsp:txXfrm>
        <a:off x="4545530" y="167401"/>
        <a:ext cx="1510764" cy="1636137"/>
      </dsp:txXfrm>
    </dsp:sp>
    <dsp:sp modelId="{42963792-B266-4648-A606-495C07C981FB}">
      <dsp:nvSpPr>
        <dsp:cNvPr id="0" name=""/>
        <dsp:cNvSpPr/>
      </dsp:nvSpPr>
      <dsp:spPr>
        <a:xfrm>
          <a:off x="6263774"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263774" y="866075"/>
        <a:ext cx="238147" cy="238790"/>
      </dsp:txXfrm>
    </dsp:sp>
    <dsp:sp modelId="{0941CEB6-4744-4A4C-B3F9-AE9B3291FC66}">
      <dsp:nvSpPr>
        <dsp:cNvPr id="0" name=""/>
        <dsp:cNvSpPr/>
      </dsp:nvSpPr>
      <dsp:spPr>
        <a:xfrm>
          <a:off x="6745204"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Physical Design</a:t>
          </a:r>
        </a:p>
        <a:p>
          <a:pPr marL="114300" lvl="1" indent="-114300" algn="l" defTabSz="533400">
            <a:lnSpc>
              <a:spcPct val="90000"/>
            </a:lnSpc>
            <a:spcBef>
              <a:spcPct val="0"/>
            </a:spcBef>
            <a:spcAft>
              <a:spcPct val="15000"/>
            </a:spcAft>
            <a:buChar char="•"/>
          </a:pPr>
          <a:r>
            <a:rPr lang="en-US" sz="1200" kern="1200"/>
            <a:t>Apply the Logical Design to the physical space</a:t>
          </a:r>
        </a:p>
      </dsp:txBody>
      <dsp:txXfrm>
        <a:off x="6792206" y="167401"/>
        <a:ext cx="1510764" cy="1636137"/>
      </dsp:txXfrm>
    </dsp:sp>
    <dsp:sp modelId="{2297CA2F-E4E3-4CAA-9DAC-31EBDE18A66E}">
      <dsp:nvSpPr>
        <dsp:cNvPr id="0" name=""/>
        <dsp:cNvSpPr/>
      </dsp:nvSpPr>
      <dsp:spPr>
        <a:xfrm>
          <a:off x="8510450"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510450" y="866075"/>
        <a:ext cx="238147" cy="238790"/>
      </dsp:txXfrm>
    </dsp:sp>
    <dsp:sp modelId="{7807F26B-8DA3-4C05-AC81-9B09DFFBB862}">
      <dsp:nvSpPr>
        <dsp:cNvPr id="0" name=""/>
        <dsp:cNvSpPr/>
      </dsp:nvSpPr>
      <dsp:spPr>
        <a:xfrm>
          <a:off x="8991880"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Installation and Maintenance</a:t>
          </a:r>
        </a:p>
        <a:p>
          <a:pPr marL="114300" lvl="1" indent="-114300" algn="l" defTabSz="533400">
            <a:lnSpc>
              <a:spcPct val="90000"/>
            </a:lnSpc>
            <a:spcBef>
              <a:spcPct val="0"/>
            </a:spcBef>
            <a:spcAft>
              <a:spcPct val="15000"/>
            </a:spcAft>
            <a:buChar char="•"/>
          </a:pPr>
          <a:r>
            <a:rPr lang="en-US" sz="1200" kern="1200"/>
            <a:t>Implement the Physical Design</a:t>
          </a:r>
        </a:p>
      </dsp:txBody>
      <dsp:txXfrm>
        <a:off x="9038882" y="167401"/>
        <a:ext cx="1510764" cy="1636137"/>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C0042D-507E-4F9E-94A8-E94955ADB76F}">
      <dsp:nvSpPr>
        <dsp:cNvPr id="0" name=""/>
        <dsp:cNvSpPr/>
      </dsp:nvSpPr>
      <dsp:spPr>
        <a:xfrm>
          <a:off x="5176"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Requirement Gathering</a:t>
          </a:r>
        </a:p>
        <a:p>
          <a:pPr marL="114300" lvl="1" indent="-114300" algn="l" defTabSz="533400">
            <a:lnSpc>
              <a:spcPct val="90000"/>
            </a:lnSpc>
            <a:spcBef>
              <a:spcPct val="0"/>
            </a:spcBef>
            <a:spcAft>
              <a:spcPct val="15000"/>
            </a:spcAft>
            <a:buChar char="•"/>
          </a:pPr>
          <a:r>
            <a:rPr lang="en-US" sz="1200" kern="1200"/>
            <a:t>Determine needs of: </a:t>
          </a:r>
        </a:p>
        <a:p>
          <a:pPr marL="228600" lvl="2" indent="-114300" algn="l" defTabSz="533400">
            <a:lnSpc>
              <a:spcPct val="90000"/>
            </a:lnSpc>
            <a:spcBef>
              <a:spcPct val="0"/>
            </a:spcBef>
            <a:spcAft>
              <a:spcPct val="15000"/>
            </a:spcAft>
            <a:buChar char="•"/>
          </a:pPr>
          <a:r>
            <a:rPr lang="en-US" sz="1200" kern="1200"/>
            <a:t>Business</a:t>
          </a:r>
        </a:p>
        <a:p>
          <a:pPr marL="228600" lvl="2" indent="-114300" algn="l" defTabSz="533400">
            <a:lnSpc>
              <a:spcPct val="90000"/>
            </a:lnSpc>
            <a:spcBef>
              <a:spcPct val="0"/>
            </a:spcBef>
            <a:spcAft>
              <a:spcPct val="15000"/>
            </a:spcAft>
            <a:buChar char="•"/>
          </a:pPr>
          <a:r>
            <a:rPr lang="en-US" sz="1200" kern="1200"/>
            <a:t>Users</a:t>
          </a:r>
        </a:p>
        <a:p>
          <a:pPr marL="228600" lvl="2" indent="-114300" algn="l" defTabSz="533400">
            <a:lnSpc>
              <a:spcPct val="90000"/>
            </a:lnSpc>
            <a:spcBef>
              <a:spcPct val="0"/>
            </a:spcBef>
            <a:spcAft>
              <a:spcPct val="15000"/>
            </a:spcAft>
            <a:buChar char="•"/>
          </a:pPr>
          <a:r>
            <a:rPr lang="en-US" sz="1200" kern="1200"/>
            <a:t>Applications</a:t>
          </a:r>
        </a:p>
        <a:p>
          <a:pPr marL="228600" lvl="2" indent="-114300" algn="l" defTabSz="533400">
            <a:lnSpc>
              <a:spcPct val="90000"/>
            </a:lnSpc>
            <a:spcBef>
              <a:spcPct val="0"/>
            </a:spcBef>
            <a:spcAft>
              <a:spcPct val="15000"/>
            </a:spcAft>
            <a:buChar char="•"/>
          </a:pPr>
          <a:r>
            <a:rPr lang="en-US" sz="1200" kern="1200"/>
            <a:t>Network</a:t>
          </a:r>
        </a:p>
      </dsp:txBody>
      <dsp:txXfrm>
        <a:off x="52178" y="167401"/>
        <a:ext cx="1510764" cy="1636137"/>
      </dsp:txXfrm>
    </dsp:sp>
    <dsp:sp modelId="{C995A894-0AFA-453F-8460-3BDDD034C9F0}">
      <dsp:nvSpPr>
        <dsp:cNvPr id="0" name=""/>
        <dsp:cNvSpPr/>
      </dsp:nvSpPr>
      <dsp:spPr>
        <a:xfrm>
          <a:off x="1770422"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770422" y="866075"/>
        <a:ext cx="238147" cy="238790"/>
      </dsp:txXfrm>
    </dsp:sp>
    <dsp:sp modelId="{94DB21CA-9344-453D-8C21-40F12F0D3889}">
      <dsp:nvSpPr>
        <dsp:cNvPr id="0" name=""/>
        <dsp:cNvSpPr/>
      </dsp:nvSpPr>
      <dsp:spPr>
        <a:xfrm>
          <a:off x="2251852"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Analysis</a:t>
          </a:r>
        </a:p>
        <a:p>
          <a:pPr marL="114300" lvl="1" indent="-114300" algn="l" defTabSz="533400">
            <a:lnSpc>
              <a:spcPct val="90000"/>
            </a:lnSpc>
            <a:spcBef>
              <a:spcPct val="0"/>
            </a:spcBef>
            <a:spcAft>
              <a:spcPct val="15000"/>
            </a:spcAft>
            <a:buChar char="•"/>
          </a:pPr>
          <a:r>
            <a:rPr lang="en-US" sz="1200" kern="1200" dirty="0"/>
            <a:t>Estimate and measure traffic and device utilization</a:t>
          </a:r>
        </a:p>
      </dsp:txBody>
      <dsp:txXfrm>
        <a:off x="2298854" y="167401"/>
        <a:ext cx="1510764" cy="1636137"/>
      </dsp:txXfrm>
    </dsp:sp>
    <dsp:sp modelId="{60985EB9-42F5-4968-91E1-F1C3464F83DB}">
      <dsp:nvSpPr>
        <dsp:cNvPr id="0" name=""/>
        <dsp:cNvSpPr/>
      </dsp:nvSpPr>
      <dsp:spPr>
        <a:xfrm>
          <a:off x="4017098"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017098" y="866075"/>
        <a:ext cx="238147" cy="238790"/>
      </dsp:txXfrm>
    </dsp:sp>
    <dsp:sp modelId="{BCD86AF2-2522-4648-B7B2-23EC01768288}">
      <dsp:nvSpPr>
        <dsp:cNvPr id="0" name=""/>
        <dsp:cNvSpPr/>
      </dsp:nvSpPr>
      <dsp:spPr>
        <a:xfrm>
          <a:off x="4498528" y="120399"/>
          <a:ext cx="1604768" cy="1730141"/>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Logical Design</a:t>
          </a:r>
        </a:p>
        <a:p>
          <a:pPr marL="114300" lvl="1" indent="-114300" algn="l" defTabSz="533400">
            <a:lnSpc>
              <a:spcPct val="90000"/>
            </a:lnSpc>
            <a:spcBef>
              <a:spcPct val="0"/>
            </a:spcBef>
            <a:spcAft>
              <a:spcPct val="15000"/>
            </a:spcAft>
            <a:buChar char="•"/>
          </a:pPr>
          <a:r>
            <a:rPr lang="en-US" sz="1200" kern="1200" dirty="0"/>
            <a:t>Choose technologies that meet the requirements</a:t>
          </a:r>
        </a:p>
      </dsp:txBody>
      <dsp:txXfrm>
        <a:off x="4545530" y="167401"/>
        <a:ext cx="1510764" cy="1636137"/>
      </dsp:txXfrm>
    </dsp:sp>
    <dsp:sp modelId="{42963792-B266-4648-A606-495C07C981FB}">
      <dsp:nvSpPr>
        <dsp:cNvPr id="0" name=""/>
        <dsp:cNvSpPr/>
      </dsp:nvSpPr>
      <dsp:spPr>
        <a:xfrm>
          <a:off x="6263774"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263774" y="866075"/>
        <a:ext cx="238147" cy="238790"/>
      </dsp:txXfrm>
    </dsp:sp>
    <dsp:sp modelId="{0941CEB6-4744-4A4C-B3F9-AE9B3291FC66}">
      <dsp:nvSpPr>
        <dsp:cNvPr id="0" name=""/>
        <dsp:cNvSpPr/>
      </dsp:nvSpPr>
      <dsp:spPr>
        <a:xfrm>
          <a:off x="6745204"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Physical Design</a:t>
          </a:r>
        </a:p>
        <a:p>
          <a:pPr marL="114300" lvl="1" indent="-114300" algn="l" defTabSz="533400">
            <a:lnSpc>
              <a:spcPct val="90000"/>
            </a:lnSpc>
            <a:spcBef>
              <a:spcPct val="0"/>
            </a:spcBef>
            <a:spcAft>
              <a:spcPct val="15000"/>
            </a:spcAft>
            <a:buChar char="•"/>
          </a:pPr>
          <a:r>
            <a:rPr lang="en-US" sz="1200" kern="1200"/>
            <a:t>Apply the Logical Design to the physical space</a:t>
          </a:r>
        </a:p>
      </dsp:txBody>
      <dsp:txXfrm>
        <a:off x="6792206" y="167401"/>
        <a:ext cx="1510764" cy="1636137"/>
      </dsp:txXfrm>
    </dsp:sp>
    <dsp:sp modelId="{2297CA2F-E4E3-4CAA-9DAC-31EBDE18A66E}">
      <dsp:nvSpPr>
        <dsp:cNvPr id="0" name=""/>
        <dsp:cNvSpPr/>
      </dsp:nvSpPr>
      <dsp:spPr>
        <a:xfrm>
          <a:off x="8510450"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510450" y="866075"/>
        <a:ext cx="238147" cy="238790"/>
      </dsp:txXfrm>
    </dsp:sp>
    <dsp:sp modelId="{7807F26B-8DA3-4C05-AC81-9B09DFFBB862}">
      <dsp:nvSpPr>
        <dsp:cNvPr id="0" name=""/>
        <dsp:cNvSpPr/>
      </dsp:nvSpPr>
      <dsp:spPr>
        <a:xfrm>
          <a:off x="8991880"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Installation and Maintenance</a:t>
          </a:r>
        </a:p>
        <a:p>
          <a:pPr marL="114300" lvl="1" indent="-114300" algn="l" defTabSz="533400">
            <a:lnSpc>
              <a:spcPct val="90000"/>
            </a:lnSpc>
            <a:spcBef>
              <a:spcPct val="0"/>
            </a:spcBef>
            <a:spcAft>
              <a:spcPct val="15000"/>
            </a:spcAft>
            <a:buChar char="•"/>
          </a:pPr>
          <a:r>
            <a:rPr lang="en-US" sz="1200" kern="1200"/>
            <a:t>Implement the Physical Design</a:t>
          </a:r>
        </a:p>
      </dsp:txBody>
      <dsp:txXfrm>
        <a:off x="9038882" y="167401"/>
        <a:ext cx="1510764" cy="1636137"/>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C0042D-507E-4F9E-94A8-E94955ADB76F}">
      <dsp:nvSpPr>
        <dsp:cNvPr id="0" name=""/>
        <dsp:cNvSpPr/>
      </dsp:nvSpPr>
      <dsp:spPr>
        <a:xfrm>
          <a:off x="5176"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Requirement Gathering</a:t>
          </a:r>
        </a:p>
        <a:p>
          <a:pPr marL="114300" lvl="1" indent="-114300" algn="l" defTabSz="533400">
            <a:lnSpc>
              <a:spcPct val="90000"/>
            </a:lnSpc>
            <a:spcBef>
              <a:spcPct val="0"/>
            </a:spcBef>
            <a:spcAft>
              <a:spcPct val="15000"/>
            </a:spcAft>
            <a:buChar char="•"/>
          </a:pPr>
          <a:r>
            <a:rPr lang="en-US" sz="1200" kern="1200"/>
            <a:t>Determine needs of: </a:t>
          </a:r>
        </a:p>
        <a:p>
          <a:pPr marL="228600" lvl="2" indent="-114300" algn="l" defTabSz="533400">
            <a:lnSpc>
              <a:spcPct val="90000"/>
            </a:lnSpc>
            <a:spcBef>
              <a:spcPct val="0"/>
            </a:spcBef>
            <a:spcAft>
              <a:spcPct val="15000"/>
            </a:spcAft>
            <a:buChar char="•"/>
          </a:pPr>
          <a:r>
            <a:rPr lang="en-US" sz="1200" kern="1200"/>
            <a:t>Business</a:t>
          </a:r>
        </a:p>
        <a:p>
          <a:pPr marL="228600" lvl="2" indent="-114300" algn="l" defTabSz="533400">
            <a:lnSpc>
              <a:spcPct val="90000"/>
            </a:lnSpc>
            <a:spcBef>
              <a:spcPct val="0"/>
            </a:spcBef>
            <a:spcAft>
              <a:spcPct val="15000"/>
            </a:spcAft>
            <a:buChar char="•"/>
          </a:pPr>
          <a:r>
            <a:rPr lang="en-US" sz="1200" kern="1200"/>
            <a:t>Users</a:t>
          </a:r>
        </a:p>
        <a:p>
          <a:pPr marL="228600" lvl="2" indent="-114300" algn="l" defTabSz="533400">
            <a:lnSpc>
              <a:spcPct val="90000"/>
            </a:lnSpc>
            <a:spcBef>
              <a:spcPct val="0"/>
            </a:spcBef>
            <a:spcAft>
              <a:spcPct val="15000"/>
            </a:spcAft>
            <a:buChar char="•"/>
          </a:pPr>
          <a:r>
            <a:rPr lang="en-US" sz="1200" kern="1200"/>
            <a:t>Applications</a:t>
          </a:r>
        </a:p>
        <a:p>
          <a:pPr marL="228600" lvl="2" indent="-114300" algn="l" defTabSz="533400">
            <a:lnSpc>
              <a:spcPct val="90000"/>
            </a:lnSpc>
            <a:spcBef>
              <a:spcPct val="0"/>
            </a:spcBef>
            <a:spcAft>
              <a:spcPct val="15000"/>
            </a:spcAft>
            <a:buChar char="•"/>
          </a:pPr>
          <a:r>
            <a:rPr lang="en-US" sz="1200" kern="1200"/>
            <a:t>Network</a:t>
          </a:r>
        </a:p>
      </dsp:txBody>
      <dsp:txXfrm>
        <a:off x="52178" y="167401"/>
        <a:ext cx="1510764" cy="1636137"/>
      </dsp:txXfrm>
    </dsp:sp>
    <dsp:sp modelId="{C995A894-0AFA-453F-8460-3BDDD034C9F0}">
      <dsp:nvSpPr>
        <dsp:cNvPr id="0" name=""/>
        <dsp:cNvSpPr/>
      </dsp:nvSpPr>
      <dsp:spPr>
        <a:xfrm>
          <a:off x="1770422"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770422" y="866075"/>
        <a:ext cx="238147" cy="238790"/>
      </dsp:txXfrm>
    </dsp:sp>
    <dsp:sp modelId="{94DB21CA-9344-453D-8C21-40F12F0D3889}">
      <dsp:nvSpPr>
        <dsp:cNvPr id="0" name=""/>
        <dsp:cNvSpPr/>
      </dsp:nvSpPr>
      <dsp:spPr>
        <a:xfrm>
          <a:off x="2251852"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Analysis</a:t>
          </a:r>
        </a:p>
        <a:p>
          <a:pPr marL="114300" lvl="1" indent="-114300" algn="l" defTabSz="533400">
            <a:lnSpc>
              <a:spcPct val="90000"/>
            </a:lnSpc>
            <a:spcBef>
              <a:spcPct val="0"/>
            </a:spcBef>
            <a:spcAft>
              <a:spcPct val="15000"/>
            </a:spcAft>
            <a:buChar char="•"/>
          </a:pPr>
          <a:r>
            <a:rPr lang="en-US" sz="1200" kern="1200" dirty="0"/>
            <a:t>Estimate and measure traffic and device utilization</a:t>
          </a:r>
        </a:p>
      </dsp:txBody>
      <dsp:txXfrm>
        <a:off x="2298854" y="167401"/>
        <a:ext cx="1510764" cy="1636137"/>
      </dsp:txXfrm>
    </dsp:sp>
    <dsp:sp modelId="{60985EB9-42F5-4968-91E1-F1C3464F83DB}">
      <dsp:nvSpPr>
        <dsp:cNvPr id="0" name=""/>
        <dsp:cNvSpPr/>
      </dsp:nvSpPr>
      <dsp:spPr>
        <a:xfrm>
          <a:off x="4017098"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017098" y="866075"/>
        <a:ext cx="238147" cy="238790"/>
      </dsp:txXfrm>
    </dsp:sp>
    <dsp:sp modelId="{BCD86AF2-2522-4648-B7B2-23EC01768288}">
      <dsp:nvSpPr>
        <dsp:cNvPr id="0" name=""/>
        <dsp:cNvSpPr/>
      </dsp:nvSpPr>
      <dsp:spPr>
        <a:xfrm>
          <a:off x="4498528" y="120399"/>
          <a:ext cx="1604768" cy="1730141"/>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Logical Design</a:t>
          </a:r>
        </a:p>
        <a:p>
          <a:pPr marL="114300" lvl="1" indent="-114300" algn="l" defTabSz="533400">
            <a:lnSpc>
              <a:spcPct val="90000"/>
            </a:lnSpc>
            <a:spcBef>
              <a:spcPct val="0"/>
            </a:spcBef>
            <a:spcAft>
              <a:spcPct val="15000"/>
            </a:spcAft>
            <a:buChar char="•"/>
          </a:pPr>
          <a:r>
            <a:rPr lang="en-US" sz="1200" kern="1200" dirty="0"/>
            <a:t>Choose technologies that meet the requirements</a:t>
          </a:r>
        </a:p>
      </dsp:txBody>
      <dsp:txXfrm>
        <a:off x="4545530" y="167401"/>
        <a:ext cx="1510764" cy="1636137"/>
      </dsp:txXfrm>
    </dsp:sp>
    <dsp:sp modelId="{42963792-B266-4648-A606-495C07C981FB}">
      <dsp:nvSpPr>
        <dsp:cNvPr id="0" name=""/>
        <dsp:cNvSpPr/>
      </dsp:nvSpPr>
      <dsp:spPr>
        <a:xfrm>
          <a:off x="6263774"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263774" y="866075"/>
        <a:ext cx="238147" cy="238790"/>
      </dsp:txXfrm>
    </dsp:sp>
    <dsp:sp modelId="{0941CEB6-4744-4A4C-B3F9-AE9B3291FC66}">
      <dsp:nvSpPr>
        <dsp:cNvPr id="0" name=""/>
        <dsp:cNvSpPr/>
      </dsp:nvSpPr>
      <dsp:spPr>
        <a:xfrm>
          <a:off x="6745204" y="120399"/>
          <a:ext cx="1604768" cy="1730141"/>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Physical Design</a:t>
          </a:r>
        </a:p>
        <a:p>
          <a:pPr marL="114300" lvl="1" indent="-114300" algn="l" defTabSz="533400">
            <a:lnSpc>
              <a:spcPct val="90000"/>
            </a:lnSpc>
            <a:spcBef>
              <a:spcPct val="0"/>
            </a:spcBef>
            <a:spcAft>
              <a:spcPct val="15000"/>
            </a:spcAft>
            <a:buChar char="•"/>
          </a:pPr>
          <a:r>
            <a:rPr lang="en-US" sz="1200" kern="1200" dirty="0"/>
            <a:t>Apply the Logical Design to the physical space</a:t>
          </a:r>
        </a:p>
      </dsp:txBody>
      <dsp:txXfrm>
        <a:off x="6792206" y="167401"/>
        <a:ext cx="1510764" cy="1636137"/>
      </dsp:txXfrm>
    </dsp:sp>
    <dsp:sp modelId="{2297CA2F-E4E3-4CAA-9DAC-31EBDE18A66E}">
      <dsp:nvSpPr>
        <dsp:cNvPr id="0" name=""/>
        <dsp:cNvSpPr/>
      </dsp:nvSpPr>
      <dsp:spPr>
        <a:xfrm>
          <a:off x="8510450" y="786479"/>
          <a:ext cx="340210" cy="397982"/>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510450" y="866075"/>
        <a:ext cx="238147" cy="238790"/>
      </dsp:txXfrm>
    </dsp:sp>
    <dsp:sp modelId="{7807F26B-8DA3-4C05-AC81-9B09DFFBB862}">
      <dsp:nvSpPr>
        <dsp:cNvPr id="0" name=""/>
        <dsp:cNvSpPr/>
      </dsp:nvSpPr>
      <dsp:spPr>
        <a:xfrm>
          <a:off x="8991880" y="120399"/>
          <a:ext cx="1604768" cy="1730141"/>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Installation and Maintenance</a:t>
          </a:r>
        </a:p>
        <a:p>
          <a:pPr marL="114300" lvl="1" indent="-114300" algn="l" defTabSz="533400">
            <a:lnSpc>
              <a:spcPct val="90000"/>
            </a:lnSpc>
            <a:spcBef>
              <a:spcPct val="0"/>
            </a:spcBef>
            <a:spcAft>
              <a:spcPct val="15000"/>
            </a:spcAft>
            <a:buChar char="•"/>
          </a:pPr>
          <a:r>
            <a:rPr lang="en-US" sz="1200" kern="1200"/>
            <a:t>Implement the Physical Design</a:t>
          </a:r>
        </a:p>
      </dsp:txBody>
      <dsp:txXfrm>
        <a:off x="9038882" y="167401"/>
        <a:ext cx="1510764" cy="1636137"/>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9/11/2023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9/11/2023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dirty="0"/>
              <a:t>Click icon to add picture</a:t>
            </a:r>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dirty="0"/>
              <a:t>Click icon to add picture</a:t>
            </a:r>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dirty="0"/>
              <a:t>Click icon to add picture</a:t>
            </a:r>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dirty="0"/>
              <a:t>Click icon to add picture</a:t>
            </a:r>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dirty="0"/>
              <a:t>Click icon to add picture</a:t>
            </a:r>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dirty="0"/>
              <a:t>Click icon to add picture</a:t>
            </a:r>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dirty="0"/>
              <a:t>Click icon to add picture</a:t>
            </a:r>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dirty="0"/>
              <a:t>Click icon to add picture</a:t>
            </a:r>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dirty="0"/>
              <a:t>Click icon to add picture</a:t>
            </a:r>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dirty="0"/>
              <a:t>Click icon to add picture</a:t>
            </a:r>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dirty="0"/>
              <a:t>Click icon to add picture</a:t>
            </a:r>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dirty="0"/>
              <a:t>Click icon to add picture</a:t>
            </a:r>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dirty="0"/>
              <a:t>Click icon to add picture</a:t>
            </a:r>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dirty="0"/>
              <a:t>Click icon to add picture</a:t>
            </a:r>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dirty="0"/>
              <a:t>Click icon to add picture</a:t>
            </a:r>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dirty="0"/>
              <a:t>Click icon to add picture</a:t>
            </a:r>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dirty="0"/>
              <a:t>Click icon to add picture</a:t>
            </a:r>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dirty="0"/>
              <a:t>Click icon to add picture</a:t>
            </a:r>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www.thebluediamondgallery.com/wooden-tile/c/client.html" TargetMode="Externa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hyperlink" Target="https://www.pngall.com/world-map-png" TargetMode="External"/><Relationship Id="rId2" Type="http://schemas.openxmlformats.org/officeDocument/2006/relationships/image" Target="../media/image4.png"/><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hyperlink" Target="https://openclipart.org/detail/10762/personal-information" TargetMode="Externa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microsoft.com/office/2007/relationships/hdphoto" Target="../media/hdphoto3.wdp"/><Relationship Id="rId7" Type="http://schemas.openxmlformats.org/officeDocument/2006/relationships/diagramColors" Target="../diagrams/colors1.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microsoft.com/office/2007/relationships/hdphoto" Target="../media/hdphoto2.wdp"/><Relationship Id="rId7" Type="http://schemas.openxmlformats.org/officeDocument/2006/relationships/diagramColors" Target="../diagrams/colors2.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8" Type="http://schemas.microsoft.com/office/2007/relationships/diagramDrawing" Target="../diagrams/drawing3.xml"/><Relationship Id="rId3" Type="http://schemas.microsoft.com/office/2007/relationships/hdphoto" Target="../media/hdphoto2.wdp"/><Relationship Id="rId7" Type="http://schemas.openxmlformats.org/officeDocument/2006/relationships/diagramColors" Target="../diagrams/colors3.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7.xml.rels><?xml version="1.0" encoding="UTF-8" standalone="yes"?>
<Relationships xmlns="http://schemas.openxmlformats.org/package/2006/relationships"><Relationship Id="rId8" Type="http://schemas.microsoft.com/office/2007/relationships/diagramDrawing" Target="../diagrams/drawing4.xml"/><Relationship Id="rId3" Type="http://schemas.microsoft.com/office/2007/relationships/hdphoto" Target="../media/hdphoto2.wdp"/><Relationship Id="rId7" Type="http://schemas.openxmlformats.org/officeDocument/2006/relationships/diagramColors" Target="../diagrams/colors4.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8.xml.rels><?xml version="1.0" encoding="UTF-8" standalone="yes"?>
<Relationships xmlns="http://schemas.openxmlformats.org/package/2006/relationships"><Relationship Id="rId8" Type="http://schemas.microsoft.com/office/2007/relationships/diagramDrawing" Target="../diagrams/drawing5.xml"/><Relationship Id="rId3" Type="http://schemas.microsoft.com/office/2007/relationships/hdphoto" Target="../media/hdphoto2.wdp"/><Relationship Id="rId7" Type="http://schemas.openxmlformats.org/officeDocument/2006/relationships/diagramColors" Target="../diagrams/colors5.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9.xml.rels><?xml version="1.0" encoding="UTF-8" standalone="yes"?>
<Relationships xmlns="http://schemas.openxmlformats.org/package/2006/relationships"><Relationship Id="rId8" Type="http://schemas.microsoft.com/office/2007/relationships/diagramDrawing" Target="../diagrams/drawing6.xml"/><Relationship Id="rId3" Type="http://schemas.microsoft.com/office/2007/relationships/hdphoto" Target="../media/hdphoto2.wdp"/><Relationship Id="rId7" Type="http://schemas.openxmlformats.org/officeDocument/2006/relationships/diagramColors" Target="../diagrams/colors6.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0.xml.rels><?xml version="1.0" encoding="UTF-8" standalone="yes"?>
<Relationships xmlns="http://schemas.openxmlformats.org/package/2006/relationships"><Relationship Id="rId8" Type="http://schemas.microsoft.com/office/2007/relationships/diagramDrawing" Target="../diagrams/drawing7.xml"/><Relationship Id="rId3" Type="http://schemas.microsoft.com/office/2007/relationships/hdphoto" Target="../media/hdphoto2.wdp"/><Relationship Id="rId7" Type="http://schemas.openxmlformats.org/officeDocument/2006/relationships/diagramColors" Target="../diagrams/colors7.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7" Type="http://schemas.microsoft.com/office/2007/relationships/hdphoto" Target="../media/hdphoto5.wdp"/><Relationship Id="rId2" Type="http://schemas.openxmlformats.org/officeDocument/2006/relationships/slideLayout" Target="../slideLayouts/slideLayout1.xml"/><Relationship Id="rId1" Type="http://schemas.openxmlformats.org/officeDocument/2006/relationships/themeOverride" Target="../theme/themeOverride1.xml"/><Relationship Id="rId6" Type="http://schemas.openxmlformats.org/officeDocument/2006/relationships/image" Target="../media/image5.png"/><Relationship Id="rId5" Type="http://schemas.openxmlformats.org/officeDocument/2006/relationships/hyperlink" Target="https://www.pngall.com/world-map-png" TargetMode="External"/><Relationship Id="rId4" Type="http://schemas.microsoft.com/office/2007/relationships/hdphoto" Target="../media/hdphoto4.wdp"/></Relationships>
</file>

<file path=ppt/slides/_rels/slide12.xml.rels><?xml version="1.0" encoding="UTF-8" standalone="yes"?>
<Relationships xmlns="http://schemas.openxmlformats.org/package/2006/relationships"><Relationship Id="rId8" Type="http://schemas.microsoft.com/office/2007/relationships/diagramDrawing" Target="../diagrams/drawing8.xml"/><Relationship Id="rId3" Type="http://schemas.microsoft.com/office/2007/relationships/hdphoto" Target="../media/hdphoto2.wdp"/><Relationship Id="rId7" Type="http://schemas.openxmlformats.org/officeDocument/2006/relationships/diagramColors" Target="../diagrams/colors8.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3.xml.rels><?xml version="1.0" encoding="UTF-8" standalone="yes"?>
<Relationships xmlns="http://schemas.openxmlformats.org/package/2006/relationships"><Relationship Id="rId8" Type="http://schemas.microsoft.com/office/2007/relationships/diagramDrawing" Target="../diagrams/drawing9.xml"/><Relationship Id="rId3" Type="http://schemas.microsoft.com/office/2007/relationships/hdphoto" Target="../media/hdphoto2.wdp"/><Relationship Id="rId7" Type="http://schemas.openxmlformats.org/officeDocument/2006/relationships/diagramColors" Target="../diagrams/colors9.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14.xml.rels><?xml version="1.0" encoding="UTF-8" standalone="yes"?>
<Relationships xmlns="http://schemas.openxmlformats.org/package/2006/relationships"><Relationship Id="rId8" Type="http://schemas.microsoft.com/office/2007/relationships/diagramDrawing" Target="../diagrams/drawing10.xml"/><Relationship Id="rId3" Type="http://schemas.microsoft.com/office/2007/relationships/hdphoto" Target="../media/hdphoto2.wdp"/><Relationship Id="rId7" Type="http://schemas.openxmlformats.org/officeDocument/2006/relationships/diagramColors" Target="../diagrams/colors10.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 Id="rId9" Type="http://schemas.openxmlformats.org/officeDocument/2006/relationships/image" Target="../media/image9.jpeg"/></Relationships>
</file>

<file path=ppt/slides/_rels/slide15.xml.rels><?xml version="1.0" encoding="UTF-8" standalone="yes"?>
<Relationships xmlns="http://schemas.openxmlformats.org/package/2006/relationships"><Relationship Id="rId8" Type="http://schemas.microsoft.com/office/2007/relationships/diagramDrawing" Target="../diagrams/drawing11.xml"/><Relationship Id="rId3" Type="http://schemas.microsoft.com/office/2007/relationships/hdphoto" Target="../media/hdphoto2.wdp"/><Relationship Id="rId7" Type="http://schemas.openxmlformats.org/officeDocument/2006/relationships/diagramColors" Target="../diagrams/colors11.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 Id="rId9" Type="http://schemas.openxmlformats.org/officeDocument/2006/relationships/image" Target="../media/image10.png"/></Relationships>
</file>

<file path=ppt/slides/_rels/slide16.xml.rels><?xml version="1.0" encoding="UTF-8" standalone="yes"?>
<Relationships xmlns="http://schemas.openxmlformats.org/package/2006/relationships"><Relationship Id="rId8" Type="http://schemas.microsoft.com/office/2007/relationships/diagramDrawing" Target="../diagrams/drawing12.xml"/><Relationship Id="rId3" Type="http://schemas.microsoft.com/office/2007/relationships/hdphoto" Target="../media/hdphoto2.wdp"/><Relationship Id="rId7" Type="http://schemas.openxmlformats.org/officeDocument/2006/relationships/diagramColors" Target="../diagrams/colors12.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 Id="rId9" Type="http://schemas.openxmlformats.org/officeDocument/2006/relationships/image" Target="../media/image11.png"/></Relationships>
</file>

<file path=ppt/slides/_rels/slide17.xml.rels><?xml version="1.0" encoding="UTF-8" standalone="yes"?>
<Relationships xmlns="http://schemas.openxmlformats.org/package/2006/relationships"><Relationship Id="rId8" Type="http://schemas.microsoft.com/office/2007/relationships/diagramDrawing" Target="../diagrams/drawing13.xml"/><Relationship Id="rId3" Type="http://schemas.microsoft.com/office/2007/relationships/hdphoto" Target="../media/hdphoto2.wdp"/><Relationship Id="rId7" Type="http://schemas.openxmlformats.org/officeDocument/2006/relationships/diagramColors" Target="../diagrams/colors13.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QuickStyle" Target="../diagrams/quickStyle13.xml"/><Relationship Id="rId5" Type="http://schemas.openxmlformats.org/officeDocument/2006/relationships/diagramLayout" Target="../diagrams/layout13.xml"/><Relationship Id="rId4" Type="http://schemas.openxmlformats.org/officeDocument/2006/relationships/diagramData" Target="../diagrams/data13.xml"/></Relationships>
</file>

<file path=ppt/slides/_rels/slide18.xml.rels><?xml version="1.0" encoding="UTF-8" standalone="yes"?>
<Relationships xmlns="http://schemas.openxmlformats.org/package/2006/relationships"><Relationship Id="rId8" Type="http://schemas.microsoft.com/office/2007/relationships/diagramDrawing" Target="../diagrams/drawing14.xml"/><Relationship Id="rId3" Type="http://schemas.microsoft.com/office/2007/relationships/hdphoto" Target="../media/hdphoto2.wdp"/><Relationship Id="rId7" Type="http://schemas.openxmlformats.org/officeDocument/2006/relationships/diagramColors" Target="../diagrams/colors14.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QuickStyle" Target="../diagrams/quickStyle14.xml"/><Relationship Id="rId5" Type="http://schemas.openxmlformats.org/officeDocument/2006/relationships/diagramLayout" Target="../diagrams/layout14.xml"/><Relationship Id="rId4" Type="http://schemas.openxmlformats.org/officeDocument/2006/relationships/diagramData" Target="../diagrams/data14.xml"/></Relationships>
</file>

<file path=ppt/slides/_rels/slide19.xml.rels><?xml version="1.0" encoding="UTF-8" standalone="yes"?>
<Relationships xmlns="http://schemas.openxmlformats.org/package/2006/relationships"><Relationship Id="rId8" Type="http://schemas.microsoft.com/office/2007/relationships/diagramDrawing" Target="../diagrams/drawing15.xml"/><Relationship Id="rId3" Type="http://schemas.microsoft.com/office/2007/relationships/hdphoto" Target="../media/hdphoto2.wdp"/><Relationship Id="rId7" Type="http://schemas.openxmlformats.org/officeDocument/2006/relationships/diagramColors" Target="../diagrams/colors15.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QuickStyle" Target="../diagrams/quickStyle15.xml"/><Relationship Id="rId5" Type="http://schemas.openxmlformats.org/officeDocument/2006/relationships/diagramLayout" Target="../diagrams/layout15.xml"/><Relationship Id="rId4" Type="http://schemas.openxmlformats.org/officeDocument/2006/relationships/diagramData" Target="../diagrams/data15.xml"/></Relationships>
</file>

<file path=ppt/slides/_rels/slide20.xml.rels><?xml version="1.0" encoding="UTF-8" standalone="yes"?>
<Relationships xmlns="http://schemas.openxmlformats.org/package/2006/relationships"><Relationship Id="rId8" Type="http://schemas.microsoft.com/office/2007/relationships/diagramDrawing" Target="../diagrams/drawing16.xml"/><Relationship Id="rId3" Type="http://schemas.microsoft.com/office/2007/relationships/hdphoto" Target="../media/hdphoto2.wdp"/><Relationship Id="rId7" Type="http://schemas.openxmlformats.org/officeDocument/2006/relationships/diagramColors" Target="../diagrams/colors16.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QuickStyle" Target="../diagrams/quickStyle16.xml"/><Relationship Id="rId5" Type="http://schemas.openxmlformats.org/officeDocument/2006/relationships/diagramLayout" Target="../diagrams/layout16.xml"/><Relationship Id="rId4" Type="http://schemas.openxmlformats.org/officeDocument/2006/relationships/diagramData" Target="../diagrams/data16.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7" Type="http://schemas.microsoft.com/office/2007/relationships/hdphoto" Target="../media/hdphoto5.wdp"/><Relationship Id="rId2" Type="http://schemas.openxmlformats.org/officeDocument/2006/relationships/slideLayout" Target="../slideLayouts/slideLayout1.xml"/><Relationship Id="rId1" Type="http://schemas.openxmlformats.org/officeDocument/2006/relationships/themeOverride" Target="../theme/themeOverride2.xml"/><Relationship Id="rId6" Type="http://schemas.openxmlformats.org/officeDocument/2006/relationships/image" Target="../media/image5.png"/><Relationship Id="rId5" Type="http://schemas.openxmlformats.org/officeDocument/2006/relationships/hyperlink" Target="https://www.pngall.com/world-map-png" TargetMode="External"/><Relationship Id="rId4" Type="http://schemas.microsoft.com/office/2007/relationships/hdphoto" Target="../media/hdphoto4.wdp"/></Relationships>
</file>

<file path=ppt/slides/_rels/slide22.xml.rels><?xml version="1.0" encoding="UTF-8" standalone="yes"?>
<Relationships xmlns="http://schemas.openxmlformats.org/package/2006/relationships"><Relationship Id="rId8" Type="http://schemas.microsoft.com/office/2007/relationships/diagramDrawing" Target="../diagrams/drawing17.xml"/><Relationship Id="rId3" Type="http://schemas.microsoft.com/office/2007/relationships/hdphoto" Target="../media/hdphoto2.wdp"/><Relationship Id="rId7" Type="http://schemas.openxmlformats.org/officeDocument/2006/relationships/diagramColors" Target="../diagrams/colors17.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QuickStyle" Target="../diagrams/quickStyle17.xml"/><Relationship Id="rId5" Type="http://schemas.openxmlformats.org/officeDocument/2006/relationships/diagramLayout" Target="../diagrams/layout17.xml"/><Relationship Id="rId4" Type="http://schemas.openxmlformats.org/officeDocument/2006/relationships/diagramData" Target="../diagrams/data17.xml"/></Relationships>
</file>

<file path=ppt/slides/_rels/slide23.xml.rels><?xml version="1.0" encoding="UTF-8" standalone="yes"?>
<Relationships xmlns="http://schemas.openxmlformats.org/package/2006/relationships"><Relationship Id="rId8" Type="http://schemas.microsoft.com/office/2007/relationships/diagramDrawing" Target="../diagrams/drawing18.xml"/><Relationship Id="rId3" Type="http://schemas.microsoft.com/office/2007/relationships/hdphoto" Target="../media/hdphoto2.wdp"/><Relationship Id="rId7" Type="http://schemas.openxmlformats.org/officeDocument/2006/relationships/diagramColors" Target="../diagrams/colors18.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QuickStyle" Target="../diagrams/quickStyle18.xml"/><Relationship Id="rId5" Type="http://schemas.openxmlformats.org/officeDocument/2006/relationships/diagramLayout" Target="../diagrams/layout18.xml"/><Relationship Id="rId4" Type="http://schemas.openxmlformats.org/officeDocument/2006/relationships/diagramData" Target="../diagrams/data18.xml"/></Relationships>
</file>

<file path=ppt/slides/_rels/slide2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microsoft.com/office/2007/relationships/diagramDrawing" Target="../diagrams/drawing19.xml"/><Relationship Id="rId3" Type="http://schemas.microsoft.com/office/2007/relationships/hdphoto" Target="../media/hdphoto2.wdp"/><Relationship Id="rId7" Type="http://schemas.openxmlformats.org/officeDocument/2006/relationships/diagramColors" Target="../diagrams/colors19.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QuickStyle" Target="../diagrams/quickStyle19.xml"/><Relationship Id="rId5" Type="http://schemas.openxmlformats.org/officeDocument/2006/relationships/diagramLayout" Target="../diagrams/layout19.xml"/><Relationship Id="rId4" Type="http://schemas.openxmlformats.org/officeDocument/2006/relationships/diagramData" Target="../diagrams/data19.xml"/><Relationship Id="rId9" Type="http://schemas.openxmlformats.org/officeDocument/2006/relationships/image" Target="../media/image12.png"/></Relationships>
</file>

<file path=ppt/slides/_rels/slide26.xml.rels><?xml version="1.0" encoding="UTF-8" standalone="yes"?>
<Relationships xmlns="http://schemas.openxmlformats.org/package/2006/relationships"><Relationship Id="rId8" Type="http://schemas.microsoft.com/office/2007/relationships/diagramDrawing" Target="../diagrams/drawing20.xml"/><Relationship Id="rId3" Type="http://schemas.microsoft.com/office/2007/relationships/hdphoto" Target="../media/hdphoto2.wdp"/><Relationship Id="rId7" Type="http://schemas.openxmlformats.org/officeDocument/2006/relationships/diagramColors" Target="../diagrams/colors20.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QuickStyle" Target="../diagrams/quickStyle20.xml"/><Relationship Id="rId5" Type="http://schemas.openxmlformats.org/officeDocument/2006/relationships/diagramLayout" Target="../diagrams/layout20.xml"/><Relationship Id="rId4" Type="http://schemas.openxmlformats.org/officeDocument/2006/relationships/diagramData" Target="../diagrams/data20.xml"/><Relationship Id="rId9" Type="http://schemas.openxmlformats.org/officeDocument/2006/relationships/image" Target="../media/image13.png"/></Relationships>
</file>

<file path=ppt/slides/_rels/slide27.xml.rels><?xml version="1.0" encoding="UTF-8" standalone="yes"?>
<Relationships xmlns="http://schemas.openxmlformats.org/package/2006/relationships"><Relationship Id="rId8" Type="http://schemas.microsoft.com/office/2007/relationships/diagramDrawing" Target="../diagrams/drawing21.xml"/><Relationship Id="rId3" Type="http://schemas.microsoft.com/office/2007/relationships/hdphoto" Target="../media/hdphoto2.wdp"/><Relationship Id="rId7" Type="http://schemas.openxmlformats.org/officeDocument/2006/relationships/diagramColors" Target="../diagrams/colors21.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QuickStyle" Target="../diagrams/quickStyle21.xml"/><Relationship Id="rId5" Type="http://schemas.openxmlformats.org/officeDocument/2006/relationships/diagramLayout" Target="../diagrams/layout21.xml"/><Relationship Id="rId4" Type="http://schemas.openxmlformats.org/officeDocument/2006/relationships/diagramData" Target="../diagrams/data21.xml"/><Relationship Id="rId9" Type="http://schemas.openxmlformats.org/officeDocument/2006/relationships/image" Target="../media/image14.png"/></Relationships>
</file>

<file path=ppt/slides/_rels/slide28.xml.rels><?xml version="1.0" encoding="UTF-8" standalone="yes"?>
<Relationships xmlns="http://schemas.openxmlformats.org/package/2006/relationships"><Relationship Id="rId8" Type="http://schemas.microsoft.com/office/2007/relationships/diagramDrawing" Target="../diagrams/drawing22.xml"/><Relationship Id="rId3" Type="http://schemas.microsoft.com/office/2007/relationships/hdphoto" Target="../media/hdphoto2.wdp"/><Relationship Id="rId7" Type="http://schemas.openxmlformats.org/officeDocument/2006/relationships/diagramColors" Target="../diagrams/colors22.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QuickStyle" Target="../diagrams/quickStyle22.xml"/><Relationship Id="rId11" Type="http://schemas.openxmlformats.org/officeDocument/2006/relationships/hyperlink" Target="https://creativecommons.org/licenses/by-sa/3.0/" TargetMode="External"/><Relationship Id="rId5" Type="http://schemas.openxmlformats.org/officeDocument/2006/relationships/diagramLayout" Target="../diagrams/layout22.xml"/><Relationship Id="rId10" Type="http://schemas.openxmlformats.org/officeDocument/2006/relationships/hyperlink" Target="https://commons.wikimedia.org/wiki/File:Drawing_of_the_Restored_Floor_Plan_of_the_Bequet-Ribault_House_in_Ste_Genevieve_MO.png" TargetMode="External"/><Relationship Id="rId4" Type="http://schemas.openxmlformats.org/officeDocument/2006/relationships/diagramData" Target="../diagrams/data22.xml"/><Relationship Id="rId9"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7" Type="http://schemas.microsoft.com/office/2007/relationships/hdphoto" Target="../media/hdphoto5.wdp"/><Relationship Id="rId2" Type="http://schemas.openxmlformats.org/officeDocument/2006/relationships/slideLayout" Target="../slideLayouts/slideLayout1.xml"/><Relationship Id="rId1" Type="http://schemas.openxmlformats.org/officeDocument/2006/relationships/themeOverride" Target="../theme/themeOverride3.xml"/><Relationship Id="rId6" Type="http://schemas.openxmlformats.org/officeDocument/2006/relationships/image" Target="../media/image5.png"/><Relationship Id="rId5" Type="http://schemas.openxmlformats.org/officeDocument/2006/relationships/hyperlink" Target="https://www.pngall.com/world-map-png" TargetMode="External"/><Relationship Id="rId4" Type="http://schemas.microsoft.com/office/2007/relationships/hdphoto" Target="../media/hdphoto4.wdp"/></Relationships>
</file>

<file path=ppt/slides/_rels/slide30.xml.rels><?xml version="1.0" encoding="UTF-8" standalone="yes"?>
<Relationships xmlns="http://schemas.openxmlformats.org/package/2006/relationships"><Relationship Id="rId8" Type="http://schemas.microsoft.com/office/2007/relationships/diagramDrawing" Target="../diagrams/drawing23.xml"/><Relationship Id="rId3" Type="http://schemas.microsoft.com/office/2007/relationships/hdphoto" Target="../media/hdphoto2.wdp"/><Relationship Id="rId7" Type="http://schemas.openxmlformats.org/officeDocument/2006/relationships/diagramColors" Target="../diagrams/colors23.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QuickStyle" Target="../diagrams/quickStyle23.xml"/><Relationship Id="rId5" Type="http://schemas.openxmlformats.org/officeDocument/2006/relationships/diagramLayout" Target="../diagrams/layout23.xml"/><Relationship Id="rId4" Type="http://schemas.openxmlformats.org/officeDocument/2006/relationships/diagramData" Target="../diagrams/data23.xml"/></Relationships>
</file>

<file path=ppt/slides/_rels/slide3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4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21.jpeg"/><Relationship Id="rId4" Type="http://schemas.openxmlformats.org/officeDocument/2006/relationships/image" Target="../media/image20.jpeg"/></Relationships>
</file>

<file path=ppt/slides/_rels/slide4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jpeg"/></Relationships>
</file>

<file path=ppt/slides/_rels/slide47.xml.rels><?xml version="1.0" encoding="UTF-8" standalone="yes"?>
<Relationships xmlns="http://schemas.openxmlformats.org/package/2006/relationships"><Relationship Id="rId3" Type="http://schemas.openxmlformats.org/officeDocument/2006/relationships/image" Target="../media/image8.png"/><Relationship Id="rId7" Type="http://schemas.microsoft.com/office/2007/relationships/hdphoto" Target="../media/hdphoto5.wdp"/><Relationship Id="rId2" Type="http://schemas.openxmlformats.org/officeDocument/2006/relationships/slideLayout" Target="../slideLayouts/slideLayout1.xml"/><Relationship Id="rId1" Type="http://schemas.openxmlformats.org/officeDocument/2006/relationships/themeOverride" Target="../theme/themeOverride4.xml"/><Relationship Id="rId6" Type="http://schemas.openxmlformats.org/officeDocument/2006/relationships/image" Target="../media/image5.png"/><Relationship Id="rId5" Type="http://schemas.openxmlformats.org/officeDocument/2006/relationships/hyperlink" Target="https://www.pngall.com/world-map-png" TargetMode="External"/><Relationship Id="rId4" Type="http://schemas.microsoft.com/office/2007/relationships/hdphoto" Target="../media/hdphoto4.wdp"/></Relationships>
</file>

<file path=ppt/slides/_rels/slide48.xml.rels><?xml version="1.0" encoding="UTF-8" standalone="yes"?>
<Relationships xmlns="http://schemas.openxmlformats.org/package/2006/relationships"><Relationship Id="rId8" Type="http://schemas.microsoft.com/office/2007/relationships/diagramDrawing" Target="../diagrams/drawing24.xml"/><Relationship Id="rId3" Type="http://schemas.microsoft.com/office/2007/relationships/hdphoto" Target="../media/hdphoto2.wdp"/><Relationship Id="rId7" Type="http://schemas.openxmlformats.org/officeDocument/2006/relationships/diagramColors" Target="../diagrams/colors24.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QuickStyle" Target="../diagrams/quickStyle24.xml"/><Relationship Id="rId5" Type="http://schemas.openxmlformats.org/officeDocument/2006/relationships/diagramLayout" Target="../diagrams/layout24.xml"/><Relationship Id="rId4" Type="http://schemas.openxmlformats.org/officeDocument/2006/relationships/diagramData" Target="../diagrams/data24.xml"/></Relationships>
</file>

<file path=ppt/slides/_rels/slide4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5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6.png"/></Relationships>
</file>

<file path=ppt/slides/_rels/slide55.xml.rels><?xml version="1.0" encoding="UTF-8" standalone="yes"?>
<Relationships xmlns="http://schemas.openxmlformats.org/package/2006/relationships"><Relationship Id="rId3" Type="http://schemas.microsoft.com/office/2007/relationships/hdphoto" Target="../media/hdphoto2.wdp"/><Relationship Id="rId7" Type="http://schemas.openxmlformats.org/officeDocument/2006/relationships/image" Target="../media/image24.jpe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jpeg"/><Relationship Id="rId4" Type="http://schemas.openxmlformats.org/officeDocument/2006/relationships/image" Target="../media/image26.png"/></Relationships>
</file>

<file path=ppt/slides/_rels/slide5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5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5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5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6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www.thebluediamondgallery.com/wooden-tile/c/client.html" TargetMode="External"/><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extLst>
              <a:ext uri="{BEBA8EAE-BF5A-486C-A8C5-ECC9F3942E4B}">
                <a14:imgProps xmlns:a14="http://schemas.microsoft.com/office/drawing/2010/main">
                  <a14:imgLayer r:embed="rId3">
                    <a14:imgEffect>
                      <a14:sharpenSoften amount="-100000"/>
                    </a14:imgEffect>
                  </a14:imgLayer>
                </a14:imgProps>
              </a:ext>
            </a:extLst>
          </a:blip>
          <a:srcRect/>
          <a:stretch/>
        </p:blipFill>
        <p:spPr>
          <a:xfrm>
            <a:off x="-2" y="1"/>
            <a:ext cx="12191999" cy="6857999"/>
          </a:xfrm>
          <a:solidFill>
            <a:schemeClr val="tx1"/>
          </a:solidFill>
        </p:spPr>
      </p:pic>
      <p:sp>
        <p:nvSpPr>
          <p:cNvPr id="4" name="Text Placeholder 3">
            <a:extLst>
              <a:ext uri="{FF2B5EF4-FFF2-40B4-BE49-F238E27FC236}">
                <a16:creationId xmlns:a16="http://schemas.microsoft.com/office/drawing/2014/main" id="{CDCC5C8D-F2C4-AF97-36D0-FD7F5AA18F39}"/>
              </a:ext>
            </a:extLst>
          </p:cNvPr>
          <p:cNvSpPr>
            <a:spLocks noGrp="1"/>
          </p:cNvSpPr>
          <p:nvPr>
            <p:ph type="body" sz="quarter" idx="12"/>
          </p:nvPr>
        </p:nvSpPr>
        <p:spPr>
          <a:xfrm>
            <a:off x="136345" y="4982547"/>
            <a:ext cx="5167313" cy="1533751"/>
          </a:xfrm>
        </p:spPr>
        <p:txBody>
          <a:bodyPr/>
          <a:lstStyle/>
          <a:p>
            <a:pPr algn="l">
              <a:lnSpc>
                <a:spcPct val="100000"/>
              </a:lnSpc>
            </a:pPr>
            <a:r>
              <a:rPr lang="en-US" i="1" dirty="0">
                <a:solidFill>
                  <a:schemeClr val="bg1"/>
                </a:solidFill>
              </a:rPr>
              <a:t>Kishan </a:t>
            </a:r>
            <a:r>
              <a:rPr lang="en-US" b="1" i="1" dirty="0">
                <a:solidFill>
                  <a:srgbClr val="C00000"/>
                </a:solidFill>
              </a:rPr>
              <a:t>P</a:t>
            </a:r>
            <a:r>
              <a:rPr lang="en-US" i="1" dirty="0">
                <a:solidFill>
                  <a:schemeClr val="bg1"/>
                </a:solidFill>
              </a:rPr>
              <a:t>anchal</a:t>
            </a:r>
          </a:p>
          <a:p>
            <a:pPr algn="l">
              <a:lnSpc>
                <a:spcPct val="100000"/>
              </a:lnSpc>
            </a:pPr>
            <a:r>
              <a:rPr lang="en-US" i="1" dirty="0">
                <a:solidFill>
                  <a:schemeClr val="bg1"/>
                </a:solidFill>
              </a:rPr>
              <a:t>Siem </a:t>
            </a:r>
            <a:r>
              <a:rPr lang="en-US" b="1" i="1" dirty="0">
                <a:solidFill>
                  <a:srgbClr val="C00000"/>
                </a:solidFill>
              </a:rPr>
              <a:t>T</a:t>
            </a:r>
            <a:r>
              <a:rPr lang="en-US" i="1" dirty="0">
                <a:solidFill>
                  <a:schemeClr val="bg1"/>
                </a:solidFill>
              </a:rPr>
              <a:t>ekleweini</a:t>
            </a:r>
          </a:p>
          <a:p>
            <a:pPr algn="l">
              <a:lnSpc>
                <a:spcPct val="100000"/>
              </a:lnSpc>
            </a:pPr>
            <a:r>
              <a:rPr lang="en-US" i="1" dirty="0">
                <a:solidFill>
                  <a:schemeClr val="bg1"/>
                </a:solidFill>
              </a:rPr>
              <a:t>Markus </a:t>
            </a:r>
            <a:r>
              <a:rPr lang="en-US" b="1" i="1" dirty="0">
                <a:solidFill>
                  <a:srgbClr val="C00000"/>
                </a:solidFill>
              </a:rPr>
              <a:t>H</a:t>
            </a:r>
            <a:r>
              <a:rPr lang="en-US" i="1" dirty="0">
                <a:solidFill>
                  <a:schemeClr val="bg1"/>
                </a:solidFill>
              </a:rPr>
              <a:t>anna</a:t>
            </a:r>
          </a:p>
          <a:p>
            <a:pPr algn="l">
              <a:lnSpc>
                <a:spcPct val="100000"/>
              </a:lnSpc>
            </a:pPr>
            <a:r>
              <a:rPr lang="en-US" i="1" dirty="0">
                <a:solidFill>
                  <a:schemeClr val="bg1"/>
                </a:solidFill>
              </a:rPr>
              <a:t>Harjas </a:t>
            </a:r>
            <a:r>
              <a:rPr lang="en-US" b="1" i="1" dirty="0">
                <a:solidFill>
                  <a:srgbClr val="C00000"/>
                </a:solidFill>
              </a:rPr>
              <a:t>K</a:t>
            </a:r>
            <a:r>
              <a:rPr lang="en-US" i="1" dirty="0">
                <a:solidFill>
                  <a:schemeClr val="bg1"/>
                </a:solidFill>
              </a:rPr>
              <a:t>aur</a:t>
            </a:r>
          </a:p>
        </p:txBody>
      </p:sp>
      <p:sp>
        <p:nvSpPr>
          <p:cNvPr id="7" name="Text Placeholder 6">
            <a:extLst>
              <a:ext uri="{FF2B5EF4-FFF2-40B4-BE49-F238E27FC236}">
                <a16:creationId xmlns:a16="http://schemas.microsoft.com/office/drawing/2014/main" id="{5D865526-EC39-4780-A2A8-274A80A5C19B}"/>
              </a:ext>
            </a:extLst>
          </p:cNvPr>
          <p:cNvSpPr>
            <a:spLocks noGrp="1"/>
          </p:cNvSpPr>
          <p:nvPr>
            <p:ph type="body" idx="1"/>
          </p:nvPr>
        </p:nvSpPr>
        <p:spPr>
          <a:xfrm>
            <a:off x="2727156" y="2923672"/>
            <a:ext cx="6737685" cy="1010653"/>
          </a:xfrm>
        </p:spPr>
        <p:txBody>
          <a:bodyPr/>
          <a:lstStyle/>
          <a:p>
            <a:r>
              <a:rPr lang="en-US" sz="3200" dirty="0"/>
              <a:t>Network Design Specifications </a:t>
            </a:r>
          </a:p>
        </p:txBody>
      </p:sp>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1520031" y="341702"/>
            <a:ext cx="3984098" cy="857076"/>
          </a:xfrm>
        </p:spPr>
        <p:txBody>
          <a:bodyPr/>
          <a:lstStyle/>
          <a:p>
            <a:pPr algn="l"/>
            <a:r>
              <a:rPr lang="en-US" sz="1800" b="1" dirty="0">
                <a:solidFill>
                  <a:srgbClr val="C00000"/>
                </a:solidFill>
              </a:rPr>
              <a:t>Client Company</a:t>
            </a:r>
          </a:p>
        </p:txBody>
      </p:sp>
      <p:pic>
        <p:nvPicPr>
          <p:cNvPr id="5" name="Picture 4">
            <a:extLst>
              <a:ext uri="{FF2B5EF4-FFF2-40B4-BE49-F238E27FC236}">
                <a16:creationId xmlns:a16="http://schemas.microsoft.com/office/drawing/2014/main" id="{982F246A-978C-9786-D2D3-C3CDB02F409F}"/>
              </a:ext>
            </a:extLst>
          </p:cNvPr>
          <p:cNvPicPr>
            <a:picLocks noChangeAspect="1"/>
          </p:cNvPicPr>
          <p:nvPr/>
        </p:nvPicPr>
        <p:blipFill>
          <a:blip r:embed="rId4">
            <a:extLst>
              <a:ext uri="{837473B0-CC2E-450A-ABE3-18F120FF3D39}">
                <a1611:picAttrSrcUrl xmlns:a1611="http://schemas.microsoft.com/office/drawing/2016/11/main" r:id="rId5"/>
              </a:ext>
            </a:extLst>
          </a:blip>
          <a:srcRect/>
          <a:stretch/>
        </p:blipFill>
        <p:spPr>
          <a:xfrm>
            <a:off x="136345" y="227535"/>
            <a:ext cx="1379177" cy="1085409"/>
          </a:xfrm>
          <a:prstGeom prst="rect">
            <a:avLst/>
          </a:prstGeom>
        </p:spPr>
      </p:pic>
      <p:sp>
        <p:nvSpPr>
          <p:cNvPr id="6" name="Title 8">
            <a:extLst>
              <a:ext uri="{FF2B5EF4-FFF2-40B4-BE49-F238E27FC236}">
                <a16:creationId xmlns:a16="http://schemas.microsoft.com/office/drawing/2014/main" id="{1F0A43CB-F8DC-62C9-115D-D5604622AE3B}"/>
              </a:ext>
            </a:extLst>
          </p:cNvPr>
          <p:cNvSpPr txBox="1">
            <a:spLocks/>
          </p:cNvSpPr>
          <p:nvPr/>
        </p:nvSpPr>
        <p:spPr>
          <a:xfrm>
            <a:off x="8679921" y="341702"/>
            <a:ext cx="1859968" cy="857076"/>
          </a:xfrm>
          <a:prstGeom prst="rect">
            <a:avLst/>
          </a:prstGeom>
        </p:spPr>
        <p:txBody>
          <a:bodyPr vert="horz" lIns="91440" tIns="45720" rIns="91440" bIns="45720" rtlCol="0" anchor="ctr">
            <a:noAutofit/>
          </a:bodyPr>
          <a:lstStyle>
            <a:lvl1pPr algn="ctr" defTabSz="914400" rtl="0" eaLnBrk="1" latinLnBrk="0" hangingPunct="1">
              <a:lnSpc>
                <a:spcPct val="150000"/>
              </a:lnSpc>
              <a:spcBef>
                <a:spcPts val="1000"/>
              </a:spcBef>
              <a:buNone/>
              <a:defRPr sz="4000" kern="1200" cap="all" spc="300" baseline="0">
                <a:solidFill>
                  <a:schemeClr val="tx1"/>
                </a:solidFill>
                <a:latin typeface="+mj-lt"/>
                <a:ea typeface="+mj-ea"/>
                <a:cs typeface="+mj-cs"/>
              </a:defRPr>
            </a:lvl1pPr>
          </a:lstStyle>
          <a:p>
            <a:pPr algn="r">
              <a:lnSpc>
                <a:spcPct val="100000"/>
              </a:lnSpc>
            </a:pPr>
            <a:r>
              <a:rPr lang="en-US" sz="2000" b="1" dirty="0">
                <a:solidFill>
                  <a:srgbClr val="C00000"/>
                </a:solidFill>
              </a:rPr>
              <a:t>PTHK</a:t>
            </a:r>
            <a:endParaRPr lang="en-US" sz="2800" b="1" dirty="0">
              <a:solidFill>
                <a:srgbClr val="C00000"/>
              </a:solidFill>
            </a:endParaRPr>
          </a:p>
          <a:p>
            <a:pPr algn="r">
              <a:lnSpc>
                <a:spcPct val="100000"/>
              </a:lnSpc>
            </a:pPr>
            <a:r>
              <a:rPr lang="en-US" sz="2000" dirty="0">
                <a:solidFill>
                  <a:schemeClr val="bg1"/>
                </a:solidFill>
              </a:rPr>
              <a:t>Group 5</a:t>
            </a:r>
          </a:p>
        </p:txBody>
      </p:sp>
      <p:pic>
        <p:nvPicPr>
          <p:cNvPr id="11" name="Picture 10" descr="A picture containing text, mug&#10;&#10;Description automatically generated">
            <a:extLst>
              <a:ext uri="{FF2B5EF4-FFF2-40B4-BE49-F238E27FC236}">
                <a16:creationId xmlns:a16="http://schemas.microsoft.com/office/drawing/2014/main" id="{45BCCF67-03B9-DFF0-94BA-8F193675299D}"/>
              </a:ext>
            </a:extLst>
          </p:cNvPr>
          <p:cNvPicPr>
            <a:picLocks noChangeAspect="1"/>
          </p:cNvPicPr>
          <p:nvPr/>
        </p:nvPicPr>
        <p:blipFill rotWithShape="1">
          <a:blip r:embed="rId6"/>
          <a:srcRect l="19860" t="5721" r="18582" b="11581"/>
          <a:stretch/>
        </p:blipFill>
        <p:spPr>
          <a:xfrm>
            <a:off x="10676477" y="139699"/>
            <a:ext cx="1379177" cy="1261083"/>
          </a:xfrm>
          <a:prstGeom prst="rect">
            <a:avLst/>
          </a:prstGeom>
        </p:spPr>
      </p:pic>
      <p:sp>
        <p:nvSpPr>
          <p:cNvPr id="13" name="Text Placeholder 3">
            <a:extLst>
              <a:ext uri="{FF2B5EF4-FFF2-40B4-BE49-F238E27FC236}">
                <a16:creationId xmlns:a16="http://schemas.microsoft.com/office/drawing/2014/main" id="{9503FE0B-63B7-D2C2-8317-A4A658782F56}"/>
              </a:ext>
            </a:extLst>
          </p:cNvPr>
          <p:cNvSpPr txBox="1">
            <a:spLocks/>
          </p:cNvSpPr>
          <p:nvPr/>
        </p:nvSpPr>
        <p:spPr>
          <a:xfrm>
            <a:off x="9277398" y="6088433"/>
            <a:ext cx="2818348" cy="339433"/>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lnSpc>
                <a:spcPct val="100000"/>
              </a:lnSpc>
            </a:pPr>
            <a:r>
              <a:rPr lang="en-US" i="1" dirty="0">
                <a:solidFill>
                  <a:schemeClr val="bg1"/>
                </a:solidFill>
              </a:rPr>
              <a:t>April 27, 2023</a:t>
            </a:r>
          </a:p>
        </p:txBody>
      </p:sp>
      <p:sp>
        <p:nvSpPr>
          <p:cNvPr id="18" name="Slide Number Placeholder 6">
            <a:extLst>
              <a:ext uri="{FF2B5EF4-FFF2-40B4-BE49-F238E27FC236}">
                <a16:creationId xmlns:a16="http://schemas.microsoft.com/office/drawing/2014/main" id="{7ABAA5DE-108C-8104-898A-9BA768C4E908}"/>
              </a:ext>
            </a:extLst>
          </p:cNvPr>
          <p:cNvSpPr txBox="1">
            <a:spLocks/>
          </p:cNvSpPr>
          <p:nvPr/>
        </p:nvSpPr>
        <p:spPr>
          <a:xfrm>
            <a:off x="11651798" y="6245304"/>
            <a:ext cx="443948"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bg1"/>
              </a:solidFill>
            </a:endParaRPr>
          </a:p>
        </p:txBody>
      </p:sp>
    </p:spTree>
    <p:extLst>
      <p:ext uri="{BB962C8B-B14F-4D97-AF65-F5344CB8AC3E}">
        <p14:creationId xmlns:p14="http://schemas.microsoft.com/office/powerpoint/2010/main" val="39278323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extLst>
              <a:ext uri="{837473B0-CC2E-450A-ABE3-18F120FF3D39}">
                <a1611:picAttrSrcUrl xmlns:a1611="http://schemas.microsoft.com/office/drawing/2016/11/main" r:id="rId3"/>
              </a:ext>
            </a:extLst>
          </a:blip>
          <a:stretch>
            <a:fillRect/>
          </a:stretch>
        </a:blipFill>
        <a:effectLst/>
      </p:bgPr>
    </p:bg>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2BA72489-8882-B58F-317A-7EAE9A3B11A4}"/>
              </a:ext>
            </a:extLst>
          </p:cNvPr>
          <p:cNvPicPr>
            <a:picLocks noGrp="1" noChangeAspect="1"/>
          </p:cNvPicPr>
          <p:nvPr>
            <p:ph type="pic" sz="quarter" idx="10"/>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rcRect t="7796" b="7796"/>
          <a:stretch/>
        </p:blipFill>
        <p:spPr>
          <a:solidFill>
            <a:schemeClr val="bg1"/>
          </a:solidFill>
        </p:spPr>
      </p:pic>
      <p:sp>
        <p:nvSpPr>
          <p:cNvPr id="7" name="Text Placeholder 6">
            <a:extLst>
              <a:ext uri="{FF2B5EF4-FFF2-40B4-BE49-F238E27FC236}">
                <a16:creationId xmlns:a16="http://schemas.microsoft.com/office/drawing/2014/main" id="{013C4D28-B924-820A-286E-41C6DD7E4E38}"/>
              </a:ext>
            </a:extLst>
          </p:cNvPr>
          <p:cNvSpPr>
            <a:spLocks noGrp="1"/>
          </p:cNvSpPr>
          <p:nvPr>
            <p:ph type="body" idx="1"/>
          </p:nvPr>
        </p:nvSpPr>
        <p:spPr>
          <a:xfrm>
            <a:off x="2764970" y="2286001"/>
            <a:ext cx="7119257" cy="1665514"/>
          </a:xfrm>
          <a:ln/>
        </p:spPr>
        <p:style>
          <a:lnRef idx="2">
            <a:schemeClr val="dk1"/>
          </a:lnRef>
          <a:fillRef idx="1">
            <a:schemeClr val="lt1"/>
          </a:fillRef>
          <a:effectRef idx="0">
            <a:schemeClr val="dk1"/>
          </a:effectRef>
          <a:fontRef idx="minor">
            <a:schemeClr val="dk1"/>
          </a:fontRef>
        </p:style>
        <p:txBody>
          <a:bodyPr/>
          <a:lstStyle/>
          <a:p>
            <a:pPr>
              <a:lnSpc>
                <a:spcPct val="200000"/>
              </a:lnSpc>
            </a:pPr>
            <a:r>
              <a:rPr lang="en-US" sz="4400" b="1" dirty="0">
                <a:solidFill>
                  <a:srgbClr val="C00000"/>
                </a:solidFill>
              </a:rPr>
              <a:t>Executive overview</a:t>
            </a:r>
          </a:p>
        </p:txBody>
      </p:sp>
      <p:sp>
        <p:nvSpPr>
          <p:cNvPr id="15" name="Slide Number Placeholder 6">
            <a:extLst>
              <a:ext uri="{FF2B5EF4-FFF2-40B4-BE49-F238E27FC236}">
                <a16:creationId xmlns:a16="http://schemas.microsoft.com/office/drawing/2014/main" id="{B568E5A5-A9FD-DA5D-96A9-C112BBE155DF}"/>
              </a:ext>
            </a:extLst>
          </p:cNvPr>
          <p:cNvSpPr txBox="1">
            <a:spLocks/>
          </p:cNvSpPr>
          <p:nvPr/>
        </p:nvSpPr>
        <p:spPr>
          <a:xfrm>
            <a:off x="11651798" y="6245304"/>
            <a:ext cx="443948"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solidFill>
                  <a:schemeClr val="bg1"/>
                </a:solidFill>
              </a:rPr>
              <a:pPr/>
              <a:t>2</a:t>
            </a:fld>
            <a:endParaRPr lang="en-US" sz="2400" dirty="0">
              <a:solidFill>
                <a:schemeClr val="bg1"/>
              </a:solidFill>
            </a:endParaRPr>
          </a:p>
        </p:txBody>
      </p:sp>
    </p:spTree>
    <p:extLst>
      <p:ext uri="{BB962C8B-B14F-4D97-AF65-F5344CB8AC3E}">
        <p14:creationId xmlns:p14="http://schemas.microsoft.com/office/powerpoint/2010/main" val="32131156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AD012C48-B643-99EB-88B4-10FBB189530B}"/>
              </a:ext>
            </a:extLst>
          </p:cNvPr>
          <p:cNvSpPr txBox="1"/>
          <p:nvPr/>
        </p:nvSpPr>
        <p:spPr>
          <a:xfrm>
            <a:off x="329680" y="1400239"/>
            <a:ext cx="6680719" cy="417171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algn="just">
              <a:lnSpc>
                <a:spcPct val="107000"/>
              </a:lnSpc>
              <a:spcBef>
                <a:spcPts val="0"/>
              </a:spcBef>
              <a:spcAft>
                <a:spcPts val="800"/>
              </a:spcAft>
            </a:pPr>
            <a:r>
              <a:rPr lang="en-CA" sz="2400" kern="100" dirty="0">
                <a:effectLst/>
                <a:latin typeface="Calibri" panose="020F0502020204030204" pitchFamily="34" charset="0"/>
                <a:ea typeface="Calibri" panose="020F0502020204030204" pitchFamily="34" charset="0"/>
                <a:cs typeface="Calibri" panose="020F0502020204030204" pitchFamily="34" charset="0"/>
              </a:rPr>
              <a:t>Client Company consists of a highly focused and energized team with a proven track record in the cannabis and manufacturing industries. As a cannabis processor, Client Company will offer contract manufacturing services and tolling services for the Canadian cannabis market.	</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CA" sz="2400" kern="100" dirty="0">
                <a:effectLst/>
                <a:latin typeface="Calibri" panose="020F0502020204030204" pitchFamily="34" charset="0"/>
                <a:ea typeface="Calibri" panose="020F0502020204030204" pitchFamily="34" charset="0"/>
                <a:cs typeface="Calibri" panose="020F0502020204030204" pitchFamily="34" charset="0"/>
              </a:rPr>
              <a:t> </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CA" sz="2400" dirty="0">
                <a:effectLst/>
                <a:latin typeface="Calibri" panose="020F0502020204030204" pitchFamily="34" charset="0"/>
                <a:ea typeface="Calibri" panose="020F0502020204030204" pitchFamily="34" charset="0"/>
              </a:rPr>
              <a:t>The key contact from within the Client Company, who is directly involved in this project is Mr. X(IT Associate).</a:t>
            </a:r>
            <a:endParaRPr lang="en-US" sz="2800" spc="10" dirty="0">
              <a:solidFill>
                <a:srgbClr val="000000"/>
              </a:solidFill>
              <a:effectLst/>
              <a:ea typeface="MS Mincho" panose="02020609040205080304" pitchFamily="49" charset="-128"/>
              <a:cs typeface="Times New Roman" panose="02020603050405020304" pitchFamily="18" charset="0"/>
            </a:endParaRPr>
          </a:p>
        </p:txBody>
      </p:sp>
      <p:sp>
        <p:nvSpPr>
          <p:cNvPr id="15" name="Title 14">
            <a:extLst>
              <a:ext uri="{FF2B5EF4-FFF2-40B4-BE49-F238E27FC236}">
                <a16:creationId xmlns:a16="http://schemas.microsoft.com/office/drawing/2014/main" id="{1556D179-C3A7-6362-3E7A-26A2A9BF66B0}"/>
              </a:ext>
            </a:extLst>
          </p:cNvPr>
          <p:cNvSpPr>
            <a:spLocks noGrp="1"/>
          </p:cNvSpPr>
          <p:nvPr>
            <p:ph type="title"/>
          </p:nvPr>
        </p:nvSpPr>
        <p:spPr>
          <a:xfrm>
            <a:off x="329680" y="195943"/>
            <a:ext cx="11532637" cy="968828"/>
          </a:xfrm>
        </p:spPr>
        <p:style>
          <a:lnRef idx="2">
            <a:schemeClr val="dk1"/>
          </a:lnRef>
          <a:fillRef idx="1">
            <a:schemeClr val="lt1"/>
          </a:fillRef>
          <a:effectRef idx="0">
            <a:schemeClr val="dk1"/>
          </a:effectRef>
          <a:fontRef idx="minor">
            <a:schemeClr val="dk1"/>
          </a:fontRef>
        </p:style>
        <p:txBody>
          <a:bodyPr/>
          <a:lstStyle/>
          <a:p>
            <a:pPr>
              <a:lnSpc>
                <a:spcPct val="100000"/>
              </a:lnSpc>
            </a:pPr>
            <a:r>
              <a:rPr lang="en-US" sz="4800" dirty="0"/>
              <a:t>Executive Overview</a:t>
            </a:r>
          </a:p>
        </p:txBody>
      </p:sp>
      <p:sp>
        <p:nvSpPr>
          <p:cNvPr id="16" name="Slide Number Placeholder 6">
            <a:extLst>
              <a:ext uri="{FF2B5EF4-FFF2-40B4-BE49-F238E27FC236}">
                <a16:creationId xmlns:a16="http://schemas.microsoft.com/office/drawing/2014/main" id="{65994508-E2BA-68D3-213F-0D0F2819C31C}"/>
              </a:ext>
            </a:extLst>
          </p:cNvPr>
          <p:cNvSpPr txBox="1">
            <a:spLocks/>
          </p:cNvSpPr>
          <p:nvPr/>
        </p:nvSpPr>
        <p:spPr>
          <a:xfrm>
            <a:off x="11651798" y="6245304"/>
            <a:ext cx="443948"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3</a:t>
            </a:fld>
            <a:endParaRPr lang="en-US" sz="2400" dirty="0"/>
          </a:p>
        </p:txBody>
      </p:sp>
      <p:pic>
        <p:nvPicPr>
          <p:cNvPr id="3" name="Picture 2">
            <a:extLst>
              <a:ext uri="{FF2B5EF4-FFF2-40B4-BE49-F238E27FC236}">
                <a16:creationId xmlns:a16="http://schemas.microsoft.com/office/drawing/2014/main" id="{788FC70D-7960-D3A4-641D-F6AFFEE99F47}"/>
              </a:ext>
            </a:extLst>
          </p:cNvPr>
          <p:cNvPicPr>
            <a:picLocks noChangeAspect="1"/>
          </p:cNvPicPr>
          <p:nvPr/>
        </p:nvPicPr>
        <p:blipFill>
          <a:blip r:embed="rId4">
            <a:extLst>
              <a:ext uri="{837473B0-CC2E-450A-ABE3-18F120FF3D39}">
                <a1611:picAttrSrcUrl xmlns:a1611="http://schemas.microsoft.com/office/drawing/2016/11/main" r:id="rId5"/>
              </a:ext>
            </a:extLst>
          </a:blip>
          <a:srcRect/>
          <a:stretch/>
        </p:blipFill>
        <p:spPr>
          <a:xfrm>
            <a:off x="8320122" y="3298130"/>
            <a:ext cx="2746046" cy="2614465"/>
          </a:xfrm>
          <a:prstGeom prst="rect">
            <a:avLst/>
          </a:prstGeom>
        </p:spPr>
      </p:pic>
    </p:spTree>
    <p:extLst>
      <p:ext uri="{BB962C8B-B14F-4D97-AF65-F5344CB8AC3E}">
        <p14:creationId xmlns:p14="http://schemas.microsoft.com/office/powerpoint/2010/main" val="15435773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26" name="Slide Number Placeholder 6">
            <a:extLst>
              <a:ext uri="{FF2B5EF4-FFF2-40B4-BE49-F238E27FC236}">
                <a16:creationId xmlns:a16="http://schemas.microsoft.com/office/drawing/2014/main" id="{FBB00037-4782-E3FA-0196-8CBA3E4BBE16}"/>
              </a:ext>
            </a:extLst>
          </p:cNvPr>
          <p:cNvSpPr txBox="1">
            <a:spLocks/>
          </p:cNvSpPr>
          <p:nvPr/>
        </p:nvSpPr>
        <p:spPr>
          <a:xfrm>
            <a:off x="11651798" y="6245304"/>
            <a:ext cx="443948"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4</a:t>
            </a:fld>
            <a:endParaRPr lang="en-US" sz="2400" dirty="0"/>
          </a:p>
        </p:txBody>
      </p:sp>
      <p:sp>
        <p:nvSpPr>
          <p:cNvPr id="27" name="Title 14">
            <a:extLst>
              <a:ext uri="{FF2B5EF4-FFF2-40B4-BE49-F238E27FC236}">
                <a16:creationId xmlns:a16="http://schemas.microsoft.com/office/drawing/2014/main" id="{1C0C7E3B-33F7-562E-2BEC-39921B472238}"/>
              </a:ext>
            </a:extLst>
          </p:cNvPr>
          <p:cNvSpPr>
            <a:spLocks noGrp="1"/>
          </p:cNvSpPr>
          <p:nvPr>
            <p:ph type="title"/>
          </p:nvPr>
        </p:nvSpPr>
        <p:spPr>
          <a:xfrm>
            <a:off x="329680" y="195943"/>
            <a:ext cx="11532637" cy="968828"/>
          </a:xfrm>
        </p:spPr>
        <p:style>
          <a:lnRef idx="2">
            <a:schemeClr val="dk1"/>
          </a:lnRef>
          <a:fillRef idx="1">
            <a:schemeClr val="lt1"/>
          </a:fillRef>
          <a:effectRef idx="0">
            <a:schemeClr val="dk1"/>
          </a:effectRef>
          <a:fontRef idx="minor">
            <a:schemeClr val="dk1"/>
          </a:fontRef>
        </p:style>
        <p:txBody>
          <a:bodyPr/>
          <a:lstStyle/>
          <a:p>
            <a:pPr>
              <a:lnSpc>
                <a:spcPct val="100000"/>
              </a:lnSpc>
            </a:pPr>
            <a:r>
              <a:rPr lang="en-US" sz="4800" spc="300" dirty="0">
                <a:solidFill>
                  <a:srgbClr val="000000"/>
                </a:solidFill>
                <a:latin typeface="Calibri" panose="020F0502020204030204" pitchFamily="34" charset="0"/>
              </a:rPr>
              <a:t>Executive overview</a:t>
            </a:r>
            <a:endParaRPr lang="en-US" sz="4800" dirty="0"/>
          </a:p>
        </p:txBody>
      </p:sp>
      <p:graphicFrame>
        <p:nvGraphicFramePr>
          <p:cNvPr id="2" name="Diagram 1">
            <a:extLst>
              <a:ext uri="{FF2B5EF4-FFF2-40B4-BE49-F238E27FC236}">
                <a16:creationId xmlns:a16="http://schemas.microsoft.com/office/drawing/2014/main" id="{4303FCC3-5480-7CBB-B6A6-46CA8A7505C2}"/>
              </a:ext>
            </a:extLst>
          </p:cNvPr>
          <p:cNvGraphicFramePr/>
          <p:nvPr>
            <p:extLst>
              <p:ext uri="{D42A27DB-BD31-4B8C-83A1-F6EECF244321}">
                <p14:modId xmlns:p14="http://schemas.microsoft.com/office/powerpoint/2010/main" val="730099023"/>
              </p:ext>
            </p:extLst>
          </p:nvPr>
        </p:nvGraphicFramePr>
        <p:xfrm>
          <a:off x="329680" y="1283368"/>
          <a:ext cx="11322118" cy="49619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3720348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5</a:t>
            </a:fld>
            <a:endParaRPr lang="en-US" sz="2400" dirty="0"/>
          </a:p>
        </p:txBody>
      </p:sp>
      <p:sp>
        <p:nvSpPr>
          <p:cNvPr id="8" name="Title 14">
            <a:extLst>
              <a:ext uri="{FF2B5EF4-FFF2-40B4-BE49-F238E27FC236}">
                <a16:creationId xmlns:a16="http://schemas.microsoft.com/office/drawing/2014/main" id="{0D9D5E02-581C-857B-4F42-A4435EDFE7E7}"/>
              </a:ext>
            </a:extLst>
          </p:cNvPr>
          <p:cNvSpPr>
            <a:spLocks noGrp="1"/>
          </p:cNvSpPr>
          <p:nvPr>
            <p:ph type="title"/>
          </p:nvPr>
        </p:nvSpPr>
        <p:spPr>
          <a:xfrm>
            <a:off x="329680" y="333392"/>
            <a:ext cx="11532637" cy="968828"/>
          </a:xfrm>
        </p:spPr>
        <p:style>
          <a:lnRef idx="2">
            <a:schemeClr val="dk1"/>
          </a:lnRef>
          <a:fillRef idx="1">
            <a:schemeClr val="lt1"/>
          </a:fillRef>
          <a:effectRef idx="0">
            <a:schemeClr val="dk1"/>
          </a:effectRef>
          <a:fontRef idx="minor">
            <a:schemeClr val="dk1"/>
          </a:fontRef>
        </p:style>
        <p:txBody>
          <a:bodyPr/>
          <a:lstStyle/>
          <a:p>
            <a:pPr algn="l">
              <a:lnSpc>
                <a:spcPct val="100000"/>
              </a:lnSpc>
            </a:pPr>
            <a:r>
              <a:rPr lang="en-US" sz="4800" spc="300" dirty="0">
                <a:solidFill>
                  <a:srgbClr val="000000"/>
                </a:solidFill>
                <a:latin typeface="Calibri" panose="020F0502020204030204" pitchFamily="34" charset="0"/>
              </a:rPr>
              <a:t>Executive overview</a:t>
            </a:r>
            <a:endParaRPr lang="en-US" sz="4800" dirty="0"/>
          </a:p>
        </p:txBody>
      </p:sp>
      <p:sp>
        <p:nvSpPr>
          <p:cNvPr id="11" name="Text Placeholder 1">
            <a:extLst>
              <a:ext uri="{FF2B5EF4-FFF2-40B4-BE49-F238E27FC236}">
                <a16:creationId xmlns:a16="http://schemas.microsoft.com/office/drawing/2014/main" id="{7C1D97CE-B874-9252-6613-E0AD266D96C1}"/>
              </a:ext>
            </a:extLst>
          </p:cNvPr>
          <p:cNvSpPr txBox="1">
            <a:spLocks/>
          </p:cNvSpPr>
          <p:nvPr/>
        </p:nvSpPr>
        <p:spPr>
          <a:xfrm>
            <a:off x="329681" y="3632266"/>
            <a:ext cx="11532636" cy="2510321"/>
          </a:xfrm>
          <a:prstGeom prst="rect">
            <a:avLst/>
          </a:prstGeom>
          <a:solidFill>
            <a:sysClr val="window" lastClr="FFFFFF"/>
          </a:solidFill>
          <a:ln w="12700" cap="flat" cmpd="sng" algn="ctr">
            <a:solidFill>
              <a:sysClr val="windowText" lastClr="000000"/>
            </a:solidFill>
            <a:prstDash val="solid"/>
            <a:miter lim="800000"/>
          </a:ln>
          <a:effectLst/>
        </p:spPr>
        <p:txBody>
          <a:bodyPr vert="horz" lIns="91440" tIns="45720" rIns="91440" bIns="45720" rtlCol="0">
            <a:normAutofit/>
          </a:bodyPr>
          <a:lstStyle>
            <a:lvl1pPr marL="0" indent="0" algn="ctr" defTabSz="914400" rtl="0" eaLnBrk="1" latinLnBrk="0" hangingPunct="1">
              <a:lnSpc>
                <a:spcPct val="150000"/>
              </a:lnSpc>
              <a:spcBef>
                <a:spcPts val="1000"/>
              </a:spcBef>
              <a:buFont typeface="Arial" panose="020B0604020202020204" pitchFamily="34" charset="0"/>
              <a:buNone/>
              <a:defRPr sz="320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285750" indent="-228600" algn="just">
              <a:lnSpc>
                <a:spcPct val="90000"/>
              </a:lnSpc>
              <a:buFont typeface="Arial" panose="020B0604020202020204" pitchFamily="34" charset="0"/>
              <a:buChar char="•"/>
              <a:defRPr/>
            </a:pPr>
            <a:r>
              <a:rPr lang="en-US" sz="2800" kern="100" dirty="0">
                <a:latin typeface="Calibri" panose="020F0502020204030204" pitchFamily="34" charset="0"/>
                <a:ea typeface="Calibri" panose="020F0502020204030204" pitchFamily="34" charset="0"/>
                <a:cs typeface="Times New Roman" panose="02020603050405020304" pitchFamily="18" charset="0"/>
              </a:rPr>
              <a:t>Better understanding of the current network.</a:t>
            </a:r>
          </a:p>
          <a:p>
            <a:pPr marL="285750" indent="-228600" algn="just">
              <a:lnSpc>
                <a:spcPct val="9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Facilit</a:t>
            </a:r>
            <a:r>
              <a:rPr lang="en-US" sz="2800" kern="100" dirty="0">
                <a:latin typeface="Calibri" panose="020F0502020204030204" pitchFamily="34" charset="0"/>
                <a:ea typeface="Calibri" panose="020F0502020204030204" pitchFamily="34" charset="0"/>
                <a:cs typeface="Times New Roman" panose="02020603050405020304" pitchFamily="18" charset="0"/>
              </a:rPr>
              <a:t>ate objective decision-making.</a:t>
            </a:r>
          </a:p>
          <a:p>
            <a:pPr marL="285750" indent="-228600" algn="just">
              <a:lnSpc>
                <a:spcPct val="9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Enabling the planning of network migration.</a:t>
            </a:r>
          </a:p>
          <a:p>
            <a:pPr marL="285750" indent="-228600" algn="just">
              <a:lnSpc>
                <a:spcPct val="90000"/>
              </a:lnSpc>
              <a:buFont typeface="Arial" panose="020B0604020202020204" pitchFamily="34" charset="0"/>
              <a:buChar char="•"/>
              <a:defRPr/>
            </a:pPr>
            <a:r>
              <a:rPr lang="en-US" sz="2800" kern="100" dirty="0">
                <a:latin typeface="Calibri" panose="020F0502020204030204" pitchFamily="34" charset="0"/>
                <a:ea typeface="Calibri" panose="020F0502020204030204" pitchFamily="34" charset="0"/>
                <a:cs typeface="Times New Roman" panose="02020603050405020304" pitchFamily="18" charset="0"/>
              </a:rPr>
              <a:t>Delivering suitable resources to all users.</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28600" algn="just">
              <a:lnSpc>
                <a:spcPct val="90000"/>
              </a:lnSpc>
              <a:buFont typeface="Arial" panose="020B0604020202020204" pitchFamily="34" charset="0"/>
              <a:buChar char="•"/>
              <a:defRPr/>
            </a:pP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2" name="Diagram 1">
            <a:extLst>
              <a:ext uri="{FF2B5EF4-FFF2-40B4-BE49-F238E27FC236}">
                <a16:creationId xmlns:a16="http://schemas.microsoft.com/office/drawing/2014/main" id="{3A68A727-89B3-FA00-18E9-588CAA6DE6F5}"/>
              </a:ext>
            </a:extLst>
          </p:cNvPr>
          <p:cNvGraphicFramePr/>
          <p:nvPr>
            <p:extLst>
              <p:ext uri="{D42A27DB-BD31-4B8C-83A1-F6EECF244321}">
                <p14:modId xmlns:p14="http://schemas.microsoft.com/office/powerpoint/2010/main" val="315517709"/>
              </p:ext>
            </p:extLst>
          </p:nvPr>
        </p:nvGraphicFramePr>
        <p:xfrm>
          <a:off x="1219200" y="1505486"/>
          <a:ext cx="10248899" cy="192351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9203779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6</a:t>
            </a:fld>
            <a:endParaRPr lang="en-US" sz="2400" dirty="0"/>
          </a:p>
        </p:txBody>
      </p:sp>
      <p:sp>
        <p:nvSpPr>
          <p:cNvPr id="8" name="Title 14">
            <a:extLst>
              <a:ext uri="{FF2B5EF4-FFF2-40B4-BE49-F238E27FC236}">
                <a16:creationId xmlns:a16="http://schemas.microsoft.com/office/drawing/2014/main" id="{0D9D5E02-581C-857B-4F42-A4435EDFE7E7}"/>
              </a:ext>
            </a:extLst>
          </p:cNvPr>
          <p:cNvSpPr>
            <a:spLocks noGrp="1"/>
          </p:cNvSpPr>
          <p:nvPr>
            <p:ph type="title"/>
          </p:nvPr>
        </p:nvSpPr>
        <p:spPr>
          <a:xfrm>
            <a:off x="329680" y="333392"/>
            <a:ext cx="11532637" cy="968828"/>
          </a:xfrm>
        </p:spPr>
        <p:style>
          <a:lnRef idx="2">
            <a:schemeClr val="dk1"/>
          </a:lnRef>
          <a:fillRef idx="1">
            <a:schemeClr val="lt1"/>
          </a:fillRef>
          <a:effectRef idx="0">
            <a:schemeClr val="dk1"/>
          </a:effectRef>
          <a:fontRef idx="minor">
            <a:schemeClr val="dk1"/>
          </a:fontRef>
        </p:style>
        <p:txBody>
          <a:bodyPr/>
          <a:lstStyle/>
          <a:p>
            <a:pPr algn="l">
              <a:lnSpc>
                <a:spcPct val="100000"/>
              </a:lnSpc>
            </a:pPr>
            <a:r>
              <a:rPr lang="en-US" sz="4800" spc="300" dirty="0">
                <a:solidFill>
                  <a:srgbClr val="000000"/>
                </a:solidFill>
                <a:latin typeface="Calibri" panose="020F0502020204030204" pitchFamily="34" charset="0"/>
              </a:rPr>
              <a:t>Executive overview</a:t>
            </a:r>
            <a:endParaRPr lang="en-US" sz="4800" dirty="0"/>
          </a:p>
        </p:txBody>
      </p:sp>
      <p:sp>
        <p:nvSpPr>
          <p:cNvPr id="11" name="Text Placeholder 1">
            <a:extLst>
              <a:ext uri="{FF2B5EF4-FFF2-40B4-BE49-F238E27FC236}">
                <a16:creationId xmlns:a16="http://schemas.microsoft.com/office/drawing/2014/main" id="{7C1D97CE-B874-9252-6613-E0AD266D96C1}"/>
              </a:ext>
            </a:extLst>
          </p:cNvPr>
          <p:cNvSpPr txBox="1">
            <a:spLocks/>
          </p:cNvSpPr>
          <p:nvPr/>
        </p:nvSpPr>
        <p:spPr>
          <a:xfrm>
            <a:off x="329681" y="3632266"/>
            <a:ext cx="11532636" cy="2510321"/>
          </a:xfrm>
          <a:prstGeom prst="rect">
            <a:avLst/>
          </a:prstGeom>
          <a:solidFill>
            <a:sysClr val="window" lastClr="FFFFFF"/>
          </a:solidFill>
          <a:ln w="12700" cap="flat" cmpd="sng" algn="ctr">
            <a:solidFill>
              <a:sysClr val="windowText" lastClr="000000"/>
            </a:solidFill>
            <a:prstDash val="solid"/>
            <a:miter lim="800000"/>
          </a:ln>
          <a:effectLst/>
        </p:spPr>
        <p:txBody>
          <a:bodyPr vert="horz" lIns="91440" tIns="45720" rIns="91440" bIns="45720" rtlCol="0">
            <a:normAutofit/>
          </a:bodyPr>
          <a:lstStyle>
            <a:lvl1pPr marL="0" indent="0" algn="ctr" defTabSz="914400" rtl="0" eaLnBrk="1" latinLnBrk="0" hangingPunct="1">
              <a:lnSpc>
                <a:spcPct val="150000"/>
              </a:lnSpc>
              <a:spcBef>
                <a:spcPts val="1000"/>
              </a:spcBef>
              <a:buFont typeface="Arial" panose="020B0604020202020204" pitchFamily="34" charset="0"/>
              <a:buNone/>
              <a:defRPr sz="320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285750" indent="-228600" algn="just">
              <a:lnSpc>
                <a:spcPct val="9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Identification of network traffic patterns.</a:t>
            </a:r>
          </a:p>
          <a:p>
            <a:pPr marL="285750" indent="-228600" algn="just">
              <a:lnSpc>
                <a:spcPct val="9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Identification of performance bottlenecks, congestion points or other issues.</a:t>
            </a:r>
          </a:p>
          <a:p>
            <a:pPr marL="285750" indent="-228600" algn="just">
              <a:lnSpc>
                <a:spcPct val="90000"/>
              </a:lnSpc>
              <a:buFont typeface="Arial" panose="020B0604020202020204" pitchFamily="34" charset="0"/>
              <a:buChar char="•"/>
              <a:defRPr/>
            </a:pPr>
            <a:r>
              <a:rPr lang="en-US" sz="2800" kern="100" dirty="0">
                <a:latin typeface="Calibri" panose="020F0502020204030204" pitchFamily="34" charset="0"/>
                <a:ea typeface="Calibri" panose="020F0502020204030204" pitchFamily="34" charset="0"/>
                <a:cs typeface="Times New Roman" panose="02020603050405020304" pitchFamily="18" charset="0"/>
              </a:rPr>
              <a:t>Development of a comprehensive network design plan.</a:t>
            </a:r>
          </a:p>
          <a:p>
            <a:pPr marL="285750" indent="-228600" algn="just">
              <a:lnSpc>
                <a:spcPct val="9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Implementation of changes to network’s topology.</a:t>
            </a:r>
          </a:p>
        </p:txBody>
      </p:sp>
      <p:graphicFrame>
        <p:nvGraphicFramePr>
          <p:cNvPr id="2" name="Diagram 1">
            <a:extLst>
              <a:ext uri="{FF2B5EF4-FFF2-40B4-BE49-F238E27FC236}">
                <a16:creationId xmlns:a16="http://schemas.microsoft.com/office/drawing/2014/main" id="{3A68A727-89B3-FA00-18E9-588CAA6DE6F5}"/>
              </a:ext>
            </a:extLst>
          </p:cNvPr>
          <p:cNvGraphicFramePr/>
          <p:nvPr>
            <p:extLst>
              <p:ext uri="{D42A27DB-BD31-4B8C-83A1-F6EECF244321}">
                <p14:modId xmlns:p14="http://schemas.microsoft.com/office/powerpoint/2010/main" val="3016630546"/>
              </p:ext>
            </p:extLst>
          </p:nvPr>
        </p:nvGraphicFramePr>
        <p:xfrm>
          <a:off x="1219200" y="1505486"/>
          <a:ext cx="10248899" cy="192351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0249953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7</a:t>
            </a:fld>
            <a:endParaRPr lang="en-US" sz="2400" dirty="0"/>
          </a:p>
        </p:txBody>
      </p:sp>
      <p:sp>
        <p:nvSpPr>
          <p:cNvPr id="8" name="Title 14">
            <a:extLst>
              <a:ext uri="{FF2B5EF4-FFF2-40B4-BE49-F238E27FC236}">
                <a16:creationId xmlns:a16="http://schemas.microsoft.com/office/drawing/2014/main" id="{0D9D5E02-581C-857B-4F42-A4435EDFE7E7}"/>
              </a:ext>
            </a:extLst>
          </p:cNvPr>
          <p:cNvSpPr>
            <a:spLocks noGrp="1"/>
          </p:cNvSpPr>
          <p:nvPr>
            <p:ph type="title"/>
          </p:nvPr>
        </p:nvSpPr>
        <p:spPr>
          <a:xfrm>
            <a:off x="329680" y="333392"/>
            <a:ext cx="11532637" cy="968828"/>
          </a:xfrm>
        </p:spPr>
        <p:style>
          <a:lnRef idx="2">
            <a:schemeClr val="dk1"/>
          </a:lnRef>
          <a:fillRef idx="1">
            <a:schemeClr val="lt1"/>
          </a:fillRef>
          <a:effectRef idx="0">
            <a:schemeClr val="dk1"/>
          </a:effectRef>
          <a:fontRef idx="minor">
            <a:schemeClr val="dk1"/>
          </a:fontRef>
        </p:style>
        <p:txBody>
          <a:bodyPr/>
          <a:lstStyle/>
          <a:p>
            <a:pPr algn="l">
              <a:lnSpc>
                <a:spcPct val="100000"/>
              </a:lnSpc>
            </a:pPr>
            <a:r>
              <a:rPr lang="en-US" sz="4800" spc="300" dirty="0">
                <a:solidFill>
                  <a:srgbClr val="000000"/>
                </a:solidFill>
                <a:latin typeface="Calibri" panose="020F0502020204030204" pitchFamily="34" charset="0"/>
              </a:rPr>
              <a:t>Executive overview</a:t>
            </a:r>
            <a:endParaRPr lang="en-US" sz="4800" dirty="0"/>
          </a:p>
        </p:txBody>
      </p:sp>
      <p:sp>
        <p:nvSpPr>
          <p:cNvPr id="11" name="Text Placeholder 1">
            <a:extLst>
              <a:ext uri="{FF2B5EF4-FFF2-40B4-BE49-F238E27FC236}">
                <a16:creationId xmlns:a16="http://schemas.microsoft.com/office/drawing/2014/main" id="{7C1D97CE-B874-9252-6613-E0AD266D96C1}"/>
              </a:ext>
            </a:extLst>
          </p:cNvPr>
          <p:cNvSpPr txBox="1">
            <a:spLocks/>
          </p:cNvSpPr>
          <p:nvPr/>
        </p:nvSpPr>
        <p:spPr>
          <a:xfrm>
            <a:off x="329681" y="3632266"/>
            <a:ext cx="11532636" cy="2510321"/>
          </a:xfrm>
          <a:prstGeom prst="rect">
            <a:avLst/>
          </a:prstGeom>
          <a:solidFill>
            <a:sysClr val="window" lastClr="FFFFFF"/>
          </a:solidFill>
          <a:ln w="12700" cap="flat" cmpd="sng" algn="ctr">
            <a:solidFill>
              <a:sysClr val="windowText" lastClr="000000"/>
            </a:solidFill>
            <a:prstDash val="solid"/>
            <a:miter lim="800000"/>
          </a:ln>
          <a:effectLst/>
        </p:spPr>
        <p:txBody>
          <a:bodyPr vert="horz" lIns="91440" tIns="45720" rIns="91440" bIns="45720" rtlCol="0">
            <a:normAutofit/>
          </a:bodyPr>
          <a:lstStyle>
            <a:lvl1pPr marL="0" indent="0" algn="ctr" defTabSz="914400" rtl="0" eaLnBrk="1" latinLnBrk="0" hangingPunct="1">
              <a:lnSpc>
                <a:spcPct val="150000"/>
              </a:lnSpc>
              <a:spcBef>
                <a:spcPts val="1000"/>
              </a:spcBef>
              <a:buFont typeface="Arial" panose="020B0604020202020204" pitchFamily="34" charset="0"/>
              <a:buNone/>
              <a:defRPr sz="320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285750" indent="-228600" algn="just">
              <a:lnSpc>
                <a:spcPct val="9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Development of a high-level conceptual view of the network.</a:t>
            </a:r>
          </a:p>
          <a:p>
            <a:pPr marL="285750" indent="-228600" algn="just">
              <a:lnSpc>
                <a:spcPct val="90000"/>
              </a:lnSpc>
              <a:buFont typeface="Arial" panose="020B0604020202020204" pitchFamily="34" charset="0"/>
              <a:buChar char="•"/>
              <a:defRPr/>
            </a:pPr>
            <a:r>
              <a:rPr lang="en-US" sz="2800" kern="100" dirty="0">
                <a:latin typeface="Calibri" panose="020F0502020204030204" pitchFamily="34" charset="0"/>
                <a:ea typeface="Calibri" panose="020F0502020204030204" pitchFamily="34" charset="0"/>
                <a:cs typeface="Times New Roman" panose="02020603050405020304" pitchFamily="18" charset="0"/>
              </a:rPr>
              <a:t>Definition of network topology, protocols and addressing schemes.</a:t>
            </a:r>
          </a:p>
          <a:p>
            <a:pPr marL="285750" indent="-228600" algn="just">
              <a:lnSpc>
                <a:spcPct val="9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Creation of a flexible and scalable network framework.</a:t>
            </a:r>
          </a:p>
        </p:txBody>
      </p:sp>
      <p:graphicFrame>
        <p:nvGraphicFramePr>
          <p:cNvPr id="2" name="Diagram 1">
            <a:extLst>
              <a:ext uri="{FF2B5EF4-FFF2-40B4-BE49-F238E27FC236}">
                <a16:creationId xmlns:a16="http://schemas.microsoft.com/office/drawing/2014/main" id="{3A68A727-89B3-FA00-18E9-588CAA6DE6F5}"/>
              </a:ext>
            </a:extLst>
          </p:cNvPr>
          <p:cNvGraphicFramePr/>
          <p:nvPr>
            <p:extLst>
              <p:ext uri="{D42A27DB-BD31-4B8C-83A1-F6EECF244321}">
                <p14:modId xmlns:p14="http://schemas.microsoft.com/office/powerpoint/2010/main" val="1709767255"/>
              </p:ext>
            </p:extLst>
          </p:nvPr>
        </p:nvGraphicFramePr>
        <p:xfrm>
          <a:off x="1219200" y="1505486"/>
          <a:ext cx="10248899" cy="192351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97078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8</a:t>
            </a:fld>
            <a:endParaRPr lang="en-US" sz="2400" dirty="0"/>
          </a:p>
        </p:txBody>
      </p:sp>
      <p:sp>
        <p:nvSpPr>
          <p:cNvPr id="8" name="Title 14">
            <a:extLst>
              <a:ext uri="{FF2B5EF4-FFF2-40B4-BE49-F238E27FC236}">
                <a16:creationId xmlns:a16="http://schemas.microsoft.com/office/drawing/2014/main" id="{0D9D5E02-581C-857B-4F42-A4435EDFE7E7}"/>
              </a:ext>
            </a:extLst>
          </p:cNvPr>
          <p:cNvSpPr>
            <a:spLocks noGrp="1"/>
          </p:cNvSpPr>
          <p:nvPr>
            <p:ph type="title"/>
          </p:nvPr>
        </p:nvSpPr>
        <p:spPr>
          <a:xfrm>
            <a:off x="329680" y="333392"/>
            <a:ext cx="11532637" cy="968828"/>
          </a:xfrm>
        </p:spPr>
        <p:style>
          <a:lnRef idx="2">
            <a:schemeClr val="dk1"/>
          </a:lnRef>
          <a:fillRef idx="1">
            <a:schemeClr val="lt1"/>
          </a:fillRef>
          <a:effectRef idx="0">
            <a:schemeClr val="dk1"/>
          </a:effectRef>
          <a:fontRef idx="minor">
            <a:schemeClr val="dk1"/>
          </a:fontRef>
        </p:style>
        <p:txBody>
          <a:bodyPr/>
          <a:lstStyle/>
          <a:p>
            <a:pPr algn="l">
              <a:lnSpc>
                <a:spcPct val="100000"/>
              </a:lnSpc>
            </a:pPr>
            <a:r>
              <a:rPr lang="en-US" sz="4800" spc="300" dirty="0">
                <a:solidFill>
                  <a:srgbClr val="000000"/>
                </a:solidFill>
                <a:latin typeface="Calibri" panose="020F0502020204030204" pitchFamily="34" charset="0"/>
              </a:rPr>
              <a:t>Executive overview</a:t>
            </a:r>
            <a:endParaRPr lang="en-US" sz="4800" dirty="0"/>
          </a:p>
        </p:txBody>
      </p:sp>
      <p:sp>
        <p:nvSpPr>
          <p:cNvPr id="11" name="Text Placeholder 1">
            <a:extLst>
              <a:ext uri="{FF2B5EF4-FFF2-40B4-BE49-F238E27FC236}">
                <a16:creationId xmlns:a16="http://schemas.microsoft.com/office/drawing/2014/main" id="{7C1D97CE-B874-9252-6613-E0AD266D96C1}"/>
              </a:ext>
            </a:extLst>
          </p:cNvPr>
          <p:cNvSpPr txBox="1">
            <a:spLocks/>
          </p:cNvSpPr>
          <p:nvPr/>
        </p:nvSpPr>
        <p:spPr>
          <a:xfrm>
            <a:off x="329681" y="3632266"/>
            <a:ext cx="11532636" cy="2510321"/>
          </a:xfrm>
          <a:prstGeom prst="rect">
            <a:avLst/>
          </a:prstGeom>
          <a:solidFill>
            <a:sysClr val="window" lastClr="FFFFFF"/>
          </a:solidFill>
          <a:ln w="12700" cap="flat" cmpd="sng" algn="ctr">
            <a:solidFill>
              <a:sysClr val="windowText" lastClr="000000"/>
            </a:solidFill>
            <a:prstDash val="solid"/>
            <a:miter lim="800000"/>
          </a:ln>
          <a:effectLst/>
        </p:spPr>
        <p:txBody>
          <a:bodyPr vert="horz" lIns="91440" tIns="45720" rIns="91440" bIns="45720" rtlCol="0">
            <a:normAutofit lnSpcReduction="10000"/>
          </a:bodyPr>
          <a:lstStyle>
            <a:lvl1pPr marL="0" indent="0" algn="ctr" defTabSz="914400" rtl="0" eaLnBrk="1" latinLnBrk="0" hangingPunct="1">
              <a:lnSpc>
                <a:spcPct val="150000"/>
              </a:lnSpc>
              <a:spcBef>
                <a:spcPts val="1000"/>
              </a:spcBef>
              <a:buFont typeface="Arial" panose="020B0604020202020204" pitchFamily="34" charset="0"/>
              <a:buNone/>
              <a:defRPr sz="320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285750" indent="-228600" algn="just">
              <a:lnSpc>
                <a:spcPct val="9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Selection of specific hardware and software components.</a:t>
            </a:r>
          </a:p>
          <a:p>
            <a:pPr marL="285750" indent="-228600" algn="just">
              <a:lnSpc>
                <a:spcPct val="90000"/>
              </a:lnSpc>
              <a:buFont typeface="Arial" panose="020B0604020202020204" pitchFamily="34" charset="0"/>
              <a:buChar char="•"/>
              <a:defRPr/>
            </a:pPr>
            <a:r>
              <a:rPr lang="en-US" sz="2800" kern="100" dirty="0">
                <a:latin typeface="Calibri" panose="020F0502020204030204" pitchFamily="34" charset="0"/>
                <a:ea typeface="Calibri" panose="020F0502020204030204" pitchFamily="34" charset="0"/>
                <a:cs typeface="Times New Roman" panose="02020603050405020304" pitchFamily="18" charset="0"/>
              </a:rPr>
              <a:t>Determination of their placement and configuration within network.</a:t>
            </a:r>
          </a:p>
          <a:p>
            <a:pPr marL="285750" indent="-228600" algn="just">
              <a:lnSpc>
                <a:spcPct val="9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Consideration of physical constraints.</a:t>
            </a:r>
          </a:p>
          <a:p>
            <a:pPr marL="285750" indent="-228600" algn="just">
              <a:lnSpc>
                <a:spcPct val="90000"/>
              </a:lnSpc>
              <a:buFont typeface="Arial" panose="020B0604020202020204" pitchFamily="34" charset="0"/>
              <a:buChar char="•"/>
              <a:defRPr/>
            </a:pPr>
            <a:r>
              <a:rPr lang="en-US" sz="2800" kern="100" dirty="0">
                <a:latin typeface="Calibri" panose="020F0502020204030204" pitchFamily="34" charset="0"/>
                <a:ea typeface="Calibri" panose="020F0502020204030204" pitchFamily="34" charset="0"/>
                <a:cs typeface="Times New Roman" panose="02020603050405020304" pitchFamily="18" charset="0"/>
              </a:rPr>
              <a:t>Detailed documentation of network topology.</a:t>
            </a:r>
          </a:p>
          <a:p>
            <a:pPr marL="285750" indent="-228600" algn="just">
              <a:lnSpc>
                <a:spcPct val="9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Definition of procedures for installation.</a:t>
            </a:r>
          </a:p>
        </p:txBody>
      </p:sp>
      <p:graphicFrame>
        <p:nvGraphicFramePr>
          <p:cNvPr id="2" name="Diagram 1">
            <a:extLst>
              <a:ext uri="{FF2B5EF4-FFF2-40B4-BE49-F238E27FC236}">
                <a16:creationId xmlns:a16="http://schemas.microsoft.com/office/drawing/2014/main" id="{3A68A727-89B3-FA00-18E9-588CAA6DE6F5}"/>
              </a:ext>
            </a:extLst>
          </p:cNvPr>
          <p:cNvGraphicFramePr/>
          <p:nvPr>
            <p:extLst>
              <p:ext uri="{D42A27DB-BD31-4B8C-83A1-F6EECF244321}">
                <p14:modId xmlns:p14="http://schemas.microsoft.com/office/powerpoint/2010/main" val="3014861747"/>
              </p:ext>
            </p:extLst>
          </p:nvPr>
        </p:nvGraphicFramePr>
        <p:xfrm>
          <a:off x="1219200" y="1505486"/>
          <a:ext cx="10248899" cy="192351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8311302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9</a:t>
            </a:fld>
            <a:endParaRPr lang="en-US" sz="2400" dirty="0"/>
          </a:p>
        </p:txBody>
      </p:sp>
      <p:sp>
        <p:nvSpPr>
          <p:cNvPr id="8" name="Title 14">
            <a:extLst>
              <a:ext uri="{FF2B5EF4-FFF2-40B4-BE49-F238E27FC236}">
                <a16:creationId xmlns:a16="http://schemas.microsoft.com/office/drawing/2014/main" id="{0D9D5E02-581C-857B-4F42-A4435EDFE7E7}"/>
              </a:ext>
            </a:extLst>
          </p:cNvPr>
          <p:cNvSpPr>
            <a:spLocks noGrp="1"/>
          </p:cNvSpPr>
          <p:nvPr>
            <p:ph type="title"/>
          </p:nvPr>
        </p:nvSpPr>
        <p:spPr>
          <a:xfrm>
            <a:off x="329680" y="333392"/>
            <a:ext cx="11532637" cy="968828"/>
          </a:xfrm>
        </p:spPr>
        <p:style>
          <a:lnRef idx="2">
            <a:schemeClr val="dk1"/>
          </a:lnRef>
          <a:fillRef idx="1">
            <a:schemeClr val="lt1"/>
          </a:fillRef>
          <a:effectRef idx="0">
            <a:schemeClr val="dk1"/>
          </a:effectRef>
          <a:fontRef idx="minor">
            <a:schemeClr val="dk1"/>
          </a:fontRef>
        </p:style>
        <p:txBody>
          <a:bodyPr/>
          <a:lstStyle/>
          <a:p>
            <a:pPr algn="l">
              <a:lnSpc>
                <a:spcPct val="100000"/>
              </a:lnSpc>
            </a:pPr>
            <a:r>
              <a:rPr lang="en-US" sz="4800" spc="300" dirty="0">
                <a:solidFill>
                  <a:srgbClr val="000000"/>
                </a:solidFill>
                <a:latin typeface="Calibri" panose="020F0502020204030204" pitchFamily="34" charset="0"/>
              </a:rPr>
              <a:t>Executive overview</a:t>
            </a:r>
            <a:endParaRPr lang="en-US" sz="4800" dirty="0"/>
          </a:p>
        </p:txBody>
      </p:sp>
      <p:sp>
        <p:nvSpPr>
          <p:cNvPr id="11" name="Text Placeholder 1">
            <a:extLst>
              <a:ext uri="{FF2B5EF4-FFF2-40B4-BE49-F238E27FC236}">
                <a16:creationId xmlns:a16="http://schemas.microsoft.com/office/drawing/2014/main" id="{7C1D97CE-B874-9252-6613-E0AD266D96C1}"/>
              </a:ext>
            </a:extLst>
          </p:cNvPr>
          <p:cNvSpPr txBox="1">
            <a:spLocks/>
          </p:cNvSpPr>
          <p:nvPr/>
        </p:nvSpPr>
        <p:spPr>
          <a:xfrm>
            <a:off x="329681" y="3632266"/>
            <a:ext cx="11532636" cy="2510321"/>
          </a:xfrm>
          <a:prstGeom prst="rect">
            <a:avLst/>
          </a:prstGeom>
          <a:solidFill>
            <a:sysClr val="window" lastClr="FFFFFF"/>
          </a:solidFill>
          <a:ln w="12700" cap="flat" cmpd="sng" algn="ctr">
            <a:solidFill>
              <a:sysClr val="windowText" lastClr="000000"/>
            </a:solidFill>
            <a:prstDash val="solid"/>
            <a:miter lim="800000"/>
          </a:ln>
          <a:effectLst/>
        </p:spPr>
        <p:txBody>
          <a:bodyPr vert="horz" lIns="91440" tIns="45720" rIns="91440" bIns="45720" rtlCol="0">
            <a:normAutofit lnSpcReduction="10000"/>
          </a:bodyPr>
          <a:lstStyle>
            <a:lvl1pPr marL="0" indent="0" algn="ctr" defTabSz="914400" rtl="0" eaLnBrk="1" latinLnBrk="0" hangingPunct="1">
              <a:lnSpc>
                <a:spcPct val="150000"/>
              </a:lnSpc>
              <a:spcBef>
                <a:spcPts val="1000"/>
              </a:spcBef>
              <a:buFont typeface="Arial" panose="020B0604020202020204" pitchFamily="34" charset="0"/>
              <a:buNone/>
              <a:defRPr sz="320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285750" indent="-228600" algn="just">
              <a:lnSpc>
                <a:spcPct val="9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Development of physical network components.</a:t>
            </a:r>
          </a:p>
          <a:p>
            <a:pPr marL="285750" indent="-228600" algn="just">
              <a:lnSpc>
                <a:spcPct val="90000"/>
              </a:lnSpc>
              <a:buFont typeface="Arial" panose="020B0604020202020204" pitchFamily="34" charset="0"/>
              <a:buChar char="•"/>
              <a:defRPr/>
            </a:pPr>
            <a:r>
              <a:rPr lang="en-US" sz="2800" kern="100" dirty="0">
                <a:latin typeface="Calibri" panose="020F0502020204030204" pitchFamily="34" charset="0"/>
                <a:ea typeface="Calibri" panose="020F0502020204030204" pitchFamily="34" charset="0"/>
                <a:cs typeface="Times New Roman" panose="02020603050405020304" pitchFamily="18" charset="0"/>
              </a:rPr>
              <a:t>Configuration and testing of network.</a:t>
            </a:r>
          </a:p>
          <a:p>
            <a:pPr marL="285750" indent="-228600" algn="just">
              <a:lnSpc>
                <a:spcPct val="9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Ensuring network performance, security, and availability.</a:t>
            </a:r>
          </a:p>
          <a:p>
            <a:pPr marL="285750" indent="-228600" algn="just">
              <a:lnSpc>
                <a:spcPct val="90000"/>
              </a:lnSpc>
              <a:buFont typeface="Arial" panose="020B0604020202020204" pitchFamily="34" charset="0"/>
              <a:buChar char="•"/>
              <a:defRPr/>
            </a:pPr>
            <a:r>
              <a:rPr lang="en-US" sz="2800" kern="100" dirty="0">
                <a:latin typeface="Calibri" panose="020F0502020204030204" pitchFamily="34" charset="0"/>
                <a:ea typeface="Calibri" panose="020F0502020204030204" pitchFamily="34" charset="0"/>
                <a:cs typeface="Times New Roman" panose="02020603050405020304" pitchFamily="18" charset="0"/>
              </a:rPr>
              <a:t>Implementation of troubleshooting, upgrades, and backup procedures.</a:t>
            </a:r>
          </a:p>
          <a:p>
            <a:pPr marL="285750" indent="-228600" algn="just">
              <a:lnSpc>
                <a:spcPct val="9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Ensuring the network meets the organization’s needs.</a:t>
            </a:r>
          </a:p>
        </p:txBody>
      </p:sp>
      <p:graphicFrame>
        <p:nvGraphicFramePr>
          <p:cNvPr id="2" name="Diagram 1">
            <a:extLst>
              <a:ext uri="{FF2B5EF4-FFF2-40B4-BE49-F238E27FC236}">
                <a16:creationId xmlns:a16="http://schemas.microsoft.com/office/drawing/2014/main" id="{3A68A727-89B3-FA00-18E9-588CAA6DE6F5}"/>
              </a:ext>
            </a:extLst>
          </p:cNvPr>
          <p:cNvGraphicFramePr/>
          <p:nvPr>
            <p:extLst>
              <p:ext uri="{D42A27DB-BD31-4B8C-83A1-F6EECF244321}">
                <p14:modId xmlns:p14="http://schemas.microsoft.com/office/powerpoint/2010/main" val="686180063"/>
              </p:ext>
            </p:extLst>
          </p:nvPr>
        </p:nvGraphicFramePr>
        <p:xfrm>
          <a:off x="1219200" y="1505486"/>
          <a:ext cx="10248899" cy="192351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587532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10</a:t>
            </a:fld>
            <a:endParaRPr lang="en-US" sz="2400" dirty="0"/>
          </a:p>
        </p:txBody>
      </p:sp>
      <p:sp>
        <p:nvSpPr>
          <p:cNvPr id="8" name="Title 14">
            <a:extLst>
              <a:ext uri="{FF2B5EF4-FFF2-40B4-BE49-F238E27FC236}">
                <a16:creationId xmlns:a16="http://schemas.microsoft.com/office/drawing/2014/main" id="{0D9D5E02-581C-857B-4F42-A4435EDFE7E7}"/>
              </a:ext>
            </a:extLst>
          </p:cNvPr>
          <p:cNvSpPr>
            <a:spLocks noGrp="1"/>
          </p:cNvSpPr>
          <p:nvPr>
            <p:ph type="title"/>
          </p:nvPr>
        </p:nvSpPr>
        <p:spPr>
          <a:xfrm>
            <a:off x="329680" y="333392"/>
            <a:ext cx="11532637" cy="968828"/>
          </a:xfrm>
        </p:spPr>
        <p:style>
          <a:lnRef idx="2">
            <a:schemeClr val="dk1"/>
          </a:lnRef>
          <a:fillRef idx="1">
            <a:schemeClr val="lt1"/>
          </a:fillRef>
          <a:effectRef idx="0">
            <a:schemeClr val="dk1"/>
          </a:effectRef>
          <a:fontRef idx="minor">
            <a:schemeClr val="dk1"/>
          </a:fontRef>
        </p:style>
        <p:txBody>
          <a:bodyPr/>
          <a:lstStyle/>
          <a:p>
            <a:pPr algn="l">
              <a:lnSpc>
                <a:spcPct val="100000"/>
              </a:lnSpc>
            </a:pPr>
            <a:r>
              <a:rPr lang="en-US" sz="4800" spc="300" dirty="0">
                <a:solidFill>
                  <a:srgbClr val="000000"/>
                </a:solidFill>
                <a:latin typeface="Calibri" panose="020F0502020204030204" pitchFamily="34" charset="0"/>
              </a:rPr>
              <a:t>Executive overview</a:t>
            </a:r>
            <a:endParaRPr lang="en-US" sz="4800" dirty="0"/>
          </a:p>
        </p:txBody>
      </p:sp>
      <p:sp>
        <p:nvSpPr>
          <p:cNvPr id="11" name="Text Placeholder 1">
            <a:extLst>
              <a:ext uri="{FF2B5EF4-FFF2-40B4-BE49-F238E27FC236}">
                <a16:creationId xmlns:a16="http://schemas.microsoft.com/office/drawing/2014/main" id="{7C1D97CE-B874-9252-6613-E0AD266D96C1}"/>
              </a:ext>
            </a:extLst>
          </p:cNvPr>
          <p:cNvSpPr txBox="1">
            <a:spLocks/>
          </p:cNvSpPr>
          <p:nvPr/>
        </p:nvSpPr>
        <p:spPr>
          <a:xfrm>
            <a:off x="329681" y="3632266"/>
            <a:ext cx="11532636" cy="2510321"/>
          </a:xfrm>
          <a:prstGeom prst="rect">
            <a:avLst/>
          </a:prstGeom>
          <a:solidFill>
            <a:sysClr val="window" lastClr="FFFFFF"/>
          </a:solidFill>
          <a:ln w="12700" cap="flat" cmpd="sng" algn="ctr">
            <a:solidFill>
              <a:sysClr val="windowText" lastClr="000000"/>
            </a:solidFill>
            <a:prstDash val="solid"/>
            <a:miter lim="800000"/>
          </a:ln>
          <a:effectLst/>
        </p:spPr>
        <p:txBody>
          <a:bodyPr vert="horz" lIns="91440" tIns="45720" rIns="91440" bIns="45720" rtlCol="0">
            <a:normAutofit fontScale="77500" lnSpcReduction="20000"/>
          </a:bodyPr>
          <a:lstStyle>
            <a:lvl1pPr marL="0" indent="0" algn="ctr" defTabSz="914400" rtl="0" eaLnBrk="1" latinLnBrk="0" hangingPunct="1">
              <a:lnSpc>
                <a:spcPct val="150000"/>
              </a:lnSpc>
              <a:spcBef>
                <a:spcPts val="1000"/>
              </a:spcBef>
              <a:buFont typeface="Arial" panose="020B0604020202020204" pitchFamily="34" charset="0"/>
              <a:buNone/>
              <a:defRPr sz="320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285750" indent="-228600" algn="just">
              <a:lnSpc>
                <a:spcPct val="9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Completed work: up to Phase 4 of Network Design Process</a:t>
            </a:r>
          </a:p>
          <a:p>
            <a:pPr marL="285750" indent="-228600" algn="just">
              <a:lnSpc>
                <a:spcPct val="9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Phase 1: Requirements Gathering Specification document submitted on March 2, 2023</a:t>
            </a:r>
          </a:p>
          <a:p>
            <a:pPr marL="285750" indent="-228600" algn="just">
              <a:lnSpc>
                <a:spcPct val="9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Phase 2 and 3: Analysis of Existing Network completed, and the Specification document submitted on March 30, 2023</a:t>
            </a:r>
          </a:p>
          <a:p>
            <a:pPr marL="285750" indent="-228600" algn="just">
              <a:lnSpc>
                <a:spcPct val="9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Phase 4: Physical Design has completed, and illustrations are presented in the Specification Document </a:t>
            </a:r>
          </a:p>
          <a:p>
            <a:pPr marL="285750" indent="-228600" algn="just">
              <a:lnSpc>
                <a:spcPct val="9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Specification document includes </a:t>
            </a:r>
            <a:r>
              <a:rPr lang="en-US" sz="2800" kern="100" dirty="0">
                <a:latin typeface="Calibri" panose="020F0502020204030204" pitchFamily="34" charset="0"/>
                <a:ea typeface="Calibri" panose="020F0502020204030204" pitchFamily="34" charset="0"/>
                <a:cs typeface="Times New Roman" panose="02020603050405020304" pitchFamily="18" charset="0"/>
              </a:rPr>
              <a:t>asset list, cost of equipment purchase and labor, project milestones and the hours of work needed for the implementation of network </a:t>
            </a:r>
            <a:r>
              <a:rPr lang="en-US" sz="2800" kern="100" dirty="0" err="1">
                <a:latin typeface="Calibri" panose="020F0502020204030204" pitchFamily="34" charset="0"/>
                <a:ea typeface="Calibri" panose="020F0502020204030204" pitchFamily="34" charset="0"/>
                <a:cs typeface="Times New Roman" panose="02020603050405020304" pitchFamily="18" charset="0"/>
              </a:rPr>
              <a:t>suggetion</a:t>
            </a: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a:t>
            </a:r>
          </a:p>
          <a:p>
            <a:pPr marL="285750" indent="-228600" algn="just">
              <a:lnSpc>
                <a:spcPct val="90000"/>
              </a:lnSpc>
              <a:buFont typeface="Arial" panose="020B0604020202020204" pitchFamily="34" charset="0"/>
              <a:buChar char="•"/>
              <a:defRPr/>
            </a:pP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28600" algn="just">
              <a:lnSpc>
                <a:spcPct val="90000"/>
              </a:lnSpc>
              <a:buFont typeface="Arial" panose="020B0604020202020204" pitchFamily="34" charset="0"/>
              <a:buChar char="•"/>
              <a:defRPr/>
            </a:pP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2" name="Diagram 1">
            <a:extLst>
              <a:ext uri="{FF2B5EF4-FFF2-40B4-BE49-F238E27FC236}">
                <a16:creationId xmlns:a16="http://schemas.microsoft.com/office/drawing/2014/main" id="{3A68A727-89B3-FA00-18E9-588CAA6DE6F5}"/>
              </a:ext>
            </a:extLst>
          </p:cNvPr>
          <p:cNvGraphicFramePr/>
          <p:nvPr>
            <p:extLst>
              <p:ext uri="{D42A27DB-BD31-4B8C-83A1-F6EECF244321}">
                <p14:modId xmlns:p14="http://schemas.microsoft.com/office/powerpoint/2010/main" val="97989851"/>
              </p:ext>
            </p:extLst>
          </p:nvPr>
        </p:nvGraphicFramePr>
        <p:xfrm>
          <a:off x="1219200" y="1505486"/>
          <a:ext cx="10248899" cy="192351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2603987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extLst>
              <a:ext uri="{BEBA8EAE-BF5A-486C-A8C5-ECC9F3942E4B}">
                <a14:imgProps xmlns:a14="http://schemas.microsoft.com/office/drawing/2010/main">
                  <a14:imgLayer r:embed="rId4">
                    <a14:imgEffect>
                      <a14:sharpenSoften amount="-50000"/>
                    </a14:imgEffect>
                  </a14:imgLayer>
                </a14:imgProps>
              </a:ext>
              <a:ext uri="{837473B0-CC2E-450A-ABE3-18F120FF3D39}">
                <a1611:picAttrSrcUrl xmlns:a1611="http://schemas.microsoft.com/office/drawing/2016/11/main" r:id="rId5"/>
              </a:ext>
            </a:extLst>
          </a:blip>
          <a:stretch>
            <a:fillRect/>
          </a:stretch>
        </a:blipFill>
        <a:effectLst/>
      </p:bgPr>
    </p:bg>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2BA72489-8882-B58F-317A-7EAE9A3B11A4}"/>
              </a:ext>
            </a:extLst>
          </p:cNvPr>
          <p:cNvPicPr>
            <a:picLocks noGrp="1" noChangeAspect="1"/>
          </p:cNvPicPr>
          <p:nvPr>
            <p:ph type="pic" sz="quarter" idx="10"/>
          </p:nvPr>
        </p:nvPicPr>
        <p:blipFill>
          <a:blip r:embed="rId6">
            <a:extLst>
              <a:ext uri="{BEBA8EAE-BF5A-486C-A8C5-ECC9F3942E4B}">
                <a14:imgProps xmlns:a14="http://schemas.microsoft.com/office/drawing/2010/main">
                  <a14:imgLayer r:embed="rId7">
                    <a14:imgEffect>
                      <a14:sharpenSoften amount="-50000"/>
                    </a14:imgEffect>
                  </a14:imgLayer>
                </a14:imgProps>
              </a:ext>
            </a:extLst>
          </a:blip>
          <a:srcRect t="7796" b="7796"/>
          <a:stretch/>
        </p:blipFill>
        <p:spPr>
          <a:solidFill>
            <a:schemeClr val="bg1"/>
          </a:solidFill>
        </p:spPr>
      </p:pic>
      <p:sp>
        <p:nvSpPr>
          <p:cNvPr id="7" name="Text Placeholder 6">
            <a:extLst>
              <a:ext uri="{FF2B5EF4-FFF2-40B4-BE49-F238E27FC236}">
                <a16:creationId xmlns:a16="http://schemas.microsoft.com/office/drawing/2014/main" id="{013C4D28-B924-820A-286E-41C6DD7E4E38}"/>
              </a:ext>
            </a:extLst>
          </p:cNvPr>
          <p:cNvSpPr>
            <a:spLocks noGrp="1"/>
          </p:cNvSpPr>
          <p:nvPr>
            <p:ph type="body" idx="1"/>
          </p:nvPr>
        </p:nvSpPr>
        <p:spPr>
          <a:xfrm>
            <a:off x="1540042" y="2869162"/>
            <a:ext cx="9111915" cy="1119675"/>
          </a:xfrm>
          <a:ln/>
        </p:spPr>
        <p:style>
          <a:lnRef idx="2">
            <a:schemeClr val="dk1"/>
          </a:lnRef>
          <a:fillRef idx="1">
            <a:schemeClr val="lt1"/>
          </a:fillRef>
          <a:effectRef idx="0">
            <a:schemeClr val="dk1"/>
          </a:effectRef>
          <a:fontRef idx="minor">
            <a:schemeClr val="dk1"/>
          </a:fontRef>
        </p:style>
        <p:txBody>
          <a:bodyPr/>
          <a:lstStyle/>
          <a:p>
            <a:pPr>
              <a:lnSpc>
                <a:spcPct val="200000"/>
              </a:lnSpc>
            </a:pPr>
            <a:r>
              <a:rPr lang="en-US" sz="2800" b="1" dirty="0">
                <a:solidFill>
                  <a:srgbClr val="C00000"/>
                </a:solidFill>
              </a:rPr>
              <a:t>Project Review by Phase – Requirements Gathering</a:t>
            </a:r>
          </a:p>
        </p:txBody>
      </p:sp>
      <p:sp>
        <p:nvSpPr>
          <p:cNvPr id="3" name="Slide Number Placeholder 6">
            <a:extLst>
              <a:ext uri="{FF2B5EF4-FFF2-40B4-BE49-F238E27FC236}">
                <a16:creationId xmlns:a16="http://schemas.microsoft.com/office/drawing/2014/main" id="{F964E9FD-D78D-0715-62B7-FE04204333D4}"/>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solidFill>
                  <a:schemeClr val="bg1"/>
                </a:solidFill>
              </a:rPr>
              <a:pPr/>
              <a:t>11</a:t>
            </a:fld>
            <a:endParaRPr lang="en-US" sz="2400" dirty="0">
              <a:solidFill>
                <a:schemeClr val="bg1"/>
              </a:solidFill>
            </a:endParaRPr>
          </a:p>
        </p:txBody>
      </p:sp>
    </p:spTree>
    <p:extLst>
      <p:ext uri="{BB962C8B-B14F-4D97-AF65-F5344CB8AC3E}">
        <p14:creationId xmlns:p14="http://schemas.microsoft.com/office/powerpoint/2010/main" val="17121380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12</a:t>
            </a:fld>
            <a:endParaRPr lang="en-US" sz="2400" dirty="0"/>
          </a:p>
        </p:txBody>
      </p:sp>
      <p:sp>
        <p:nvSpPr>
          <p:cNvPr id="8" name="Title 14">
            <a:extLst>
              <a:ext uri="{FF2B5EF4-FFF2-40B4-BE49-F238E27FC236}">
                <a16:creationId xmlns:a16="http://schemas.microsoft.com/office/drawing/2014/main" id="{0D9D5E02-581C-857B-4F42-A4435EDFE7E7}"/>
              </a:ext>
            </a:extLst>
          </p:cNvPr>
          <p:cNvSpPr>
            <a:spLocks noGrp="1"/>
          </p:cNvSpPr>
          <p:nvPr>
            <p:ph type="title"/>
          </p:nvPr>
        </p:nvSpPr>
        <p:spPr>
          <a:xfrm>
            <a:off x="329680" y="333392"/>
            <a:ext cx="11532637" cy="693151"/>
          </a:xfrm>
        </p:spPr>
        <p:style>
          <a:lnRef idx="2">
            <a:schemeClr val="dk1"/>
          </a:lnRef>
          <a:fillRef idx="1">
            <a:schemeClr val="lt1"/>
          </a:fillRef>
          <a:effectRef idx="0">
            <a:schemeClr val="dk1"/>
          </a:effectRef>
          <a:fontRef idx="minor">
            <a:schemeClr val="dk1"/>
          </a:fontRef>
        </p:style>
        <p:txBody>
          <a:bodyPr/>
          <a:lstStyle/>
          <a:p>
            <a:pPr algn="l">
              <a:lnSpc>
                <a:spcPct val="100000"/>
              </a:lnSpc>
            </a:pPr>
            <a:r>
              <a:rPr lang="en-US" sz="3600" dirty="0"/>
              <a:t>Project Review by Phase – Requirements Gathering:</a:t>
            </a:r>
            <a:r>
              <a:rPr lang="en-US" sz="4000" dirty="0"/>
              <a:t> </a:t>
            </a:r>
          </a:p>
        </p:txBody>
      </p:sp>
      <p:sp>
        <p:nvSpPr>
          <p:cNvPr id="11" name="Text Placeholder 1">
            <a:extLst>
              <a:ext uri="{FF2B5EF4-FFF2-40B4-BE49-F238E27FC236}">
                <a16:creationId xmlns:a16="http://schemas.microsoft.com/office/drawing/2014/main" id="{7C1D97CE-B874-9252-6613-E0AD266D96C1}"/>
              </a:ext>
            </a:extLst>
          </p:cNvPr>
          <p:cNvSpPr txBox="1">
            <a:spLocks/>
          </p:cNvSpPr>
          <p:nvPr/>
        </p:nvSpPr>
        <p:spPr>
          <a:xfrm>
            <a:off x="329681" y="3067253"/>
            <a:ext cx="11532636" cy="3092007"/>
          </a:xfrm>
          <a:prstGeom prst="rect">
            <a:avLst/>
          </a:prstGeom>
          <a:solidFill>
            <a:sysClr val="window" lastClr="FFFFFF"/>
          </a:solidFill>
          <a:ln w="12700" cap="flat" cmpd="sng" algn="ctr">
            <a:solidFill>
              <a:sysClr val="windowText" lastClr="000000"/>
            </a:solidFill>
            <a:prstDash val="solid"/>
            <a:miter lim="800000"/>
          </a:ln>
          <a:effectLst/>
        </p:spPr>
        <p:txBody>
          <a:bodyPr vert="horz" lIns="91440" tIns="45720" rIns="91440" bIns="45720" numCol="1" rtlCol="0">
            <a:normAutofit fontScale="70000" lnSpcReduction="20000"/>
          </a:bodyPr>
          <a:lstStyle>
            <a:lvl1pPr marL="0" indent="0" algn="ctr" defTabSz="914400" rtl="0" eaLnBrk="1" latinLnBrk="0" hangingPunct="1">
              <a:lnSpc>
                <a:spcPct val="150000"/>
              </a:lnSpc>
              <a:spcBef>
                <a:spcPts val="1000"/>
              </a:spcBef>
              <a:buFont typeface="Arial" panose="020B0604020202020204" pitchFamily="34" charset="0"/>
              <a:buNone/>
              <a:defRPr sz="320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57150" algn="just">
              <a:lnSpc>
                <a:spcPct val="120000"/>
              </a:lnSpc>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The following techniques were used to collect requirements: a walkthrough and a user survey.</a:t>
            </a:r>
          </a:p>
          <a:p>
            <a:pPr marL="514350" indent="-457200" algn="just">
              <a:lnSpc>
                <a:spcPct val="12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The walkthrough focused on a general overview of the current network infrastructure at the Client Company.</a:t>
            </a:r>
          </a:p>
          <a:p>
            <a:pPr marL="514350" indent="-457200" algn="just">
              <a:lnSpc>
                <a:spcPct val="12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The user survey was conducted using web-forms and was divided into four sections: personal computer, ergonomics, network performance, and security.</a:t>
            </a:r>
          </a:p>
          <a:p>
            <a:pPr marL="514350" indent="-457200" algn="just">
              <a:lnSpc>
                <a:spcPct val="12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The survey was participated by Mr. X (IT Associate), Mr. X (IT Specialist), Mr. X (Business Developer), and a few other members from Client Company.</a:t>
            </a:r>
          </a:p>
          <a:p>
            <a:pPr marL="514350" indent="-457200" algn="just">
              <a:lnSpc>
                <a:spcPct val="12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The project completion date is April 31st, 2023.</a:t>
            </a:r>
          </a:p>
        </p:txBody>
      </p:sp>
      <p:graphicFrame>
        <p:nvGraphicFramePr>
          <p:cNvPr id="4" name="Diagram 3">
            <a:extLst>
              <a:ext uri="{FF2B5EF4-FFF2-40B4-BE49-F238E27FC236}">
                <a16:creationId xmlns:a16="http://schemas.microsoft.com/office/drawing/2014/main" id="{04391765-48E0-32C0-7D43-98BCBB315A6E}"/>
              </a:ext>
            </a:extLst>
          </p:cNvPr>
          <p:cNvGraphicFramePr/>
          <p:nvPr>
            <p:extLst>
              <p:ext uri="{D42A27DB-BD31-4B8C-83A1-F6EECF244321}">
                <p14:modId xmlns:p14="http://schemas.microsoft.com/office/powerpoint/2010/main" val="2809957675"/>
              </p:ext>
            </p:extLst>
          </p:nvPr>
        </p:nvGraphicFramePr>
        <p:xfrm>
          <a:off x="795085" y="1026543"/>
          <a:ext cx="10601826" cy="19709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2166747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13</a:t>
            </a:fld>
            <a:endParaRPr lang="en-US" sz="2400" dirty="0"/>
          </a:p>
        </p:txBody>
      </p:sp>
      <p:sp>
        <p:nvSpPr>
          <p:cNvPr id="8" name="Title 14">
            <a:extLst>
              <a:ext uri="{FF2B5EF4-FFF2-40B4-BE49-F238E27FC236}">
                <a16:creationId xmlns:a16="http://schemas.microsoft.com/office/drawing/2014/main" id="{0D9D5E02-581C-857B-4F42-A4435EDFE7E7}"/>
              </a:ext>
            </a:extLst>
          </p:cNvPr>
          <p:cNvSpPr>
            <a:spLocks noGrp="1"/>
          </p:cNvSpPr>
          <p:nvPr>
            <p:ph type="title"/>
          </p:nvPr>
        </p:nvSpPr>
        <p:spPr>
          <a:xfrm>
            <a:off x="329680" y="333392"/>
            <a:ext cx="11532637" cy="693151"/>
          </a:xfrm>
        </p:spPr>
        <p:style>
          <a:lnRef idx="2">
            <a:schemeClr val="dk1"/>
          </a:lnRef>
          <a:fillRef idx="1">
            <a:schemeClr val="lt1"/>
          </a:fillRef>
          <a:effectRef idx="0">
            <a:schemeClr val="dk1"/>
          </a:effectRef>
          <a:fontRef idx="minor">
            <a:schemeClr val="dk1"/>
          </a:fontRef>
        </p:style>
        <p:txBody>
          <a:bodyPr/>
          <a:lstStyle/>
          <a:p>
            <a:pPr algn="l">
              <a:lnSpc>
                <a:spcPct val="100000"/>
              </a:lnSpc>
            </a:pPr>
            <a:r>
              <a:rPr lang="en-US" sz="3600" dirty="0"/>
              <a:t>Project Review by Phase – Requirements Gathering:</a:t>
            </a:r>
            <a:r>
              <a:rPr lang="en-US" sz="4000" dirty="0"/>
              <a:t> </a:t>
            </a:r>
          </a:p>
        </p:txBody>
      </p:sp>
      <p:sp>
        <p:nvSpPr>
          <p:cNvPr id="11" name="Text Placeholder 1">
            <a:extLst>
              <a:ext uri="{FF2B5EF4-FFF2-40B4-BE49-F238E27FC236}">
                <a16:creationId xmlns:a16="http://schemas.microsoft.com/office/drawing/2014/main" id="{7C1D97CE-B874-9252-6613-E0AD266D96C1}"/>
              </a:ext>
            </a:extLst>
          </p:cNvPr>
          <p:cNvSpPr txBox="1">
            <a:spLocks/>
          </p:cNvSpPr>
          <p:nvPr/>
        </p:nvSpPr>
        <p:spPr>
          <a:xfrm>
            <a:off x="329681" y="3067253"/>
            <a:ext cx="11532636" cy="3092007"/>
          </a:xfrm>
          <a:prstGeom prst="rect">
            <a:avLst/>
          </a:prstGeom>
          <a:solidFill>
            <a:sysClr val="window" lastClr="FFFFFF"/>
          </a:solidFill>
          <a:ln w="12700" cap="flat" cmpd="sng" algn="ctr">
            <a:solidFill>
              <a:sysClr val="windowText" lastClr="000000"/>
            </a:solidFill>
            <a:prstDash val="solid"/>
            <a:miter lim="800000"/>
          </a:ln>
          <a:effectLst/>
        </p:spPr>
        <p:txBody>
          <a:bodyPr vert="horz" lIns="91440" tIns="45720" rIns="91440" bIns="45720" numCol="1" rtlCol="0">
            <a:normAutofit fontScale="47500" lnSpcReduction="20000"/>
          </a:bodyPr>
          <a:lstStyle>
            <a:lvl1pPr marL="0" indent="0" algn="ctr" defTabSz="914400" rtl="0" eaLnBrk="1" latinLnBrk="0" hangingPunct="1">
              <a:lnSpc>
                <a:spcPct val="150000"/>
              </a:lnSpc>
              <a:spcBef>
                <a:spcPts val="1000"/>
              </a:spcBef>
              <a:buFont typeface="Arial" panose="020B0604020202020204" pitchFamily="34" charset="0"/>
              <a:buNone/>
              <a:defRPr sz="320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57150" algn="just">
              <a:lnSpc>
                <a:spcPct val="120000"/>
              </a:lnSpc>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Following information gathered while completing the Requirement Gathering Phase:</a:t>
            </a:r>
          </a:p>
          <a:p>
            <a:pPr marL="514350" indent="-457200" algn="just">
              <a:lnSpc>
                <a:spcPct val="12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50 MB/50 MB powered by MNSI through fiber cabling going through the building</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pPr marL="514350" indent="-457200" algn="just">
              <a:lnSpc>
                <a:spcPct val="12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AWS for all services -  emailing, Active Directory, and storage servers. Auto backup occurs 3 times a day for entire Microsoft 365 suits and Active Directory by Datto.</a:t>
            </a:r>
          </a:p>
          <a:p>
            <a:pPr marL="514350" indent="-457200" algn="just">
              <a:lnSpc>
                <a:spcPct val="120000"/>
              </a:lnSpc>
              <a:buFont typeface="Arial" panose="020B0604020202020204" pitchFamily="34" charset="0"/>
              <a:buChar char="•"/>
              <a:defRPr/>
            </a:pPr>
            <a:r>
              <a:rPr lang="en-US" sz="2800" kern="100" dirty="0">
                <a:latin typeface="Calibri" panose="020F0502020204030204" pitchFamily="34" charset="0"/>
                <a:ea typeface="Calibri" panose="020F0502020204030204" pitchFamily="34" charset="0"/>
                <a:cs typeface="Times New Roman" panose="02020603050405020304" pitchFamily="18" charset="0"/>
              </a:rPr>
              <a:t>N</a:t>
            </a: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etwork specifications, details, maintenance reports, and requirements are stored in Excel.</a:t>
            </a:r>
          </a:p>
          <a:p>
            <a:pPr marL="514350" indent="-457200" algn="just">
              <a:lnSpc>
                <a:spcPct val="12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Cisco ASA 5516-X firepower firewall</a:t>
            </a:r>
          </a:p>
          <a:p>
            <a:pPr marL="514350" indent="-457200" algn="just">
              <a:lnSpc>
                <a:spcPct val="12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70 laptops, 3 office printers, 2 label printers, and employees' personal devices.</a:t>
            </a:r>
          </a:p>
          <a:p>
            <a:pPr marL="514350" indent="-457200" algn="just">
              <a:lnSpc>
                <a:spcPct val="12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Dell Inspiron 5000 powered on Windows 10/11 Home, with Logitech wireless mouse &amp; keyboard, Dell S2421NXs @ 60hz monitors, and Bell work cellphones.</a:t>
            </a:r>
          </a:p>
          <a:p>
            <a:pPr marL="514350" indent="-457200" algn="just">
              <a:lnSpc>
                <a:spcPct val="12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Server Rack with Catalyst 9300 48 Port POE Network Essential and Cisco Catalyst 9200L 48 Port POE Network Essential switches, Cisco ASA 5516-X firewall, and UPS and 715 Power Supply for emergencies.</a:t>
            </a:r>
          </a:p>
        </p:txBody>
      </p:sp>
      <p:graphicFrame>
        <p:nvGraphicFramePr>
          <p:cNvPr id="4" name="Diagram 3">
            <a:extLst>
              <a:ext uri="{FF2B5EF4-FFF2-40B4-BE49-F238E27FC236}">
                <a16:creationId xmlns:a16="http://schemas.microsoft.com/office/drawing/2014/main" id="{04391765-48E0-32C0-7D43-98BCBB315A6E}"/>
              </a:ext>
            </a:extLst>
          </p:cNvPr>
          <p:cNvGraphicFramePr/>
          <p:nvPr/>
        </p:nvGraphicFramePr>
        <p:xfrm>
          <a:off x="795085" y="1026543"/>
          <a:ext cx="10601826" cy="19709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0874328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14</a:t>
            </a:fld>
            <a:endParaRPr lang="en-US" sz="2400" dirty="0"/>
          </a:p>
        </p:txBody>
      </p:sp>
      <p:sp>
        <p:nvSpPr>
          <p:cNvPr id="8" name="Title 14">
            <a:extLst>
              <a:ext uri="{FF2B5EF4-FFF2-40B4-BE49-F238E27FC236}">
                <a16:creationId xmlns:a16="http://schemas.microsoft.com/office/drawing/2014/main" id="{0D9D5E02-581C-857B-4F42-A4435EDFE7E7}"/>
              </a:ext>
            </a:extLst>
          </p:cNvPr>
          <p:cNvSpPr>
            <a:spLocks noGrp="1"/>
          </p:cNvSpPr>
          <p:nvPr>
            <p:ph type="title"/>
          </p:nvPr>
        </p:nvSpPr>
        <p:spPr>
          <a:xfrm>
            <a:off x="329680" y="333392"/>
            <a:ext cx="11532637" cy="693151"/>
          </a:xfrm>
        </p:spPr>
        <p:style>
          <a:lnRef idx="2">
            <a:schemeClr val="dk1"/>
          </a:lnRef>
          <a:fillRef idx="1">
            <a:schemeClr val="lt1"/>
          </a:fillRef>
          <a:effectRef idx="0">
            <a:schemeClr val="dk1"/>
          </a:effectRef>
          <a:fontRef idx="minor">
            <a:schemeClr val="dk1"/>
          </a:fontRef>
        </p:style>
        <p:txBody>
          <a:bodyPr/>
          <a:lstStyle/>
          <a:p>
            <a:pPr algn="l">
              <a:lnSpc>
                <a:spcPct val="100000"/>
              </a:lnSpc>
            </a:pPr>
            <a:r>
              <a:rPr lang="en-US" sz="3600" dirty="0"/>
              <a:t>Project Review by Phase – Requirements Gathering:</a:t>
            </a:r>
            <a:r>
              <a:rPr lang="en-US" sz="4000" dirty="0"/>
              <a:t> </a:t>
            </a:r>
          </a:p>
        </p:txBody>
      </p:sp>
      <p:sp>
        <p:nvSpPr>
          <p:cNvPr id="11" name="Text Placeholder 1">
            <a:extLst>
              <a:ext uri="{FF2B5EF4-FFF2-40B4-BE49-F238E27FC236}">
                <a16:creationId xmlns:a16="http://schemas.microsoft.com/office/drawing/2014/main" id="{7C1D97CE-B874-9252-6613-E0AD266D96C1}"/>
              </a:ext>
            </a:extLst>
          </p:cNvPr>
          <p:cNvSpPr txBox="1">
            <a:spLocks/>
          </p:cNvSpPr>
          <p:nvPr/>
        </p:nvSpPr>
        <p:spPr>
          <a:xfrm>
            <a:off x="8437962" y="4902771"/>
            <a:ext cx="2958949" cy="1237328"/>
          </a:xfrm>
          <a:prstGeom prst="rect">
            <a:avLst/>
          </a:prstGeom>
          <a:solidFill>
            <a:sysClr val="window" lastClr="FFFFFF"/>
          </a:solidFill>
          <a:ln w="12700" cap="flat" cmpd="sng" algn="ctr">
            <a:solidFill>
              <a:sysClr val="windowText" lastClr="000000"/>
            </a:solidFill>
            <a:prstDash val="solid"/>
            <a:miter lim="800000"/>
          </a:ln>
          <a:effectLst/>
        </p:spPr>
        <p:txBody>
          <a:bodyPr vert="horz" lIns="91440" tIns="45720" rIns="91440" bIns="45720" numCol="1" rtlCol="0">
            <a:normAutofit/>
          </a:bodyPr>
          <a:lstStyle>
            <a:lvl1pPr marL="0" indent="0" algn="ctr" defTabSz="914400" rtl="0" eaLnBrk="1" latinLnBrk="0" hangingPunct="1">
              <a:lnSpc>
                <a:spcPct val="150000"/>
              </a:lnSpc>
              <a:spcBef>
                <a:spcPts val="1000"/>
              </a:spcBef>
              <a:buFont typeface="Arial" panose="020B0604020202020204" pitchFamily="34" charset="0"/>
              <a:buNone/>
              <a:defRPr sz="320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228600" indent="-171450" algn="just">
              <a:lnSpc>
                <a:spcPct val="120000"/>
              </a:lnSpc>
              <a:buFont typeface="Arial" panose="020B0604020202020204" pitchFamily="34" charset="0"/>
              <a:buChar char="•"/>
              <a:defRPr/>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The survey results for the ergonomic workspace were compiled in the graph below by Client Company. Many workers are content with the ergonomics and general comfort of their workspace.</a:t>
            </a:r>
          </a:p>
        </p:txBody>
      </p:sp>
      <p:graphicFrame>
        <p:nvGraphicFramePr>
          <p:cNvPr id="4" name="Diagram 3">
            <a:extLst>
              <a:ext uri="{FF2B5EF4-FFF2-40B4-BE49-F238E27FC236}">
                <a16:creationId xmlns:a16="http://schemas.microsoft.com/office/drawing/2014/main" id="{04391765-48E0-32C0-7D43-98BCBB315A6E}"/>
              </a:ext>
            </a:extLst>
          </p:cNvPr>
          <p:cNvGraphicFramePr/>
          <p:nvPr/>
        </p:nvGraphicFramePr>
        <p:xfrm>
          <a:off x="795085" y="1026543"/>
          <a:ext cx="10601826" cy="19709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2" name="Picture 1" descr="Chart, pie chart&#10;&#10;Description automatically generated">
            <a:extLst>
              <a:ext uri="{FF2B5EF4-FFF2-40B4-BE49-F238E27FC236}">
                <a16:creationId xmlns:a16="http://schemas.microsoft.com/office/drawing/2014/main" id="{C1D070F5-7933-8BBF-6847-D6185959E90D}"/>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795085" y="2997484"/>
            <a:ext cx="6054894" cy="3142615"/>
          </a:xfrm>
          <a:prstGeom prst="rect">
            <a:avLst/>
          </a:prstGeom>
          <a:noFill/>
          <a:ln>
            <a:noFill/>
          </a:ln>
        </p:spPr>
      </p:pic>
    </p:spTree>
    <p:extLst>
      <p:ext uri="{BB962C8B-B14F-4D97-AF65-F5344CB8AC3E}">
        <p14:creationId xmlns:p14="http://schemas.microsoft.com/office/powerpoint/2010/main" val="22029658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15</a:t>
            </a:fld>
            <a:endParaRPr lang="en-US" sz="2400" dirty="0"/>
          </a:p>
        </p:txBody>
      </p:sp>
      <p:sp>
        <p:nvSpPr>
          <p:cNvPr id="8" name="Title 14">
            <a:extLst>
              <a:ext uri="{FF2B5EF4-FFF2-40B4-BE49-F238E27FC236}">
                <a16:creationId xmlns:a16="http://schemas.microsoft.com/office/drawing/2014/main" id="{0D9D5E02-581C-857B-4F42-A4435EDFE7E7}"/>
              </a:ext>
            </a:extLst>
          </p:cNvPr>
          <p:cNvSpPr>
            <a:spLocks noGrp="1"/>
          </p:cNvSpPr>
          <p:nvPr>
            <p:ph type="title"/>
          </p:nvPr>
        </p:nvSpPr>
        <p:spPr>
          <a:xfrm>
            <a:off x="329680" y="333392"/>
            <a:ext cx="11532637" cy="693151"/>
          </a:xfrm>
        </p:spPr>
        <p:style>
          <a:lnRef idx="2">
            <a:schemeClr val="dk1"/>
          </a:lnRef>
          <a:fillRef idx="1">
            <a:schemeClr val="lt1"/>
          </a:fillRef>
          <a:effectRef idx="0">
            <a:schemeClr val="dk1"/>
          </a:effectRef>
          <a:fontRef idx="minor">
            <a:schemeClr val="dk1"/>
          </a:fontRef>
        </p:style>
        <p:txBody>
          <a:bodyPr/>
          <a:lstStyle/>
          <a:p>
            <a:pPr algn="l">
              <a:lnSpc>
                <a:spcPct val="100000"/>
              </a:lnSpc>
            </a:pPr>
            <a:r>
              <a:rPr lang="en-US" sz="3600" dirty="0"/>
              <a:t>Project Review by Phase – Requirements Gathering:</a:t>
            </a:r>
            <a:r>
              <a:rPr lang="en-US" sz="4000" dirty="0"/>
              <a:t> </a:t>
            </a:r>
          </a:p>
        </p:txBody>
      </p:sp>
      <p:sp>
        <p:nvSpPr>
          <p:cNvPr id="11" name="Text Placeholder 1">
            <a:extLst>
              <a:ext uri="{FF2B5EF4-FFF2-40B4-BE49-F238E27FC236}">
                <a16:creationId xmlns:a16="http://schemas.microsoft.com/office/drawing/2014/main" id="{7C1D97CE-B874-9252-6613-E0AD266D96C1}"/>
              </a:ext>
            </a:extLst>
          </p:cNvPr>
          <p:cNvSpPr txBox="1">
            <a:spLocks/>
          </p:cNvSpPr>
          <p:nvPr/>
        </p:nvSpPr>
        <p:spPr>
          <a:xfrm>
            <a:off x="8437962" y="4902771"/>
            <a:ext cx="2958949" cy="1237328"/>
          </a:xfrm>
          <a:prstGeom prst="rect">
            <a:avLst/>
          </a:prstGeom>
          <a:solidFill>
            <a:sysClr val="window" lastClr="FFFFFF"/>
          </a:solidFill>
          <a:ln w="12700" cap="flat" cmpd="sng" algn="ctr">
            <a:solidFill>
              <a:sysClr val="windowText" lastClr="000000"/>
            </a:solidFill>
            <a:prstDash val="solid"/>
            <a:miter lim="800000"/>
          </a:ln>
          <a:effectLst/>
        </p:spPr>
        <p:txBody>
          <a:bodyPr vert="horz" lIns="91440" tIns="45720" rIns="91440" bIns="45720" numCol="1" rtlCol="0">
            <a:normAutofit fontScale="85000" lnSpcReduction="20000"/>
          </a:bodyPr>
          <a:lstStyle>
            <a:lvl1pPr marL="0" indent="0" algn="ctr" defTabSz="914400" rtl="0" eaLnBrk="1" latinLnBrk="0" hangingPunct="1">
              <a:lnSpc>
                <a:spcPct val="150000"/>
              </a:lnSpc>
              <a:spcBef>
                <a:spcPts val="1000"/>
              </a:spcBef>
              <a:buFont typeface="Arial" panose="020B0604020202020204" pitchFamily="34" charset="0"/>
              <a:buNone/>
              <a:defRPr sz="320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228600" indent="-171450" algn="just">
              <a:lnSpc>
                <a:spcPct val="120000"/>
              </a:lnSpc>
              <a:buFont typeface="Arial" panose="020B0604020202020204" pitchFamily="34" charset="0"/>
              <a:buChar char="•"/>
              <a:defRPr/>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The results of the survey taken for the Client Company</a:t>
            </a:r>
            <a:r>
              <a:rPr lang="en-US" sz="1200" kern="100" dirty="0">
                <a:latin typeface="Calibri" panose="020F0502020204030204" pitchFamily="34" charset="0"/>
                <a:ea typeface="Calibri" panose="020F0502020204030204" pitchFamily="34" charset="0"/>
                <a:cs typeface="Times New Roman" panose="02020603050405020304" pitchFamily="18" charset="0"/>
              </a:rPr>
              <a:t>’s</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Network were shown in the graph above. The graph demonstrates that there aren't many network-related problems for employees, likewise, wireless network connectivity, its speed, etc. That is why there is a need for wireless network enhancement. </a:t>
            </a:r>
          </a:p>
        </p:txBody>
      </p:sp>
      <p:graphicFrame>
        <p:nvGraphicFramePr>
          <p:cNvPr id="4" name="Diagram 3">
            <a:extLst>
              <a:ext uri="{FF2B5EF4-FFF2-40B4-BE49-F238E27FC236}">
                <a16:creationId xmlns:a16="http://schemas.microsoft.com/office/drawing/2014/main" id="{04391765-48E0-32C0-7D43-98BCBB315A6E}"/>
              </a:ext>
            </a:extLst>
          </p:cNvPr>
          <p:cNvGraphicFramePr/>
          <p:nvPr/>
        </p:nvGraphicFramePr>
        <p:xfrm>
          <a:off x="795085" y="1026543"/>
          <a:ext cx="10601826" cy="19709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5" name="Picture 4">
            <a:extLst>
              <a:ext uri="{FF2B5EF4-FFF2-40B4-BE49-F238E27FC236}">
                <a16:creationId xmlns:a16="http://schemas.microsoft.com/office/drawing/2014/main" id="{2267D4F8-5D87-996E-BFE7-7FE1E8058EF1}"/>
              </a:ext>
            </a:extLst>
          </p:cNvPr>
          <p:cNvPicPr>
            <a:picLocks noChangeAspect="1"/>
          </p:cNvPicPr>
          <p:nvPr/>
        </p:nvPicPr>
        <p:blipFill rotWithShape="1">
          <a:blip r:embed="rId9"/>
          <a:srcRect t="9472" b="-9472"/>
          <a:stretch/>
        </p:blipFill>
        <p:spPr>
          <a:xfrm>
            <a:off x="795085" y="3474720"/>
            <a:ext cx="6468417" cy="3060457"/>
          </a:xfrm>
          <a:prstGeom prst="rect">
            <a:avLst/>
          </a:prstGeom>
        </p:spPr>
      </p:pic>
    </p:spTree>
    <p:extLst>
      <p:ext uri="{BB962C8B-B14F-4D97-AF65-F5344CB8AC3E}">
        <p14:creationId xmlns:p14="http://schemas.microsoft.com/office/powerpoint/2010/main" val="42476653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16</a:t>
            </a:fld>
            <a:endParaRPr lang="en-US" sz="2400" dirty="0"/>
          </a:p>
        </p:txBody>
      </p:sp>
      <p:sp>
        <p:nvSpPr>
          <p:cNvPr id="8" name="Title 14">
            <a:extLst>
              <a:ext uri="{FF2B5EF4-FFF2-40B4-BE49-F238E27FC236}">
                <a16:creationId xmlns:a16="http://schemas.microsoft.com/office/drawing/2014/main" id="{0D9D5E02-581C-857B-4F42-A4435EDFE7E7}"/>
              </a:ext>
            </a:extLst>
          </p:cNvPr>
          <p:cNvSpPr>
            <a:spLocks noGrp="1"/>
          </p:cNvSpPr>
          <p:nvPr>
            <p:ph type="title"/>
          </p:nvPr>
        </p:nvSpPr>
        <p:spPr>
          <a:xfrm>
            <a:off x="329680" y="333392"/>
            <a:ext cx="11532637" cy="693151"/>
          </a:xfrm>
        </p:spPr>
        <p:style>
          <a:lnRef idx="2">
            <a:schemeClr val="dk1"/>
          </a:lnRef>
          <a:fillRef idx="1">
            <a:schemeClr val="lt1"/>
          </a:fillRef>
          <a:effectRef idx="0">
            <a:schemeClr val="dk1"/>
          </a:effectRef>
          <a:fontRef idx="minor">
            <a:schemeClr val="dk1"/>
          </a:fontRef>
        </p:style>
        <p:txBody>
          <a:bodyPr/>
          <a:lstStyle/>
          <a:p>
            <a:pPr algn="l">
              <a:lnSpc>
                <a:spcPct val="100000"/>
              </a:lnSpc>
            </a:pPr>
            <a:r>
              <a:rPr lang="en-US" sz="3600" dirty="0"/>
              <a:t>Project Review by Phase – Requirements Gathering:</a:t>
            </a:r>
            <a:r>
              <a:rPr lang="en-US" sz="4000" dirty="0"/>
              <a:t> </a:t>
            </a:r>
          </a:p>
        </p:txBody>
      </p:sp>
      <p:sp>
        <p:nvSpPr>
          <p:cNvPr id="11" name="Text Placeholder 1">
            <a:extLst>
              <a:ext uri="{FF2B5EF4-FFF2-40B4-BE49-F238E27FC236}">
                <a16:creationId xmlns:a16="http://schemas.microsoft.com/office/drawing/2014/main" id="{7C1D97CE-B874-9252-6613-E0AD266D96C1}"/>
              </a:ext>
            </a:extLst>
          </p:cNvPr>
          <p:cNvSpPr txBox="1">
            <a:spLocks/>
          </p:cNvSpPr>
          <p:nvPr/>
        </p:nvSpPr>
        <p:spPr>
          <a:xfrm>
            <a:off x="8437962" y="4902771"/>
            <a:ext cx="2958949" cy="1237328"/>
          </a:xfrm>
          <a:prstGeom prst="rect">
            <a:avLst/>
          </a:prstGeom>
          <a:solidFill>
            <a:sysClr val="window" lastClr="FFFFFF"/>
          </a:solidFill>
          <a:ln w="12700" cap="flat" cmpd="sng" algn="ctr">
            <a:solidFill>
              <a:sysClr val="windowText" lastClr="000000"/>
            </a:solidFill>
            <a:prstDash val="solid"/>
            <a:miter lim="800000"/>
          </a:ln>
          <a:effectLst/>
        </p:spPr>
        <p:txBody>
          <a:bodyPr vert="horz" lIns="91440" tIns="45720" rIns="91440" bIns="45720" numCol="1" rtlCol="0">
            <a:normAutofit fontScale="92500" lnSpcReduction="10000"/>
          </a:bodyPr>
          <a:lstStyle>
            <a:lvl1pPr marL="0" indent="0" algn="ctr" defTabSz="914400" rtl="0" eaLnBrk="1" latinLnBrk="0" hangingPunct="1">
              <a:lnSpc>
                <a:spcPct val="150000"/>
              </a:lnSpc>
              <a:spcBef>
                <a:spcPts val="1000"/>
              </a:spcBef>
              <a:buFont typeface="Arial" panose="020B0604020202020204" pitchFamily="34" charset="0"/>
              <a:buNone/>
              <a:defRPr sz="320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228600" indent="-171450" algn="just">
              <a:lnSpc>
                <a:spcPct val="120000"/>
              </a:lnSpc>
              <a:buFont typeface="Arial" panose="020B0604020202020204" pitchFamily="34" charset="0"/>
              <a:buChar char="•"/>
              <a:defRPr/>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Figure displays the results of a survey on the overall performance of employees' workstation PC. The graph indicates that 50% of the workforce is satisfied with PC performance, but there are areas where the PC workstation could be improved.</a:t>
            </a:r>
          </a:p>
        </p:txBody>
      </p:sp>
      <p:graphicFrame>
        <p:nvGraphicFramePr>
          <p:cNvPr id="4" name="Diagram 3">
            <a:extLst>
              <a:ext uri="{FF2B5EF4-FFF2-40B4-BE49-F238E27FC236}">
                <a16:creationId xmlns:a16="http://schemas.microsoft.com/office/drawing/2014/main" id="{04391765-48E0-32C0-7D43-98BCBB315A6E}"/>
              </a:ext>
            </a:extLst>
          </p:cNvPr>
          <p:cNvGraphicFramePr/>
          <p:nvPr/>
        </p:nvGraphicFramePr>
        <p:xfrm>
          <a:off x="795085" y="1026543"/>
          <a:ext cx="10601826" cy="19709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5" name="Picture 4">
            <a:extLst>
              <a:ext uri="{FF2B5EF4-FFF2-40B4-BE49-F238E27FC236}">
                <a16:creationId xmlns:a16="http://schemas.microsoft.com/office/drawing/2014/main" id="{650AB2FF-DD96-9A38-1CED-07102FFC261B}"/>
              </a:ext>
            </a:extLst>
          </p:cNvPr>
          <p:cNvPicPr>
            <a:picLocks noChangeAspect="1"/>
          </p:cNvPicPr>
          <p:nvPr/>
        </p:nvPicPr>
        <p:blipFill rotWithShape="1">
          <a:blip r:embed="rId9"/>
          <a:srcRect t="11872" b="-11872"/>
          <a:stretch/>
        </p:blipFill>
        <p:spPr>
          <a:xfrm>
            <a:off x="795085" y="3383280"/>
            <a:ext cx="5846347" cy="3249898"/>
          </a:xfrm>
          <a:prstGeom prst="rect">
            <a:avLst/>
          </a:prstGeom>
        </p:spPr>
      </p:pic>
    </p:spTree>
    <p:extLst>
      <p:ext uri="{BB962C8B-B14F-4D97-AF65-F5344CB8AC3E}">
        <p14:creationId xmlns:p14="http://schemas.microsoft.com/office/powerpoint/2010/main" val="27847541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17</a:t>
            </a:fld>
            <a:endParaRPr lang="en-US" sz="2400" dirty="0"/>
          </a:p>
        </p:txBody>
      </p:sp>
      <p:sp>
        <p:nvSpPr>
          <p:cNvPr id="8" name="Title 14">
            <a:extLst>
              <a:ext uri="{FF2B5EF4-FFF2-40B4-BE49-F238E27FC236}">
                <a16:creationId xmlns:a16="http://schemas.microsoft.com/office/drawing/2014/main" id="{0D9D5E02-581C-857B-4F42-A4435EDFE7E7}"/>
              </a:ext>
            </a:extLst>
          </p:cNvPr>
          <p:cNvSpPr>
            <a:spLocks noGrp="1"/>
          </p:cNvSpPr>
          <p:nvPr>
            <p:ph type="title"/>
          </p:nvPr>
        </p:nvSpPr>
        <p:spPr>
          <a:xfrm>
            <a:off x="329680" y="333392"/>
            <a:ext cx="11532637" cy="693151"/>
          </a:xfrm>
        </p:spPr>
        <p:style>
          <a:lnRef idx="2">
            <a:schemeClr val="dk1"/>
          </a:lnRef>
          <a:fillRef idx="1">
            <a:schemeClr val="lt1"/>
          </a:fillRef>
          <a:effectRef idx="0">
            <a:schemeClr val="dk1"/>
          </a:effectRef>
          <a:fontRef idx="minor">
            <a:schemeClr val="dk1"/>
          </a:fontRef>
        </p:style>
        <p:txBody>
          <a:bodyPr/>
          <a:lstStyle/>
          <a:p>
            <a:pPr algn="l">
              <a:lnSpc>
                <a:spcPct val="100000"/>
              </a:lnSpc>
            </a:pPr>
            <a:r>
              <a:rPr lang="en-US" sz="3600" dirty="0"/>
              <a:t>Project Review by Phase – Requirements Gathering:</a:t>
            </a:r>
            <a:r>
              <a:rPr lang="en-US" sz="4000" dirty="0"/>
              <a:t> </a:t>
            </a:r>
          </a:p>
        </p:txBody>
      </p:sp>
      <p:sp>
        <p:nvSpPr>
          <p:cNvPr id="11" name="Text Placeholder 1">
            <a:extLst>
              <a:ext uri="{FF2B5EF4-FFF2-40B4-BE49-F238E27FC236}">
                <a16:creationId xmlns:a16="http://schemas.microsoft.com/office/drawing/2014/main" id="{7C1D97CE-B874-9252-6613-E0AD266D96C1}"/>
              </a:ext>
            </a:extLst>
          </p:cNvPr>
          <p:cNvSpPr txBox="1">
            <a:spLocks/>
          </p:cNvSpPr>
          <p:nvPr/>
        </p:nvSpPr>
        <p:spPr>
          <a:xfrm>
            <a:off x="329681" y="3067253"/>
            <a:ext cx="11532636" cy="3092007"/>
          </a:xfrm>
          <a:prstGeom prst="rect">
            <a:avLst/>
          </a:prstGeom>
          <a:solidFill>
            <a:sysClr val="window" lastClr="FFFFFF"/>
          </a:solidFill>
          <a:ln w="12700" cap="flat" cmpd="sng" algn="ctr">
            <a:solidFill>
              <a:sysClr val="windowText" lastClr="000000"/>
            </a:solidFill>
            <a:prstDash val="solid"/>
            <a:miter lim="800000"/>
          </a:ln>
          <a:effectLst/>
        </p:spPr>
        <p:txBody>
          <a:bodyPr vert="horz" lIns="91440" tIns="45720" rIns="91440" bIns="45720" numCol="1" rtlCol="0">
            <a:normAutofit/>
          </a:bodyPr>
          <a:lstStyle>
            <a:lvl1pPr marL="0" indent="0" algn="ctr" defTabSz="914400" rtl="0" eaLnBrk="1" latinLnBrk="0" hangingPunct="1">
              <a:lnSpc>
                <a:spcPct val="150000"/>
              </a:lnSpc>
              <a:spcBef>
                <a:spcPts val="1000"/>
              </a:spcBef>
              <a:buFont typeface="Arial" panose="020B0604020202020204" pitchFamily="34" charset="0"/>
              <a:buNone/>
              <a:defRPr sz="320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571500" indent="-514350" algn="just">
              <a:lnSpc>
                <a:spcPct val="120000"/>
              </a:lnSpc>
              <a:buFont typeface="+mj-lt"/>
              <a:buAutoNum type="arabicPeriod"/>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Improve Network Backbone – To Gain Wireless Network Speed</a:t>
            </a:r>
            <a:endParaRPr lang="en-US" sz="1000" kern="100" dirty="0">
              <a:latin typeface="Calibri" panose="020F0502020204030204" pitchFamily="34" charset="0"/>
              <a:ea typeface="Calibri" panose="020F0502020204030204" pitchFamily="34" charset="0"/>
              <a:cs typeface="Times New Roman" panose="02020603050405020304" pitchFamily="18" charset="0"/>
            </a:endParaRPr>
          </a:p>
          <a:p>
            <a:pPr marL="514350" indent="-457200" algn="just">
              <a:lnSpc>
                <a:spcPct val="12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The network speed at Client Company is limited to 50 Mbps/50 Mbps, causing delays during high employee activity and when loading large files from the cloud.</a:t>
            </a:r>
          </a:p>
        </p:txBody>
      </p:sp>
      <p:graphicFrame>
        <p:nvGraphicFramePr>
          <p:cNvPr id="4" name="Diagram 3">
            <a:extLst>
              <a:ext uri="{FF2B5EF4-FFF2-40B4-BE49-F238E27FC236}">
                <a16:creationId xmlns:a16="http://schemas.microsoft.com/office/drawing/2014/main" id="{04391765-48E0-32C0-7D43-98BCBB315A6E}"/>
              </a:ext>
            </a:extLst>
          </p:cNvPr>
          <p:cNvGraphicFramePr/>
          <p:nvPr/>
        </p:nvGraphicFramePr>
        <p:xfrm>
          <a:off x="795085" y="1026543"/>
          <a:ext cx="10601826" cy="19709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0073593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18</a:t>
            </a:fld>
            <a:endParaRPr lang="en-US" sz="2400" dirty="0"/>
          </a:p>
        </p:txBody>
      </p:sp>
      <p:sp>
        <p:nvSpPr>
          <p:cNvPr id="8" name="Title 14">
            <a:extLst>
              <a:ext uri="{FF2B5EF4-FFF2-40B4-BE49-F238E27FC236}">
                <a16:creationId xmlns:a16="http://schemas.microsoft.com/office/drawing/2014/main" id="{0D9D5E02-581C-857B-4F42-A4435EDFE7E7}"/>
              </a:ext>
            </a:extLst>
          </p:cNvPr>
          <p:cNvSpPr>
            <a:spLocks noGrp="1"/>
          </p:cNvSpPr>
          <p:nvPr>
            <p:ph type="title"/>
          </p:nvPr>
        </p:nvSpPr>
        <p:spPr>
          <a:xfrm>
            <a:off x="329680" y="333392"/>
            <a:ext cx="11532637" cy="693151"/>
          </a:xfrm>
        </p:spPr>
        <p:style>
          <a:lnRef idx="2">
            <a:schemeClr val="dk1"/>
          </a:lnRef>
          <a:fillRef idx="1">
            <a:schemeClr val="lt1"/>
          </a:fillRef>
          <a:effectRef idx="0">
            <a:schemeClr val="dk1"/>
          </a:effectRef>
          <a:fontRef idx="minor">
            <a:schemeClr val="dk1"/>
          </a:fontRef>
        </p:style>
        <p:txBody>
          <a:bodyPr/>
          <a:lstStyle/>
          <a:p>
            <a:pPr algn="l">
              <a:lnSpc>
                <a:spcPct val="100000"/>
              </a:lnSpc>
            </a:pPr>
            <a:r>
              <a:rPr lang="en-US" sz="3600" dirty="0"/>
              <a:t>Project Review by Phase – Requirements Gathering:</a:t>
            </a:r>
            <a:r>
              <a:rPr lang="en-US" sz="4000" dirty="0"/>
              <a:t> </a:t>
            </a:r>
          </a:p>
        </p:txBody>
      </p:sp>
      <p:sp>
        <p:nvSpPr>
          <p:cNvPr id="11" name="Text Placeholder 1">
            <a:extLst>
              <a:ext uri="{FF2B5EF4-FFF2-40B4-BE49-F238E27FC236}">
                <a16:creationId xmlns:a16="http://schemas.microsoft.com/office/drawing/2014/main" id="{7C1D97CE-B874-9252-6613-E0AD266D96C1}"/>
              </a:ext>
            </a:extLst>
          </p:cNvPr>
          <p:cNvSpPr txBox="1">
            <a:spLocks/>
          </p:cNvSpPr>
          <p:nvPr/>
        </p:nvSpPr>
        <p:spPr>
          <a:xfrm>
            <a:off x="329681" y="3067253"/>
            <a:ext cx="11532636" cy="3092007"/>
          </a:xfrm>
          <a:prstGeom prst="rect">
            <a:avLst/>
          </a:prstGeom>
          <a:solidFill>
            <a:sysClr val="window" lastClr="FFFFFF"/>
          </a:solidFill>
          <a:ln w="12700" cap="flat" cmpd="sng" algn="ctr">
            <a:solidFill>
              <a:sysClr val="windowText" lastClr="000000"/>
            </a:solidFill>
            <a:prstDash val="solid"/>
            <a:miter lim="800000"/>
          </a:ln>
          <a:effectLst/>
        </p:spPr>
        <p:txBody>
          <a:bodyPr vert="horz" lIns="91440" tIns="45720" rIns="91440" bIns="45720" numCol="1" rtlCol="0">
            <a:normAutofit fontScale="92500" lnSpcReduction="20000"/>
          </a:bodyPr>
          <a:lstStyle>
            <a:lvl1pPr marL="0" indent="0" algn="ctr" defTabSz="914400" rtl="0" eaLnBrk="1" latinLnBrk="0" hangingPunct="1">
              <a:lnSpc>
                <a:spcPct val="150000"/>
              </a:lnSpc>
              <a:spcBef>
                <a:spcPts val="1000"/>
              </a:spcBef>
              <a:buFont typeface="Arial" panose="020B0604020202020204" pitchFamily="34" charset="0"/>
              <a:buNone/>
              <a:defRPr sz="320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57150" algn="just">
              <a:lnSpc>
                <a:spcPct val="120000"/>
              </a:lnSpc>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2. Improve Employee Workstation Quality – To Use Latest Software and Reduce Loading Time In A Network</a:t>
            </a:r>
          </a:p>
          <a:p>
            <a:pPr marL="571500" indent="-514350" algn="just">
              <a:lnSpc>
                <a:spcPct val="12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The workstations at Client Company require additional RAM and new components to improve performance, as they take around 40 seconds to display the logon prompt and an additional 30 seconds to become operational from the home screen. Heavy usage of Office 365 and Epicor software is primarily responsible for this delay.</a:t>
            </a:r>
          </a:p>
        </p:txBody>
      </p:sp>
      <p:graphicFrame>
        <p:nvGraphicFramePr>
          <p:cNvPr id="4" name="Diagram 3">
            <a:extLst>
              <a:ext uri="{FF2B5EF4-FFF2-40B4-BE49-F238E27FC236}">
                <a16:creationId xmlns:a16="http://schemas.microsoft.com/office/drawing/2014/main" id="{04391765-48E0-32C0-7D43-98BCBB315A6E}"/>
              </a:ext>
            </a:extLst>
          </p:cNvPr>
          <p:cNvGraphicFramePr/>
          <p:nvPr/>
        </p:nvGraphicFramePr>
        <p:xfrm>
          <a:off x="795085" y="1026543"/>
          <a:ext cx="10601826" cy="19709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589897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19</a:t>
            </a:fld>
            <a:endParaRPr lang="en-US" sz="2400" dirty="0"/>
          </a:p>
        </p:txBody>
      </p:sp>
      <p:sp>
        <p:nvSpPr>
          <p:cNvPr id="8" name="Title 14">
            <a:extLst>
              <a:ext uri="{FF2B5EF4-FFF2-40B4-BE49-F238E27FC236}">
                <a16:creationId xmlns:a16="http://schemas.microsoft.com/office/drawing/2014/main" id="{0D9D5E02-581C-857B-4F42-A4435EDFE7E7}"/>
              </a:ext>
            </a:extLst>
          </p:cNvPr>
          <p:cNvSpPr>
            <a:spLocks noGrp="1"/>
          </p:cNvSpPr>
          <p:nvPr>
            <p:ph type="title"/>
          </p:nvPr>
        </p:nvSpPr>
        <p:spPr>
          <a:xfrm>
            <a:off x="329680" y="333392"/>
            <a:ext cx="11532637" cy="693151"/>
          </a:xfrm>
        </p:spPr>
        <p:style>
          <a:lnRef idx="2">
            <a:schemeClr val="dk1"/>
          </a:lnRef>
          <a:fillRef idx="1">
            <a:schemeClr val="lt1"/>
          </a:fillRef>
          <a:effectRef idx="0">
            <a:schemeClr val="dk1"/>
          </a:effectRef>
          <a:fontRef idx="minor">
            <a:schemeClr val="dk1"/>
          </a:fontRef>
        </p:style>
        <p:txBody>
          <a:bodyPr/>
          <a:lstStyle/>
          <a:p>
            <a:pPr algn="l">
              <a:lnSpc>
                <a:spcPct val="100000"/>
              </a:lnSpc>
            </a:pPr>
            <a:r>
              <a:rPr lang="en-US" sz="3600" dirty="0"/>
              <a:t>Project Review by Phase – Requirements Gathering:</a:t>
            </a:r>
            <a:r>
              <a:rPr lang="en-US" sz="4000" dirty="0"/>
              <a:t> </a:t>
            </a:r>
          </a:p>
        </p:txBody>
      </p:sp>
      <p:sp>
        <p:nvSpPr>
          <p:cNvPr id="11" name="Text Placeholder 1">
            <a:extLst>
              <a:ext uri="{FF2B5EF4-FFF2-40B4-BE49-F238E27FC236}">
                <a16:creationId xmlns:a16="http://schemas.microsoft.com/office/drawing/2014/main" id="{7C1D97CE-B874-9252-6613-E0AD266D96C1}"/>
              </a:ext>
            </a:extLst>
          </p:cNvPr>
          <p:cNvSpPr txBox="1">
            <a:spLocks/>
          </p:cNvSpPr>
          <p:nvPr/>
        </p:nvSpPr>
        <p:spPr>
          <a:xfrm>
            <a:off x="329681" y="3067253"/>
            <a:ext cx="11532636" cy="3092007"/>
          </a:xfrm>
          <a:prstGeom prst="rect">
            <a:avLst/>
          </a:prstGeom>
          <a:solidFill>
            <a:sysClr val="window" lastClr="FFFFFF"/>
          </a:solidFill>
          <a:ln w="12700" cap="flat" cmpd="sng" algn="ctr">
            <a:solidFill>
              <a:sysClr val="windowText" lastClr="000000"/>
            </a:solidFill>
            <a:prstDash val="solid"/>
            <a:miter lim="800000"/>
          </a:ln>
          <a:effectLst/>
        </p:spPr>
        <p:txBody>
          <a:bodyPr vert="horz" lIns="91440" tIns="45720" rIns="91440" bIns="45720" numCol="1" rtlCol="0">
            <a:normAutofit/>
          </a:bodyPr>
          <a:lstStyle>
            <a:lvl1pPr marL="0" indent="0" algn="ctr" defTabSz="914400" rtl="0" eaLnBrk="1" latinLnBrk="0" hangingPunct="1">
              <a:lnSpc>
                <a:spcPct val="150000"/>
              </a:lnSpc>
              <a:spcBef>
                <a:spcPts val="1000"/>
              </a:spcBef>
              <a:buFont typeface="Arial" panose="020B0604020202020204" pitchFamily="34" charset="0"/>
              <a:buNone/>
              <a:defRPr sz="320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57150" algn="just">
              <a:lnSpc>
                <a:spcPct val="120000"/>
              </a:lnSpc>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3. Improve IT Rack Quality – To Manage Network Components Easily with Better Cooling System </a:t>
            </a:r>
          </a:p>
          <a:p>
            <a:pPr marL="514350" indent="-457200" algn="just">
              <a:lnSpc>
                <a:spcPct val="12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The IT Rack at Client Company is insufficiently sized and lacks a proper cooling system to accommodate additional network components and maintain optimal operating levels.</a:t>
            </a:r>
          </a:p>
        </p:txBody>
      </p:sp>
      <p:graphicFrame>
        <p:nvGraphicFramePr>
          <p:cNvPr id="4" name="Diagram 3">
            <a:extLst>
              <a:ext uri="{FF2B5EF4-FFF2-40B4-BE49-F238E27FC236}">
                <a16:creationId xmlns:a16="http://schemas.microsoft.com/office/drawing/2014/main" id="{04391765-48E0-32C0-7D43-98BCBB315A6E}"/>
              </a:ext>
            </a:extLst>
          </p:cNvPr>
          <p:cNvGraphicFramePr/>
          <p:nvPr/>
        </p:nvGraphicFramePr>
        <p:xfrm>
          <a:off x="795085" y="1026543"/>
          <a:ext cx="10601826" cy="19709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1152199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20</a:t>
            </a:fld>
            <a:endParaRPr lang="en-US" sz="2400" dirty="0"/>
          </a:p>
        </p:txBody>
      </p:sp>
      <p:sp>
        <p:nvSpPr>
          <p:cNvPr id="8" name="Title 14">
            <a:extLst>
              <a:ext uri="{FF2B5EF4-FFF2-40B4-BE49-F238E27FC236}">
                <a16:creationId xmlns:a16="http://schemas.microsoft.com/office/drawing/2014/main" id="{0D9D5E02-581C-857B-4F42-A4435EDFE7E7}"/>
              </a:ext>
            </a:extLst>
          </p:cNvPr>
          <p:cNvSpPr>
            <a:spLocks noGrp="1"/>
          </p:cNvSpPr>
          <p:nvPr>
            <p:ph type="title"/>
          </p:nvPr>
        </p:nvSpPr>
        <p:spPr>
          <a:xfrm>
            <a:off x="329680" y="333392"/>
            <a:ext cx="11532637" cy="693151"/>
          </a:xfrm>
        </p:spPr>
        <p:style>
          <a:lnRef idx="2">
            <a:schemeClr val="dk1"/>
          </a:lnRef>
          <a:fillRef idx="1">
            <a:schemeClr val="lt1"/>
          </a:fillRef>
          <a:effectRef idx="0">
            <a:schemeClr val="dk1"/>
          </a:effectRef>
          <a:fontRef idx="minor">
            <a:schemeClr val="dk1"/>
          </a:fontRef>
        </p:style>
        <p:txBody>
          <a:bodyPr/>
          <a:lstStyle/>
          <a:p>
            <a:pPr algn="l">
              <a:lnSpc>
                <a:spcPct val="100000"/>
              </a:lnSpc>
            </a:pPr>
            <a:r>
              <a:rPr lang="en-US" sz="3600" dirty="0"/>
              <a:t>Project Review by Phase – Requirements Gathering:</a:t>
            </a:r>
            <a:r>
              <a:rPr lang="en-US" sz="4000" dirty="0"/>
              <a:t> </a:t>
            </a:r>
          </a:p>
        </p:txBody>
      </p:sp>
      <p:sp>
        <p:nvSpPr>
          <p:cNvPr id="11" name="Text Placeholder 1">
            <a:extLst>
              <a:ext uri="{FF2B5EF4-FFF2-40B4-BE49-F238E27FC236}">
                <a16:creationId xmlns:a16="http://schemas.microsoft.com/office/drawing/2014/main" id="{7C1D97CE-B874-9252-6613-E0AD266D96C1}"/>
              </a:ext>
            </a:extLst>
          </p:cNvPr>
          <p:cNvSpPr txBox="1">
            <a:spLocks/>
          </p:cNvSpPr>
          <p:nvPr/>
        </p:nvSpPr>
        <p:spPr>
          <a:xfrm>
            <a:off x="329681" y="3067253"/>
            <a:ext cx="11532636" cy="3092007"/>
          </a:xfrm>
          <a:prstGeom prst="rect">
            <a:avLst/>
          </a:prstGeom>
          <a:solidFill>
            <a:sysClr val="window" lastClr="FFFFFF"/>
          </a:solidFill>
          <a:ln w="12700" cap="flat" cmpd="sng" algn="ctr">
            <a:solidFill>
              <a:sysClr val="windowText" lastClr="000000"/>
            </a:solidFill>
            <a:prstDash val="solid"/>
            <a:miter lim="800000"/>
          </a:ln>
          <a:effectLst/>
        </p:spPr>
        <p:txBody>
          <a:bodyPr vert="horz" lIns="91440" tIns="45720" rIns="91440" bIns="45720" numCol="1" rtlCol="0">
            <a:normAutofit/>
          </a:bodyPr>
          <a:lstStyle>
            <a:lvl1pPr marL="0" indent="0" algn="ctr" defTabSz="914400" rtl="0" eaLnBrk="1" latinLnBrk="0" hangingPunct="1">
              <a:lnSpc>
                <a:spcPct val="150000"/>
              </a:lnSpc>
              <a:spcBef>
                <a:spcPts val="1000"/>
              </a:spcBef>
              <a:buFont typeface="Arial" panose="020B0604020202020204" pitchFamily="34" charset="0"/>
              <a:buNone/>
              <a:defRPr sz="320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57150" algn="just">
              <a:lnSpc>
                <a:spcPct val="120000"/>
              </a:lnSpc>
              <a:defRPr/>
            </a:pPr>
            <a:r>
              <a:rPr lang="en-US" sz="2800" kern="100" dirty="0">
                <a:latin typeface="Calibri" panose="020F0502020204030204" pitchFamily="34" charset="0"/>
                <a:ea typeface="Calibri" panose="020F0502020204030204" pitchFamily="34" charset="0"/>
                <a:cs typeface="Times New Roman" panose="02020603050405020304" pitchFamily="18" charset="0"/>
              </a:rPr>
              <a:t>4. Improve Ergonomics – To Provide Comfortable Workspace to Employees</a:t>
            </a:r>
          </a:p>
          <a:p>
            <a:pPr marL="514350" indent="-457200" algn="just">
              <a:lnSpc>
                <a:spcPct val="12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The current staff desks at Client Company are not adjustable, lack sufficient height, and have limited length, resulting in discomfort for employees who are required to position their workstations in close proximity.</a:t>
            </a:r>
          </a:p>
        </p:txBody>
      </p:sp>
      <p:graphicFrame>
        <p:nvGraphicFramePr>
          <p:cNvPr id="4" name="Diagram 3">
            <a:extLst>
              <a:ext uri="{FF2B5EF4-FFF2-40B4-BE49-F238E27FC236}">
                <a16:creationId xmlns:a16="http://schemas.microsoft.com/office/drawing/2014/main" id="{04391765-48E0-32C0-7D43-98BCBB315A6E}"/>
              </a:ext>
            </a:extLst>
          </p:cNvPr>
          <p:cNvGraphicFramePr/>
          <p:nvPr/>
        </p:nvGraphicFramePr>
        <p:xfrm>
          <a:off x="795085" y="1026543"/>
          <a:ext cx="10601826" cy="19709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7628065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extLst>
              <a:ext uri="{BEBA8EAE-BF5A-486C-A8C5-ECC9F3942E4B}">
                <a14:imgProps xmlns:a14="http://schemas.microsoft.com/office/drawing/2010/main">
                  <a14:imgLayer r:embed="rId4">
                    <a14:imgEffect>
                      <a14:sharpenSoften amount="-50000"/>
                    </a14:imgEffect>
                  </a14:imgLayer>
                </a14:imgProps>
              </a:ext>
              <a:ext uri="{837473B0-CC2E-450A-ABE3-18F120FF3D39}">
                <a1611:picAttrSrcUrl xmlns:a1611="http://schemas.microsoft.com/office/drawing/2016/11/main" r:id="rId5"/>
              </a:ext>
            </a:extLst>
          </a:blip>
          <a:stretch>
            <a:fillRect/>
          </a:stretch>
        </a:blipFill>
        <a:effectLst/>
      </p:bgPr>
    </p:bg>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2BA72489-8882-B58F-317A-7EAE9A3B11A4}"/>
              </a:ext>
            </a:extLst>
          </p:cNvPr>
          <p:cNvPicPr>
            <a:picLocks noGrp="1" noChangeAspect="1"/>
          </p:cNvPicPr>
          <p:nvPr>
            <p:ph type="pic" sz="quarter" idx="10"/>
          </p:nvPr>
        </p:nvPicPr>
        <p:blipFill>
          <a:blip r:embed="rId6">
            <a:extLst>
              <a:ext uri="{BEBA8EAE-BF5A-486C-A8C5-ECC9F3942E4B}">
                <a14:imgProps xmlns:a14="http://schemas.microsoft.com/office/drawing/2010/main">
                  <a14:imgLayer r:embed="rId7">
                    <a14:imgEffect>
                      <a14:sharpenSoften amount="-50000"/>
                    </a14:imgEffect>
                  </a14:imgLayer>
                </a14:imgProps>
              </a:ext>
            </a:extLst>
          </a:blip>
          <a:srcRect t="7796" b="7796"/>
          <a:stretch/>
        </p:blipFill>
        <p:spPr>
          <a:solidFill>
            <a:schemeClr val="bg1"/>
          </a:solidFill>
        </p:spPr>
      </p:pic>
      <p:sp>
        <p:nvSpPr>
          <p:cNvPr id="7" name="Text Placeholder 6">
            <a:extLst>
              <a:ext uri="{FF2B5EF4-FFF2-40B4-BE49-F238E27FC236}">
                <a16:creationId xmlns:a16="http://schemas.microsoft.com/office/drawing/2014/main" id="{013C4D28-B924-820A-286E-41C6DD7E4E38}"/>
              </a:ext>
            </a:extLst>
          </p:cNvPr>
          <p:cNvSpPr>
            <a:spLocks noGrp="1"/>
          </p:cNvSpPr>
          <p:nvPr>
            <p:ph type="body" idx="1"/>
          </p:nvPr>
        </p:nvSpPr>
        <p:spPr>
          <a:xfrm>
            <a:off x="1540042" y="2869162"/>
            <a:ext cx="9111915" cy="1119675"/>
          </a:xfrm>
          <a:ln/>
        </p:spPr>
        <p:style>
          <a:lnRef idx="2">
            <a:schemeClr val="dk1"/>
          </a:lnRef>
          <a:fillRef idx="1">
            <a:schemeClr val="lt1"/>
          </a:fillRef>
          <a:effectRef idx="0">
            <a:schemeClr val="dk1"/>
          </a:effectRef>
          <a:fontRef idx="minor">
            <a:schemeClr val="dk1"/>
          </a:fontRef>
        </p:style>
        <p:txBody>
          <a:bodyPr/>
          <a:lstStyle/>
          <a:p>
            <a:pPr>
              <a:lnSpc>
                <a:spcPct val="200000"/>
              </a:lnSpc>
            </a:pPr>
            <a:r>
              <a:rPr lang="en-US" sz="2800" b="1" dirty="0">
                <a:solidFill>
                  <a:srgbClr val="C00000"/>
                </a:solidFill>
              </a:rPr>
              <a:t>Project Review by Phase – Traffic Analysis</a:t>
            </a:r>
          </a:p>
        </p:txBody>
      </p:sp>
      <p:sp>
        <p:nvSpPr>
          <p:cNvPr id="3" name="Slide Number Placeholder 6">
            <a:extLst>
              <a:ext uri="{FF2B5EF4-FFF2-40B4-BE49-F238E27FC236}">
                <a16:creationId xmlns:a16="http://schemas.microsoft.com/office/drawing/2014/main" id="{F964E9FD-D78D-0715-62B7-FE04204333D4}"/>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solidFill>
                  <a:schemeClr val="bg1"/>
                </a:solidFill>
              </a:rPr>
              <a:pPr/>
              <a:t>21</a:t>
            </a:fld>
            <a:endParaRPr lang="en-US" sz="2400" dirty="0">
              <a:solidFill>
                <a:schemeClr val="bg1"/>
              </a:solidFill>
            </a:endParaRPr>
          </a:p>
        </p:txBody>
      </p:sp>
    </p:spTree>
    <p:extLst>
      <p:ext uri="{BB962C8B-B14F-4D97-AF65-F5344CB8AC3E}">
        <p14:creationId xmlns:p14="http://schemas.microsoft.com/office/powerpoint/2010/main" val="19373131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22</a:t>
            </a:fld>
            <a:endParaRPr lang="en-US" sz="2400" dirty="0"/>
          </a:p>
        </p:txBody>
      </p:sp>
      <p:sp>
        <p:nvSpPr>
          <p:cNvPr id="8" name="Title 14">
            <a:extLst>
              <a:ext uri="{FF2B5EF4-FFF2-40B4-BE49-F238E27FC236}">
                <a16:creationId xmlns:a16="http://schemas.microsoft.com/office/drawing/2014/main" id="{0D9D5E02-581C-857B-4F42-A4435EDFE7E7}"/>
              </a:ext>
            </a:extLst>
          </p:cNvPr>
          <p:cNvSpPr>
            <a:spLocks noGrp="1"/>
          </p:cNvSpPr>
          <p:nvPr>
            <p:ph type="title"/>
          </p:nvPr>
        </p:nvSpPr>
        <p:spPr>
          <a:xfrm>
            <a:off x="329680" y="333392"/>
            <a:ext cx="11532637" cy="693151"/>
          </a:xfrm>
        </p:spPr>
        <p:style>
          <a:lnRef idx="2">
            <a:schemeClr val="dk1"/>
          </a:lnRef>
          <a:fillRef idx="1">
            <a:schemeClr val="lt1"/>
          </a:fillRef>
          <a:effectRef idx="0">
            <a:schemeClr val="dk1"/>
          </a:effectRef>
          <a:fontRef idx="minor">
            <a:schemeClr val="dk1"/>
          </a:fontRef>
        </p:style>
        <p:txBody>
          <a:bodyPr/>
          <a:lstStyle/>
          <a:p>
            <a:pPr algn="l">
              <a:lnSpc>
                <a:spcPct val="100000"/>
              </a:lnSpc>
            </a:pPr>
            <a:r>
              <a:rPr lang="en-US" sz="3600" dirty="0"/>
              <a:t>Project Review by Phase – Traffic Analysis:</a:t>
            </a:r>
            <a:r>
              <a:rPr lang="en-US" sz="4000" dirty="0"/>
              <a:t> </a:t>
            </a:r>
          </a:p>
        </p:txBody>
      </p:sp>
      <p:sp>
        <p:nvSpPr>
          <p:cNvPr id="11" name="Text Placeholder 1">
            <a:extLst>
              <a:ext uri="{FF2B5EF4-FFF2-40B4-BE49-F238E27FC236}">
                <a16:creationId xmlns:a16="http://schemas.microsoft.com/office/drawing/2014/main" id="{7C1D97CE-B874-9252-6613-E0AD266D96C1}"/>
              </a:ext>
            </a:extLst>
          </p:cNvPr>
          <p:cNvSpPr txBox="1">
            <a:spLocks/>
          </p:cNvSpPr>
          <p:nvPr/>
        </p:nvSpPr>
        <p:spPr>
          <a:xfrm>
            <a:off x="329681" y="3067253"/>
            <a:ext cx="11532636" cy="3092007"/>
          </a:xfrm>
          <a:prstGeom prst="rect">
            <a:avLst/>
          </a:prstGeom>
          <a:solidFill>
            <a:sysClr val="window" lastClr="FFFFFF"/>
          </a:solidFill>
          <a:ln w="12700" cap="flat" cmpd="sng" algn="ctr">
            <a:solidFill>
              <a:sysClr val="windowText" lastClr="000000"/>
            </a:solidFill>
            <a:prstDash val="solid"/>
            <a:miter lim="800000"/>
          </a:ln>
          <a:effectLst/>
        </p:spPr>
        <p:txBody>
          <a:bodyPr vert="horz" lIns="91440" tIns="45720" rIns="91440" bIns="45720" numCol="1" rtlCol="0">
            <a:normAutofit fontScale="62500" lnSpcReduction="20000"/>
          </a:bodyPr>
          <a:lstStyle>
            <a:lvl1pPr marL="0" indent="0" algn="ctr" defTabSz="914400" rtl="0" eaLnBrk="1" latinLnBrk="0" hangingPunct="1">
              <a:lnSpc>
                <a:spcPct val="150000"/>
              </a:lnSpc>
              <a:spcBef>
                <a:spcPts val="1000"/>
              </a:spcBef>
              <a:buFont typeface="Arial" panose="020B0604020202020204" pitchFamily="34" charset="0"/>
              <a:buNone/>
              <a:defRPr sz="320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57150" algn="just">
              <a:lnSpc>
                <a:spcPct val="120000"/>
              </a:lnSpc>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To complete the Traffic Analysis phase, the following techniques were used to contact users and investigate current needs for Client Company:</a:t>
            </a:r>
          </a:p>
          <a:p>
            <a:pPr marL="514350" indent="-457200" algn="just">
              <a:lnSpc>
                <a:spcPct val="12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A meeting was held with Mr. X on March 8th to capture traffic with a span port connected to a laptop with Wireshark and Task Scheduler applications.</a:t>
            </a:r>
          </a:p>
          <a:p>
            <a:pPr marL="514350" indent="-457200" algn="just">
              <a:lnSpc>
                <a:spcPct val="12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900 Megabytes of data was captured for one day with a duration of 7 minutes for every half-an-hour interval, with a total number of packets captured in this period being 6436267.</a:t>
            </a:r>
          </a:p>
          <a:p>
            <a:pPr marL="514350" indent="-457200" algn="just">
              <a:lnSpc>
                <a:spcPct val="12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On March 17th, a Wi-Fi mapping process was carried out at Client Company with Mr</a:t>
            </a:r>
            <a:r>
              <a:rPr lang="en-US" sz="2800" kern="100" dirty="0">
                <a:latin typeface="Calibri" panose="020F0502020204030204" pitchFamily="34" charset="0"/>
                <a:ea typeface="Calibri" panose="020F0502020204030204" pitchFamily="34" charset="0"/>
                <a:cs typeface="Times New Roman" panose="02020603050405020304" pitchFamily="18" charset="0"/>
              </a:rPr>
              <a:t>. X</a:t>
            </a: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's guidance, where PTHK measured Wi-Fi signal strengths, connectivity, and speed and conducted a Q&amp;A session to gather more information about Client Company's network requirements.</a:t>
            </a:r>
          </a:p>
        </p:txBody>
      </p:sp>
      <p:graphicFrame>
        <p:nvGraphicFramePr>
          <p:cNvPr id="4" name="Diagram 3">
            <a:extLst>
              <a:ext uri="{FF2B5EF4-FFF2-40B4-BE49-F238E27FC236}">
                <a16:creationId xmlns:a16="http://schemas.microsoft.com/office/drawing/2014/main" id="{04391765-48E0-32C0-7D43-98BCBB315A6E}"/>
              </a:ext>
            </a:extLst>
          </p:cNvPr>
          <p:cNvGraphicFramePr/>
          <p:nvPr>
            <p:extLst>
              <p:ext uri="{D42A27DB-BD31-4B8C-83A1-F6EECF244321}">
                <p14:modId xmlns:p14="http://schemas.microsoft.com/office/powerpoint/2010/main" val="872834745"/>
              </p:ext>
            </p:extLst>
          </p:nvPr>
        </p:nvGraphicFramePr>
        <p:xfrm>
          <a:off x="795085" y="1026543"/>
          <a:ext cx="10601826" cy="19709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649337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23</a:t>
            </a:fld>
            <a:endParaRPr lang="en-US" sz="2400" dirty="0"/>
          </a:p>
        </p:txBody>
      </p:sp>
      <p:sp>
        <p:nvSpPr>
          <p:cNvPr id="8" name="Title 14">
            <a:extLst>
              <a:ext uri="{FF2B5EF4-FFF2-40B4-BE49-F238E27FC236}">
                <a16:creationId xmlns:a16="http://schemas.microsoft.com/office/drawing/2014/main" id="{0D9D5E02-581C-857B-4F42-A4435EDFE7E7}"/>
              </a:ext>
            </a:extLst>
          </p:cNvPr>
          <p:cNvSpPr>
            <a:spLocks noGrp="1"/>
          </p:cNvSpPr>
          <p:nvPr>
            <p:ph type="title"/>
          </p:nvPr>
        </p:nvSpPr>
        <p:spPr>
          <a:xfrm>
            <a:off x="329680" y="333392"/>
            <a:ext cx="11532637" cy="693151"/>
          </a:xfrm>
        </p:spPr>
        <p:style>
          <a:lnRef idx="2">
            <a:schemeClr val="dk1"/>
          </a:lnRef>
          <a:fillRef idx="1">
            <a:schemeClr val="lt1"/>
          </a:fillRef>
          <a:effectRef idx="0">
            <a:schemeClr val="dk1"/>
          </a:effectRef>
          <a:fontRef idx="minor">
            <a:schemeClr val="dk1"/>
          </a:fontRef>
        </p:style>
        <p:txBody>
          <a:bodyPr/>
          <a:lstStyle/>
          <a:p>
            <a:pPr algn="l">
              <a:lnSpc>
                <a:spcPct val="100000"/>
              </a:lnSpc>
            </a:pPr>
            <a:r>
              <a:rPr lang="en-US" sz="3600" dirty="0"/>
              <a:t>Project Review by Phase – Traffic Analysis:</a:t>
            </a:r>
            <a:r>
              <a:rPr lang="en-US" sz="4000" dirty="0"/>
              <a:t> </a:t>
            </a:r>
          </a:p>
        </p:txBody>
      </p:sp>
      <p:sp>
        <p:nvSpPr>
          <p:cNvPr id="11" name="Text Placeholder 1">
            <a:extLst>
              <a:ext uri="{FF2B5EF4-FFF2-40B4-BE49-F238E27FC236}">
                <a16:creationId xmlns:a16="http://schemas.microsoft.com/office/drawing/2014/main" id="{7C1D97CE-B874-9252-6613-E0AD266D96C1}"/>
              </a:ext>
            </a:extLst>
          </p:cNvPr>
          <p:cNvSpPr txBox="1">
            <a:spLocks/>
          </p:cNvSpPr>
          <p:nvPr/>
        </p:nvSpPr>
        <p:spPr>
          <a:xfrm>
            <a:off x="329681" y="3067253"/>
            <a:ext cx="11532636" cy="3092007"/>
          </a:xfrm>
          <a:prstGeom prst="rect">
            <a:avLst/>
          </a:prstGeom>
          <a:solidFill>
            <a:sysClr val="window" lastClr="FFFFFF"/>
          </a:solidFill>
          <a:ln w="12700" cap="flat" cmpd="sng" algn="ctr">
            <a:solidFill>
              <a:sysClr val="windowText" lastClr="000000"/>
            </a:solidFill>
            <a:prstDash val="solid"/>
            <a:miter lim="800000"/>
          </a:ln>
          <a:effectLst/>
        </p:spPr>
        <p:txBody>
          <a:bodyPr vert="horz" lIns="91440" tIns="45720" rIns="91440" bIns="45720" numCol="1" rtlCol="0">
            <a:normAutofit fontScale="55000" lnSpcReduction="20000"/>
          </a:bodyPr>
          <a:lstStyle>
            <a:lvl1pPr marL="0" indent="0" algn="ctr" defTabSz="914400" rtl="0" eaLnBrk="1" latinLnBrk="0" hangingPunct="1">
              <a:lnSpc>
                <a:spcPct val="150000"/>
              </a:lnSpc>
              <a:spcBef>
                <a:spcPts val="1000"/>
              </a:spcBef>
              <a:buFont typeface="Arial" panose="020B0604020202020204" pitchFamily="34" charset="0"/>
              <a:buNone/>
              <a:defRPr sz="320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57150" algn="just">
              <a:lnSpc>
                <a:spcPct val="120000"/>
              </a:lnSpc>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Following information gathered while completing the </a:t>
            </a:r>
            <a:r>
              <a:rPr lang="en-US" sz="2800" kern="100" dirty="0">
                <a:latin typeface="Calibri" panose="020F0502020204030204" pitchFamily="34" charset="0"/>
                <a:ea typeface="Calibri" panose="020F0502020204030204" pitchFamily="34" charset="0"/>
                <a:cs typeface="Times New Roman" panose="02020603050405020304" pitchFamily="18" charset="0"/>
              </a:rPr>
              <a:t>Traffic Analysis</a:t>
            </a: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 Phase:</a:t>
            </a:r>
          </a:p>
          <a:p>
            <a:pPr marL="514350" indent="-457200" algn="just">
              <a:lnSpc>
                <a:spcPct val="12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Traffic estimates for specific applications: 0.144 Mbps for E-Mail, 12 Mbps for FTP Server, and 4.8 Mbps for Security Cameras</a:t>
            </a:r>
          </a:p>
          <a:p>
            <a:pPr marL="514350" indent="-457200" algn="just">
              <a:lnSpc>
                <a:spcPct val="12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Internet speed for wired and wireless connections is not good enough, with 50 Mb/50 Mb provided by MNSI through fiber cabling going through the building.</a:t>
            </a:r>
          </a:p>
          <a:p>
            <a:pPr marL="514350" indent="-457200" algn="just">
              <a:lnSpc>
                <a:spcPct val="12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Dell Inspiron 5000 running Windows 10 Home is not suitable for some advanced features of Windows 10 Pro, such as virtual machines. RAM is also an issue with workstations having only 8 GBs of RAM, while employees use Office 365 suits and Epicor together leading to more RAM and CPU utilization.</a:t>
            </a:r>
          </a:p>
          <a:p>
            <a:pPr marL="514350" indent="-457200" algn="just">
              <a:lnSpc>
                <a:spcPct val="12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Network traffic mainly consists of multicast addresses rather than broadcast.</a:t>
            </a:r>
          </a:p>
          <a:p>
            <a:pPr marL="514350" indent="-457200" algn="just">
              <a:lnSpc>
                <a:spcPct val="12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Packets with length between 1280 to 2559 cover around 45% of the network traffic based on frame distribution.</a:t>
            </a:r>
          </a:p>
        </p:txBody>
      </p:sp>
      <p:graphicFrame>
        <p:nvGraphicFramePr>
          <p:cNvPr id="4" name="Diagram 3">
            <a:extLst>
              <a:ext uri="{FF2B5EF4-FFF2-40B4-BE49-F238E27FC236}">
                <a16:creationId xmlns:a16="http://schemas.microsoft.com/office/drawing/2014/main" id="{04391765-48E0-32C0-7D43-98BCBB315A6E}"/>
              </a:ext>
            </a:extLst>
          </p:cNvPr>
          <p:cNvGraphicFramePr/>
          <p:nvPr>
            <p:extLst>
              <p:ext uri="{D42A27DB-BD31-4B8C-83A1-F6EECF244321}">
                <p14:modId xmlns:p14="http://schemas.microsoft.com/office/powerpoint/2010/main" val="3539134045"/>
              </p:ext>
            </p:extLst>
          </p:nvPr>
        </p:nvGraphicFramePr>
        <p:xfrm>
          <a:off x="795085" y="1026543"/>
          <a:ext cx="10601826" cy="19709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8749037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24</a:t>
            </a:fld>
            <a:endParaRPr lang="en-US" sz="2400" dirty="0"/>
          </a:p>
        </p:txBody>
      </p:sp>
      <p:sp>
        <p:nvSpPr>
          <p:cNvPr id="8" name="Title 14">
            <a:extLst>
              <a:ext uri="{FF2B5EF4-FFF2-40B4-BE49-F238E27FC236}">
                <a16:creationId xmlns:a16="http://schemas.microsoft.com/office/drawing/2014/main" id="{0D9D5E02-581C-857B-4F42-A4435EDFE7E7}"/>
              </a:ext>
            </a:extLst>
          </p:cNvPr>
          <p:cNvSpPr>
            <a:spLocks noGrp="1"/>
          </p:cNvSpPr>
          <p:nvPr>
            <p:ph type="title"/>
          </p:nvPr>
        </p:nvSpPr>
        <p:spPr>
          <a:xfrm>
            <a:off x="329680" y="333392"/>
            <a:ext cx="11532637" cy="693151"/>
          </a:xfrm>
        </p:spPr>
        <p:style>
          <a:lnRef idx="2">
            <a:schemeClr val="dk1"/>
          </a:lnRef>
          <a:fillRef idx="1">
            <a:schemeClr val="lt1"/>
          </a:fillRef>
          <a:effectRef idx="0">
            <a:schemeClr val="dk1"/>
          </a:effectRef>
          <a:fontRef idx="minor">
            <a:schemeClr val="dk1"/>
          </a:fontRef>
        </p:style>
        <p:txBody>
          <a:bodyPr/>
          <a:lstStyle/>
          <a:p>
            <a:pPr algn="l">
              <a:lnSpc>
                <a:spcPct val="100000"/>
              </a:lnSpc>
            </a:pPr>
            <a:r>
              <a:rPr lang="en-US" sz="3600" dirty="0"/>
              <a:t>Project Review by Phase – Traffic Analysis:</a:t>
            </a:r>
            <a:r>
              <a:rPr lang="en-US" sz="4000" dirty="0"/>
              <a:t> </a:t>
            </a:r>
          </a:p>
        </p:txBody>
      </p:sp>
      <p:sp>
        <p:nvSpPr>
          <p:cNvPr id="11" name="Text Placeholder 1">
            <a:extLst>
              <a:ext uri="{FF2B5EF4-FFF2-40B4-BE49-F238E27FC236}">
                <a16:creationId xmlns:a16="http://schemas.microsoft.com/office/drawing/2014/main" id="{7C1D97CE-B874-9252-6613-E0AD266D96C1}"/>
              </a:ext>
            </a:extLst>
          </p:cNvPr>
          <p:cNvSpPr txBox="1">
            <a:spLocks/>
          </p:cNvSpPr>
          <p:nvPr/>
        </p:nvSpPr>
        <p:spPr>
          <a:xfrm>
            <a:off x="329681" y="3067253"/>
            <a:ext cx="11532636" cy="3092007"/>
          </a:xfrm>
          <a:prstGeom prst="rect">
            <a:avLst/>
          </a:prstGeom>
          <a:solidFill>
            <a:sysClr val="window" lastClr="FFFFFF"/>
          </a:solidFill>
          <a:ln w="12700" cap="flat" cmpd="sng" algn="ctr">
            <a:solidFill>
              <a:sysClr val="windowText" lastClr="000000"/>
            </a:solidFill>
            <a:prstDash val="solid"/>
            <a:miter lim="800000"/>
          </a:ln>
          <a:effectLst/>
        </p:spPr>
        <p:txBody>
          <a:bodyPr vert="horz" lIns="91440" tIns="45720" rIns="91440" bIns="45720" numCol="1" rtlCol="0">
            <a:normAutofit fontScale="40000" lnSpcReduction="20000"/>
          </a:bodyPr>
          <a:lstStyle>
            <a:lvl1pPr marL="0" indent="0" algn="ctr" defTabSz="914400" rtl="0" eaLnBrk="1" latinLnBrk="0" hangingPunct="1">
              <a:lnSpc>
                <a:spcPct val="150000"/>
              </a:lnSpc>
              <a:spcBef>
                <a:spcPts val="1000"/>
              </a:spcBef>
              <a:buFont typeface="Arial" panose="020B0604020202020204" pitchFamily="34" charset="0"/>
              <a:buNone/>
              <a:defRPr sz="320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57150" algn="just">
              <a:lnSpc>
                <a:spcPct val="120000"/>
              </a:lnSpc>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Step 1: Determine the Average Transaction Size and Number of Simultaneous Sessions per second.</a:t>
            </a:r>
          </a:p>
          <a:p>
            <a:pPr marL="57150" algn="just">
              <a:lnSpc>
                <a:spcPct val="120000"/>
              </a:lnSpc>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	ATS for Office 365 E-mail = 200KB			Sessions per Second = 0.09</a:t>
            </a:r>
          </a:p>
          <a:p>
            <a:pPr marL="57150" algn="just">
              <a:lnSpc>
                <a:spcPct val="120000"/>
              </a:lnSpc>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Step 2: Multiply these two values together to determine the estimated bandwidth requirements per second.</a:t>
            </a:r>
          </a:p>
          <a:p>
            <a:pPr marL="57150" algn="just">
              <a:lnSpc>
                <a:spcPct val="120000"/>
              </a:lnSpc>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	200KB x 0.09/second = 18KB/second </a:t>
            </a:r>
          </a:p>
          <a:p>
            <a:pPr marL="57150" algn="just">
              <a:lnSpc>
                <a:spcPct val="120000"/>
              </a:lnSpc>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Step 3: Convert KB (Kilobytes)/second to </a:t>
            </a:r>
            <a:r>
              <a:rPr lang="en-US" sz="2800" kern="100" dirty="0" err="1">
                <a:effectLst/>
                <a:latin typeface="Calibri" panose="020F0502020204030204" pitchFamily="34" charset="0"/>
                <a:ea typeface="Calibri" panose="020F0502020204030204" pitchFamily="34" charset="0"/>
                <a:cs typeface="Times New Roman" panose="02020603050405020304" pitchFamily="18" charset="0"/>
              </a:rPr>
              <a:t>Kb</a:t>
            </a: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 (Kilobits/second)</a:t>
            </a:r>
          </a:p>
          <a:p>
            <a:pPr marL="57150" algn="just">
              <a:lnSpc>
                <a:spcPct val="120000"/>
              </a:lnSpc>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	18KB/s x 8 = 144Kb/sec</a:t>
            </a:r>
          </a:p>
          <a:p>
            <a:pPr marL="57150" algn="just">
              <a:lnSpc>
                <a:spcPct val="120000"/>
              </a:lnSpc>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Step 4: Convert </a:t>
            </a:r>
            <a:r>
              <a:rPr lang="en-US" sz="2800" kern="100" dirty="0" err="1">
                <a:effectLst/>
                <a:latin typeface="Calibri" panose="020F0502020204030204" pitchFamily="34" charset="0"/>
                <a:ea typeface="Calibri" panose="020F0502020204030204" pitchFamily="34" charset="0"/>
                <a:cs typeface="Times New Roman" panose="02020603050405020304" pitchFamily="18" charset="0"/>
              </a:rPr>
              <a:t>Kb</a:t>
            </a: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 per second into Mb per second, (division by 1000 is sufficient for estimation purposes).</a:t>
            </a:r>
          </a:p>
          <a:p>
            <a:pPr marL="57150" algn="just">
              <a:lnSpc>
                <a:spcPct val="120000"/>
              </a:lnSpc>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	144Kbps ÷ 1000 = 0.144Mbps</a:t>
            </a:r>
          </a:p>
          <a:p>
            <a:pPr marL="57150" algn="just">
              <a:lnSpc>
                <a:spcPct val="120000"/>
              </a:lnSpc>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Step 5: The approximate bandwidth requirement for a network is the total estimated capacity of all applications.</a:t>
            </a:r>
          </a:p>
          <a:p>
            <a:pPr marL="57150" algn="just">
              <a:lnSpc>
                <a:spcPct val="120000"/>
              </a:lnSpc>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	0.144Mbps + 12 Mbps + 4.8 Mbps = 16.944 Mbps</a:t>
            </a:r>
          </a:p>
          <a:p>
            <a:pPr marL="57150" algn="just">
              <a:lnSpc>
                <a:spcPct val="120000"/>
              </a:lnSpc>
              <a:defRPr/>
            </a:pP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7B43442B-BF4B-2FBD-628A-8AD505F77A3E}"/>
              </a:ext>
            </a:extLst>
          </p:cNvPr>
          <p:cNvGraphicFramePr>
            <a:graphicFrameLocks noGrp="1"/>
          </p:cNvGraphicFramePr>
          <p:nvPr>
            <p:extLst>
              <p:ext uri="{D42A27DB-BD31-4B8C-83A1-F6EECF244321}">
                <p14:modId xmlns:p14="http://schemas.microsoft.com/office/powerpoint/2010/main" val="2343433350"/>
              </p:ext>
            </p:extLst>
          </p:nvPr>
        </p:nvGraphicFramePr>
        <p:xfrm>
          <a:off x="329680" y="1172036"/>
          <a:ext cx="11532636" cy="1809174"/>
        </p:xfrm>
        <a:graphic>
          <a:graphicData uri="http://schemas.openxmlformats.org/drawingml/2006/table">
            <a:tbl>
              <a:tblPr firstRow="1" firstCol="1" bandRow="1">
                <a:tableStyleId>{5C22544A-7EE6-4342-B048-85BDC9FD1C3A}</a:tableStyleId>
              </a:tblPr>
              <a:tblGrid>
                <a:gridCol w="2378900">
                  <a:extLst>
                    <a:ext uri="{9D8B030D-6E8A-4147-A177-3AD203B41FA5}">
                      <a16:colId xmlns:a16="http://schemas.microsoft.com/office/drawing/2014/main" val="2798657176"/>
                    </a:ext>
                  </a:extLst>
                </a:gridCol>
                <a:gridCol w="2134309">
                  <a:extLst>
                    <a:ext uri="{9D8B030D-6E8A-4147-A177-3AD203B41FA5}">
                      <a16:colId xmlns:a16="http://schemas.microsoft.com/office/drawing/2014/main" val="784261575"/>
                    </a:ext>
                  </a:extLst>
                </a:gridCol>
                <a:gridCol w="2499520">
                  <a:extLst>
                    <a:ext uri="{9D8B030D-6E8A-4147-A177-3AD203B41FA5}">
                      <a16:colId xmlns:a16="http://schemas.microsoft.com/office/drawing/2014/main" val="1736144227"/>
                    </a:ext>
                  </a:extLst>
                </a:gridCol>
                <a:gridCol w="2213604">
                  <a:extLst>
                    <a:ext uri="{9D8B030D-6E8A-4147-A177-3AD203B41FA5}">
                      <a16:colId xmlns:a16="http://schemas.microsoft.com/office/drawing/2014/main" val="2162283518"/>
                    </a:ext>
                  </a:extLst>
                </a:gridCol>
                <a:gridCol w="2306303">
                  <a:extLst>
                    <a:ext uri="{9D8B030D-6E8A-4147-A177-3AD203B41FA5}">
                      <a16:colId xmlns:a16="http://schemas.microsoft.com/office/drawing/2014/main" val="4192712860"/>
                    </a:ext>
                  </a:extLst>
                </a:gridCol>
              </a:tblGrid>
              <a:tr h="696330">
                <a:tc>
                  <a:txBody>
                    <a:bodyPr/>
                    <a:lstStyle/>
                    <a:p>
                      <a:pPr marL="0" marR="0" algn="ctr">
                        <a:lnSpc>
                          <a:spcPct val="107000"/>
                        </a:lnSpc>
                        <a:spcBef>
                          <a:spcPts val="0"/>
                        </a:spcBef>
                        <a:spcAft>
                          <a:spcPts val="0"/>
                        </a:spcAft>
                      </a:pPr>
                      <a:r>
                        <a:rPr lang="en-US" sz="900">
                          <a:effectLst/>
                        </a:rPr>
                        <a:t>Application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900">
                          <a:effectLst/>
                        </a:rPr>
                        <a:t>% Distribution</a:t>
                      </a:r>
                      <a:endParaRPr lang="en-US" sz="1100">
                        <a:effectLst/>
                      </a:endParaRPr>
                    </a:p>
                    <a:p>
                      <a:pPr marL="0" marR="0" algn="ctr">
                        <a:lnSpc>
                          <a:spcPct val="107000"/>
                        </a:lnSpc>
                        <a:spcBef>
                          <a:spcPts val="0"/>
                        </a:spcBef>
                        <a:spcAft>
                          <a:spcPts val="0"/>
                        </a:spcAft>
                      </a:pPr>
                      <a:r>
                        <a:rPr lang="en-US" sz="900">
                          <a:effectLst/>
                        </a:rPr>
                        <a:t>per Segment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900">
                          <a:effectLst/>
                        </a:rPr>
                        <a:t># of </a:t>
                      </a:r>
                      <a:endParaRPr lang="en-US" sz="1100">
                        <a:effectLst/>
                      </a:endParaRPr>
                    </a:p>
                    <a:p>
                      <a:pPr marL="0" marR="0" algn="ctr">
                        <a:lnSpc>
                          <a:spcPct val="107000"/>
                        </a:lnSpc>
                        <a:spcBef>
                          <a:spcPts val="0"/>
                        </a:spcBef>
                        <a:spcAft>
                          <a:spcPts val="0"/>
                        </a:spcAft>
                      </a:pPr>
                      <a:r>
                        <a:rPr lang="en-US" sz="900">
                          <a:effectLst/>
                        </a:rPr>
                        <a:t>Simultaneous</a:t>
                      </a:r>
                      <a:endParaRPr lang="en-US" sz="1100">
                        <a:effectLst/>
                      </a:endParaRPr>
                    </a:p>
                    <a:p>
                      <a:pPr marL="0" marR="0" algn="ctr">
                        <a:lnSpc>
                          <a:spcPct val="107000"/>
                        </a:lnSpc>
                        <a:spcBef>
                          <a:spcPts val="0"/>
                        </a:spcBef>
                        <a:spcAft>
                          <a:spcPts val="0"/>
                        </a:spcAft>
                      </a:pPr>
                      <a:r>
                        <a:rPr lang="en-US" sz="900">
                          <a:effectLst/>
                        </a:rPr>
                        <a:t>Sessions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900">
                          <a:effectLst/>
                        </a:rPr>
                        <a:t>Average</a:t>
                      </a:r>
                      <a:endParaRPr lang="en-US" sz="1100">
                        <a:effectLst/>
                      </a:endParaRPr>
                    </a:p>
                    <a:p>
                      <a:pPr marL="0" marR="0" algn="ctr">
                        <a:lnSpc>
                          <a:spcPct val="107000"/>
                        </a:lnSpc>
                        <a:spcBef>
                          <a:spcPts val="0"/>
                        </a:spcBef>
                        <a:spcAft>
                          <a:spcPts val="0"/>
                        </a:spcAft>
                      </a:pPr>
                      <a:r>
                        <a:rPr lang="en-US" sz="900">
                          <a:effectLst/>
                        </a:rPr>
                        <a:t>Transaction Size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900">
                          <a:effectLst/>
                        </a:rPr>
                        <a:t>Estimated Total</a:t>
                      </a:r>
                      <a:endParaRPr lang="en-US" sz="1100">
                        <a:effectLst/>
                      </a:endParaRPr>
                    </a:p>
                    <a:p>
                      <a:pPr marL="0" marR="0" algn="ctr">
                        <a:lnSpc>
                          <a:spcPct val="107000"/>
                        </a:lnSpc>
                        <a:spcBef>
                          <a:spcPts val="0"/>
                        </a:spcBef>
                        <a:spcAft>
                          <a:spcPts val="0"/>
                        </a:spcAft>
                      </a:pPr>
                      <a:r>
                        <a:rPr lang="en-US" sz="900">
                          <a:effectLst/>
                        </a:rPr>
                        <a:t>Capacity</a:t>
                      </a:r>
                      <a:endParaRPr lang="en-US" sz="1100">
                        <a:effectLst/>
                      </a:endParaRPr>
                    </a:p>
                    <a:p>
                      <a:pPr marL="0" marR="0" algn="ctr">
                        <a:lnSpc>
                          <a:spcPct val="107000"/>
                        </a:lnSpc>
                        <a:spcBef>
                          <a:spcPts val="0"/>
                        </a:spcBef>
                        <a:spcAft>
                          <a:spcPts val="0"/>
                        </a:spcAft>
                      </a:pPr>
                      <a:r>
                        <a:rPr lang="en-US" sz="900">
                          <a:effectLst/>
                        </a:rPr>
                        <a:t>Required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7342017"/>
                  </a:ext>
                </a:extLst>
              </a:tr>
              <a:tr h="284302">
                <a:tc>
                  <a:txBody>
                    <a:bodyPr/>
                    <a:lstStyle/>
                    <a:p>
                      <a:pPr marL="0" marR="0" algn="ctr">
                        <a:lnSpc>
                          <a:spcPct val="107000"/>
                        </a:lnSpc>
                        <a:spcBef>
                          <a:spcPts val="0"/>
                        </a:spcBef>
                        <a:spcAft>
                          <a:spcPts val="0"/>
                        </a:spcAft>
                      </a:pPr>
                      <a:r>
                        <a:rPr lang="en-US" sz="900">
                          <a:effectLst/>
                        </a:rPr>
                        <a:t>E-Mail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18415" marB="18415" anchor="ctr"/>
                </a:tc>
                <a:tc>
                  <a:txBody>
                    <a:bodyPr/>
                    <a:lstStyle/>
                    <a:p>
                      <a:pPr marL="0" marR="0" algn="ctr">
                        <a:lnSpc>
                          <a:spcPct val="107000"/>
                        </a:lnSpc>
                        <a:spcBef>
                          <a:spcPts val="0"/>
                        </a:spcBef>
                        <a:spcAft>
                          <a:spcPts val="0"/>
                        </a:spcAft>
                      </a:pPr>
                      <a:r>
                        <a:rPr lang="en-US" sz="900">
                          <a:effectLst/>
                        </a:rPr>
                        <a:t>100%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18415" marB="18415" anchor="ctr"/>
                </a:tc>
                <a:tc>
                  <a:txBody>
                    <a:bodyPr/>
                    <a:lstStyle/>
                    <a:p>
                      <a:pPr marL="0" marR="0" algn="ctr">
                        <a:lnSpc>
                          <a:spcPct val="107000"/>
                        </a:lnSpc>
                        <a:spcBef>
                          <a:spcPts val="0"/>
                        </a:spcBef>
                        <a:spcAft>
                          <a:spcPts val="0"/>
                        </a:spcAft>
                      </a:pPr>
                      <a:r>
                        <a:rPr lang="en-US" sz="900">
                          <a:effectLst/>
                        </a:rPr>
                        <a:t>0.09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18415" marB="18415" anchor="ctr"/>
                </a:tc>
                <a:tc>
                  <a:txBody>
                    <a:bodyPr/>
                    <a:lstStyle/>
                    <a:p>
                      <a:pPr marL="0" marR="0" algn="ctr">
                        <a:lnSpc>
                          <a:spcPct val="107000"/>
                        </a:lnSpc>
                        <a:spcBef>
                          <a:spcPts val="0"/>
                        </a:spcBef>
                        <a:spcAft>
                          <a:spcPts val="0"/>
                        </a:spcAft>
                      </a:pPr>
                      <a:r>
                        <a:rPr lang="en-US" sz="900">
                          <a:effectLst/>
                        </a:rPr>
                        <a:t>200KB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18415" marB="18415" anchor="ctr"/>
                </a:tc>
                <a:tc>
                  <a:txBody>
                    <a:bodyPr/>
                    <a:lstStyle/>
                    <a:p>
                      <a:pPr marL="0" marR="0" algn="ctr">
                        <a:lnSpc>
                          <a:spcPct val="107000"/>
                        </a:lnSpc>
                        <a:spcBef>
                          <a:spcPts val="0"/>
                        </a:spcBef>
                        <a:spcAft>
                          <a:spcPts val="0"/>
                        </a:spcAft>
                      </a:pPr>
                      <a:r>
                        <a:rPr lang="en-US" sz="900">
                          <a:effectLst/>
                        </a:rPr>
                        <a:t>0.144Mbps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18415" marB="18415" anchor="ctr"/>
                </a:tc>
                <a:extLst>
                  <a:ext uri="{0D108BD9-81ED-4DB2-BD59-A6C34878D82A}">
                    <a16:rowId xmlns:a16="http://schemas.microsoft.com/office/drawing/2014/main" val="1711554637"/>
                  </a:ext>
                </a:extLst>
              </a:tr>
              <a:tr h="284302">
                <a:tc>
                  <a:txBody>
                    <a:bodyPr/>
                    <a:lstStyle/>
                    <a:p>
                      <a:pPr marL="0" marR="0" algn="ctr">
                        <a:lnSpc>
                          <a:spcPct val="107000"/>
                        </a:lnSpc>
                        <a:spcBef>
                          <a:spcPts val="0"/>
                        </a:spcBef>
                        <a:spcAft>
                          <a:spcPts val="0"/>
                        </a:spcAft>
                      </a:pPr>
                      <a:r>
                        <a:rPr lang="en-US" sz="900">
                          <a:effectLst/>
                        </a:rPr>
                        <a:t>FTP Server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18415" marB="18415" anchor="ctr"/>
                </a:tc>
                <a:tc>
                  <a:txBody>
                    <a:bodyPr/>
                    <a:lstStyle/>
                    <a:p>
                      <a:pPr marL="0" marR="0" algn="ctr">
                        <a:lnSpc>
                          <a:spcPct val="107000"/>
                        </a:lnSpc>
                        <a:spcBef>
                          <a:spcPts val="0"/>
                        </a:spcBef>
                        <a:spcAft>
                          <a:spcPts val="0"/>
                        </a:spcAft>
                      </a:pPr>
                      <a:r>
                        <a:rPr lang="en-US" sz="900">
                          <a:effectLst/>
                        </a:rPr>
                        <a:t>100%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18415" marB="18415" anchor="ctr"/>
                </a:tc>
                <a:tc>
                  <a:txBody>
                    <a:bodyPr/>
                    <a:lstStyle/>
                    <a:p>
                      <a:pPr marL="0" marR="0" algn="ctr">
                        <a:lnSpc>
                          <a:spcPct val="107000"/>
                        </a:lnSpc>
                        <a:spcBef>
                          <a:spcPts val="0"/>
                        </a:spcBef>
                        <a:spcAft>
                          <a:spcPts val="0"/>
                        </a:spcAft>
                      </a:pPr>
                      <a:r>
                        <a:rPr lang="en-US" sz="9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18415" marB="18415" anchor="ctr"/>
                </a:tc>
                <a:tc>
                  <a:txBody>
                    <a:bodyPr/>
                    <a:lstStyle/>
                    <a:p>
                      <a:pPr marL="0" marR="0" algn="ctr">
                        <a:lnSpc>
                          <a:spcPct val="107000"/>
                        </a:lnSpc>
                        <a:spcBef>
                          <a:spcPts val="0"/>
                        </a:spcBef>
                        <a:spcAft>
                          <a:spcPts val="0"/>
                        </a:spcAft>
                      </a:pPr>
                      <a:r>
                        <a:rPr lang="en-US" sz="900">
                          <a:effectLst/>
                        </a:rPr>
                        <a:t>1500KB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18415" marB="18415" anchor="ctr"/>
                </a:tc>
                <a:tc>
                  <a:txBody>
                    <a:bodyPr/>
                    <a:lstStyle/>
                    <a:p>
                      <a:pPr marL="0" marR="0" algn="ctr">
                        <a:lnSpc>
                          <a:spcPct val="107000"/>
                        </a:lnSpc>
                        <a:spcBef>
                          <a:spcPts val="0"/>
                        </a:spcBef>
                        <a:spcAft>
                          <a:spcPts val="0"/>
                        </a:spcAft>
                      </a:pPr>
                      <a:r>
                        <a:rPr lang="en-US" sz="900">
                          <a:effectLst/>
                        </a:rPr>
                        <a:t>12Mbps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18415" marB="18415" anchor="ctr"/>
                </a:tc>
                <a:extLst>
                  <a:ext uri="{0D108BD9-81ED-4DB2-BD59-A6C34878D82A}">
                    <a16:rowId xmlns:a16="http://schemas.microsoft.com/office/drawing/2014/main" val="1580353797"/>
                  </a:ext>
                </a:extLst>
              </a:tr>
              <a:tr h="284302">
                <a:tc>
                  <a:txBody>
                    <a:bodyPr/>
                    <a:lstStyle/>
                    <a:p>
                      <a:pPr marL="0" marR="0" algn="ctr">
                        <a:lnSpc>
                          <a:spcPct val="107000"/>
                        </a:lnSpc>
                        <a:spcBef>
                          <a:spcPts val="0"/>
                        </a:spcBef>
                        <a:spcAft>
                          <a:spcPts val="0"/>
                        </a:spcAft>
                      </a:pPr>
                      <a:r>
                        <a:rPr lang="en-US" sz="900">
                          <a:effectLst/>
                        </a:rPr>
                        <a:t>Security Cameras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18415" marB="18415" anchor="ctr"/>
                </a:tc>
                <a:tc>
                  <a:txBody>
                    <a:bodyPr/>
                    <a:lstStyle/>
                    <a:p>
                      <a:pPr marL="0" marR="0" algn="ctr">
                        <a:lnSpc>
                          <a:spcPct val="107000"/>
                        </a:lnSpc>
                        <a:spcBef>
                          <a:spcPts val="0"/>
                        </a:spcBef>
                        <a:spcAft>
                          <a:spcPts val="0"/>
                        </a:spcAft>
                      </a:pPr>
                      <a:r>
                        <a:rPr lang="en-US" sz="900">
                          <a:effectLst/>
                        </a:rPr>
                        <a:t>100%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18415" marB="18415" anchor="ctr"/>
                </a:tc>
                <a:tc>
                  <a:txBody>
                    <a:bodyPr/>
                    <a:lstStyle/>
                    <a:p>
                      <a:pPr marL="0" marR="0" algn="ctr">
                        <a:lnSpc>
                          <a:spcPct val="107000"/>
                        </a:lnSpc>
                        <a:spcBef>
                          <a:spcPts val="0"/>
                        </a:spcBef>
                        <a:spcAft>
                          <a:spcPts val="0"/>
                        </a:spcAft>
                      </a:pPr>
                      <a:r>
                        <a:rPr lang="en-US" sz="900">
                          <a:effectLst/>
                        </a:rPr>
                        <a:t>0.75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18415" marB="18415" anchor="ctr"/>
                </a:tc>
                <a:tc>
                  <a:txBody>
                    <a:bodyPr/>
                    <a:lstStyle/>
                    <a:p>
                      <a:pPr marL="0" marR="0" algn="ctr">
                        <a:lnSpc>
                          <a:spcPct val="107000"/>
                        </a:lnSpc>
                        <a:spcBef>
                          <a:spcPts val="0"/>
                        </a:spcBef>
                        <a:spcAft>
                          <a:spcPts val="0"/>
                        </a:spcAft>
                      </a:pPr>
                      <a:r>
                        <a:rPr lang="en-US" sz="900">
                          <a:effectLst/>
                        </a:rPr>
                        <a:t>800KB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18415" marB="18415" anchor="ctr"/>
                </a:tc>
                <a:tc>
                  <a:txBody>
                    <a:bodyPr/>
                    <a:lstStyle/>
                    <a:p>
                      <a:pPr marL="0" marR="0" algn="ctr">
                        <a:lnSpc>
                          <a:spcPct val="107000"/>
                        </a:lnSpc>
                        <a:spcBef>
                          <a:spcPts val="0"/>
                        </a:spcBef>
                        <a:spcAft>
                          <a:spcPts val="0"/>
                        </a:spcAft>
                      </a:pPr>
                      <a:r>
                        <a:rPr lang="en-US" sz="900">
                          <a:effectLst/>
                        </a:rPr>
                        <a:t>4.8Mbps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18415" marB="18415" anchor="ctr"/>
                </a:tc>
                <a:extLst>
                  <a:ext uri="{0D108BD9-81ED-4DB2-BD59-A6C34878D82A}">
                    <a16:rowId xmlns:a16="http://schemas.microsoft.com/office/drawing/2014/main" val="3614936037"/>
                  </a:ext>
                </a:extLst>
              </a:tr>
              <a:tr h="259938">
                <a:tc>
                  <a:txBody>
                    <a:bodyPr/>
                    <a:lstStyle/>
                    <a:p>
                      <a:pPr marL="0" marR="0" algn="ctr">
                        <a:lnSpc>
                          <a:spcPct val="107000"/>
                        </a:lnSpc>
                        <a:spcBef>
                          <a:spcPts val="0"/>
                        </a:spcBef>
                        <a:spcAft>
                          <a:spcPts val="0"/>
                        </a:spcAft>
                      </a:pPr>
                      <a:r>
                        <a:rPr lang="en-US" sz="9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9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9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900">
                          <a:effectLst/>
                        </a:rPr>
                        <a:t>Totals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900" dirty="0">
                          <a:effectLst/>
                        </a:rPr>
                        <a:t>16.944Mbps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725249391"/>
                  </a:ext>
                </a:extLst>
              </a:tr>
            </a:tbl>
          </a:graphicData>
        </a:graphic>
      </p:graphicFrame>
    </p:spTree>
    <p:extLst>
      <p:ext uri="{BB962C8B-B14F-4D97-AF65-F5344CB8AC3E}">
        <p14:creationId xmlns:p14="http://schemas.microsoft.com/office/powerpoint/2010/main" val="5989284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25</a:t>
            </a:fld>
            <a:endParaRPr lang="en-US" sz="2400" dirty="0"/>
          </a:p>
        </p:txBody>
      </p:sp>
      <p:sp>
        <p:nvSpPr>
          <p:cNvPr id="8" name="Title 14">
            <a:extLst>
              <a:ext uri="{FF2B5EF4-FFF2-40B4-BE49-F238E27FC236}">
                <a16:creationId xmlns:a16="http://schemas.microsoft.com/office/drawing/2014/main" id="{0D9D5E02-581C-857B-4F42-A4435EDFE7E7}"/>
              </a:ext>
            </a:extLst>
          </p:cNvPr>
          <p:cNvSpPr>
            <a:spLocks noGrp="1"/>
          </p:cNvSpPr>
          <p:nvPr>
            <p:ph type="title"/>
          </p:nvPr>
        </p:nvSpPr>
        <p:spPr>
          <a:xfrm>
            <a:off x="329680" y="333392"/>
            <a:ext cx="11532637" cy="693151"/>
          </a:xfrm>
        </p:spPr>
        <p:style>
          <a:lnRef idx="2">
            <a:schemeClr val="dk1"/>
          </a:lnRef>
          <a:fillRef idx="1">
            <a:schemeClr val="lt1"/>
          </a:fillRef>
          <a:effectRef idx="0">
            <a:schemeClr val="dk1"/>
          </a:effectRef>
          <a:fontRef idx="minor">
            <a:schemeClr val="dk1"/>
          </a:fontRef>
        </p:style>
        <p:txBody>
          <a:bodyPr/>
          <a:lstStyle/>
          <a:p>
            <a:pPr algn="l">
              <a:lnSpc>
                <a:spcPct val="100000"/>
              </a:lnSpc>
            </a:pPr>
            <a:r>
              <a:rPr lang="en-US" sz="3600" dirty="0"/>
              <a:t>Project Review by Phase – Traffic Analysis:</a:t>
            </a:r>
            <a:r>
              <a:rPr lang="en-US" sz="4000" dirty="0"/>
              <a:t> </a:t>
            </a:r>
          </a:p>
        </p:txBody>
      </p:sp>
      <p:sp>
        <p:nvSpPr>
          <p:cNvPr id="11" name="Text Placeholder 1">
            <a:extLst>
              <a:ext uri="{FF2B5EF4-FFF2-40B4-BE49-F238E27FC236}">
                <a16:creationId xmlns:a16="http://schemas.microsoft.com/office/drawing/2014/main" id="{7C1D97CE-B874-9252-6613-E0AD266D96C1}"/>
              </a:ext>
            </a:extLst>
          </p:cNvPr>
          <p:cNvSpPr txBox="1">
            <a:spLocks/>
          </p:cNvSpPr>
          <p:nvPr/>
        </p:nvSpPr>
        <p:spPr>
          <a:xfrm>
            <a:off x="8437962" y="4902771"/>
            <a:ext cx="2958949" cy="1237328"/>
          </a:xfrm>
          <a:prstGeom prst="rect">
            <a:avLst/>
          </a:prstGeom>
          <a:solidFill>
            <a:sysClr val="window" lastClr="FFFFFF"/>
          </a:solidFill>
          <a:ln w="12700" cap="flat" cmpd="sng" algn="ctr">
            <a:solidFill>
              <a:sysClr val="windowText" lastClr="000000"/>
            </a:solidFill>
            <a:prstDash val="solid"/>
            <a:miter lim="800000"/>
          </a:ln>
          <a:effectLst/>
        </p:spPr>
        <p:txBody>
          <a:bodyPr vert="horz" lIns="91440" tIns="45720" rIns="91440" bIns="45720" numCol="1" rtlCol="0">
            <a:normAutofit/>
          </a:bodyPr>
          <a:lstStyle>
            <a:lvl1pPr marL="0" indent="0" algn="ctr" defTabSz="914400" rtl="0" eaLnBrk="1" latinLnBrk="0" hangingPunct="1">
              <a:lnSpc>
                <a:spcPct val="150000"/>
              </a:lnSpc>
              <a:spcBef>
                <a:spcPts val="1000"/>
              </a:spcBef>
              <a:buFont typeface="Arial" panose="020B0604020202020204" pitchFamily="34" charset="0"/>
              <a:buNone/>
              <a:defRPr sz="320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228600" indent="-171450" algn="just">
              <a:lnSpc>
                <a:spcPct val="120000"/>
              </a:lnSpc>
              <a:buFont typeface="Arial" panose="020B0604020202020204" pitchFamily="34" charset="0"/>
              <a:buChar char="•"/>
              <a:defRPr/>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The graph displays the distribution of packet sizes in the network, with the largest percentage of transmitted packets falling between 1280-2559 bytes.</a:t>
            </a:r>
          </a:p>
        </p:txBody>
      </p:sp>
      <p:graphicFrame>
        <p:nvGraphicFramePr>
          <p:cNvPr id="4" name="Diagram 3">
            <a:extLst>
              <a:ext uri="{FF2B5EF4-FFF2-40B4-BE49-F238E27FC236}">
                <a16:creationId xmlns:a16="http://schemas.microsoft.com/office/drawing/2014/main" id="{04391765-48E0-32C0-7D43-98BCBB315A6E}"/>
              </a:ext>
            </a:extLst>
          </p:cNvPr>
          <p:cNvGraphicFramePr/>
          <p:nvPr>
            <p:extLst>
              <p:ext uri="{D42A27DB-BD31-4B8C-83A1-F6EECF244321}">
                <p14:modId xmlns:p14="http://schemas.microsoft.com/office/powerpoint/2010/main" val="1375665785"/>
              </p:ext>
            </p:extLst>
          </p:nvPr>
        </p:nvGraphicFramePr>
        <p:xfrm>
          <a:off x="795085" y="1026543"/>
          <a:ext cx="10601826" cy="19709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7" name="Picture 6" descr="Chart, pie chart&#10;&#10;Description automatically generated">
            <a:extLst>
              <a:ext uri="{FF2B5EF4-FFF2-40B4-BE49-F238E27FC236}">
                <a16:creationId xmlns:a16="http://schemas.microsoft.com/office/drawing/2014/main" id="{500B8399-CAC0-8AE9-A870-2DCCAB5220A7}"/>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795085" y="3065128"/>
            <a:ext cx="5827395" cy="3459480"/>
          </a:xfrm>
          <a:prstGeom prst="rect">
            <a:avLst/>
          </a:prstGeom>
          <a:noFill/>
          <a:ln>
            <a:noFill/>
          </a:ln>
        </p:spPr>
      </p:pic>
    </p:spTree>
    <p:extLst>
      <p:ext uri="{BB962C8B-B14F-4D97-AF65-F5344CB8AC3E}">
        <p14:creationId xmlns:p14="http://schemas.microsoft.com/office/powerpoint/2010/main" val="19006840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26</a:t>
            </a:fld>
            <a:endParaRPr lang="en-US" sz="2400" dirty="0"/>
          </a:p>
        </p:txBody>
      </p:sp>
      <p:sp>
        <p:nvSpPr>
          <p:cNvPr id="8" name="Title 14">
            <a:extLst>
              <a:ext uri="{FF2B5EF4-FFF2-40B4-BE49-F238E27FC236}">
                <a16:creationId xmlns:a16="http://schemas.microsoft.com/office/drawing/2014/main" id="{0D9D5E02-581C-857B-4F42-A4435EDFE7E7}"/>
              </a:ext>
            </a:extLst>
          </p:cNvPr>
          <p:cNvSpPr>
            <a:spLocks noGrp="1"/>
          </p:cNvSpPr>
          <p:nvPr>
            <p:ph type="title"/>
          </p:nvPr>
        </p:nvSpPr>
        <p:spPr>
          <a:xfrm>
            <a:off x="329680" y="333392"/>
            <a:ext cx="11532637" cy="693151"/>
          </a:xfrm>
        </p:spPr>
        <p:style>
          <a:lnRef idx="2">
            <a:schemeClr val="dk1"/>
          </a:lnRef>
          <a:fillRef idx="1">
            <a:schemeClr val="lt1"/>
          </a:fillRef>
          <a:effectRef idx="0">
            <a:schemeClr val="dk1"/>
          </a:effectRef>
          <a:fontRef idx="minor">
            <a:schemeClr val="dk1"/>
          </a:fontRef>
        </p:style>
        <p:txBody>
          <a:bodyPr/>
          <a:lstStyle/>
          <a:p>
            <a:pPr algn="l">
              <a:lnSpc>
                <a:spcPct val="100000"/>
              </a:lnSpc>
            </a:pPr>
            <a:r>
              <a:rPr lang="en-US" sz="3600" dirty="0"/>
              <a:t>Project Review by Phase – Traffic Analysis:</a:t>
            </a:r>
            <a:r>
              <a:rPr lang="en-US" sz="4000" dirty="0"/>
              <a:t> </a:t>
            </a:r>
          </a:p>
        </p:txBody>
      </p:sp>
      <p:sp>
        <p:nvSpPr>
          <p:cNvPr id="11" name="Text Placeholder 1">
            <a:extLst>
              <a:ext uri="{FF2B5EF4-FFF2-40B4-BE49-F238E27FC236}">
                <a16:creationId xmlns:a16="http://schemas.microsoft.com/office/drawing/2014/main" id="{7C1D97CE-B874-9252-6613-E0AD266D96C1}"/>
              </a:ext>
            </a:extLst>
          </p:cNvPr>
          <p:cNvSpPr txBox="1">
            <a:spLocks/>
          </p:cNvSpPr>
          <p:nvPr/>
        </p:nvSpPr>
        <p:spPr>
          <a:xfrm>
            <a:off x="8437962" y="4902771"/>
            <a:ext cx="2958949" cy="1237328"/>
          </a:xfrm>
          <a:prstGeom prst="rect">
            <a:avLst/>
          </a:prstGeom>
          <a:solidFill>
            <a:sysClr val="window" lastClr="FFFFFF"/>
          </a:solidFill>
          <a:ln w="12700" cap="flat" cmpd="sng" algn="ctr">
            <a:solidFill>
              <a:sysClr val="windowText" lastClr="000000"/>
            </a:solidFill>
            <a:prstDash val="solid"/>
            <a:miter lim="800000"/>
          </a:ln>
          <a:effectLst/>
        </p:spPr>
        <p:txBody>
          <a:bodyPr vert="horz" lIns="91440" tIns="45720" rIns="91440" bIns="45720" numCol="1" rtlCol="0">
            <a:normAutofit fontScale="92500"/>
          </a:bodyPr>
          <a:lstStyle>
            <a:lvl1pPr marL="0" indent="0" algn="ctr" defTabSz="914400" rtl="0" eaLnBrk="1" latinLnBrk="0" hangingPunct="1">
              <a:lnSpc>
                <a:spcPct val="150000"/>
              </a:lnSpc>
              <a:spcBef>
                <a:spcPts val="1000"/>
              </a:spcBef>
              <a:buFont typeface="Arial" panose="020B0604020202020204" pitchFamily="34" charset="0"/>
              <a:buNone/>
              <a:defRPr sz="320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228600" indent="-171450" algn="just">
              <a:lnSpc>
                <a:spcPct val="120000"/>
              </a:lnSpc>
              <a:buFont typeface="Arial" panose="020B0604020202020204" pitchFamily="34" charset="0"/>
              <a:buChar char="•"/>
              <a:defRPr/>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Broadcast is used to send the same data to all devices, while multicast is used to send the same data to a specific group of devices. 18,361 broadcast packets were sent and 51772 multicast packets were broadcasted.</a:t>
            </a:r>
          </a:p>
        </p:txBody>
      </p:sp>
      <p:graphicFrame>
        <p:nvGraphicFramePr>
          <p:cNvPr id="4" name="Diagram 3">
            <a:extLst>
              <a:ext uri="{FF2B5EF4-FFF2-40B4-BE49-F238E27FC236}">
                <a16:creationId xmlns:a16="http://schemas.microsoft.com/office/drawing/2014/main" id="{04391765-48E0-32C0-7D43-98BCBB315A6E}"/>
              </a:ext>
            </a:extLst>
          </p:cNvPr>
          <p:cNvGraphicFramePr/>
          <p:nvPr/>
        </p:nvGraphicFramePr>
        <p:xfrm>
          <a:off x="795085" y="1026543"/>
          <a:ext cx="10601826" cy="19709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2" name="Picture 1" descr="Chart&#10;&#10;Description automatically generated">
            <a:extLst>
              <a:ext uri="{FF2B5EF4-FFF2-40B4-BE49-F238E27FC236}">
                <a16:creationId xmlns:a16="http://schemas.microsoft.com/office/drawing/2014/main" id="{E253EA35-651D-BF94-9AD0-4D6AE87CBFA0}"/>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795085" y="3117499"/>
            <a:ext cx="5385435" cy="3022600"/>
          </a:xfrm>
          <a:prstGeom prst="rect">
            <a:avLst/>
          </a:prstGeom>
          <a:noFill/>
          <a:ln>
            <a:noFill/>
          </a:ln>
        </p:spPr>
      </p:pic>
    </p:spTree>
    <p:extLst>
      <p:ext uri="{BB962C8B-B14F-4D97-AF65-F5344CB8AC3E}">
        <p14:creationId xmlns:p14="http://schemas.microsoft.com/office/powerpoint/2010/main" val="23971339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27</a:t>
            </a:fld>
            <a:endParaRPr lang="en-US" sz="2400" dirty="0"/>
          </a:p>
        </p:txBody>
      </p:sp>
      <p:sp>
        <p:nvSpPr>
          <p:cNvPr id="8" name="Title 14">
            <a:extLst>
              <a:ext uri="{FF2B5EF4-FFF2-40B4-BE49-F238E27FC236}">
                <a16:creationId xmlns:a16="http://schemas.microsoft.com/office/drawing/2014/main" id="{0D9D5E02-581C-857B-4F42-A4435EDFE7E7}"/>
              </a:ext>
            </a:extLst>
          </p:cNvPr>
          <p:cNvSpPr>
            <a:spLocks noGrp="1"/>
          </p:cNvSpPr>
          <p:nvPr>
            <p:ph type="title"/>
          </p:nvPr>
        </p:nvSpPr>
        <p:spPr>
          <a:xfrm>
            <a:off x="329680" y="333392"/>
            <a:ext cx="11532637" cy="693151"/>
          </a:xfrm>
        </p:spPr>
        <p:style>
          <a:lnRef idx="2">
            <a:schemeClr val="dk1"/>
          </a:lnRef>
          <a:fillRef idx="1">
            <a:schemeClr val="lt1"/>
          </a:fillRef>
          <a:effectRef idx="0">
            <a:schemeClr val="dk1"/>
          </a:effectRef>
          <a:fontRef idx="minor">
            <a:schemeClr val="dk1"/>
          </a:fontRef>
        </p:style>
        <p:txBody>
          <a:bodyPr/>
          <a:lstStyle/>
          <a:p>
            <a:pPr algn="l">
              <a:lnSpc>
                <a:spcPct val="100000"/>
              </a:lnSpc>
            </a:pPr>
            <a:r>
              <a:rPr lang="en-US" sz="3600" dirty="0"/>
              <a:t>Project Review by Phase – Traffic Analysis:</a:t>
            </a:r>
            <a:r>
              <a:rPr lang="en-US" sz="4000" dirty="0"/>
              <a:t> </a:t>
            </a:r>
          </a:p>
        </p:txBody>
      </p:sp>
      <p:sp>
        <p:nvSpPr>
          <p:cNvPr id="11" name="Text Placeholder 1">
            <a:extLst>
              <a:ext uri="{FF2B5EF4-FFF2-40B4-BE49-F238E27FC236}">
                <a16:creationId xmlns:a16="http://schemas.microsoft.com/office/drawing/2014/main" id="{7C1D97CE-B874-9252-6613-E0AD266D96C1}"/>
              </a:ext>
            </a:extLst>
          </p:cNvPr>
          <p:cNvSpPr txBox="1">
            <a:spLocks/>
          </p:cNvSpPr>
          <p:nvPr/>
        </p:nvSpPr>
        <p:spPr>
          <a:xfrm>
            <a:off x="8437962" y="4902771"/>
            <a:ext cx="2958949" cy="1237328"/>
          </a:xfrm>
          <a:prstGeom prst="rect">
            <a:avLst/>
          </a:prstGeom>
          <a:solidFill>
            <a:sysClr val="window" lastClr="FFFFFF"/>
          </a:solidFill>
          <a:ln w="12700" cap="flat" cmpd="sng" algn="ctr">
            <a:solidFill>
              <a:sysClr val="windowText" lastClr="000000"/>
            </a:solidFill>
            <a:prstDash val="solid"/>
            <a:miter lim="800000"/>
          </a:ln>
          <a:effectLst/>
        </p:spPr>
        <p:txBody>
          <a:bodyPr vert="horz" lIns="91440" tIns="45720" rIns="91440" bIns="45720" numCol="1" rtlCol="0">
            <a:normAutofit/>
          </a:bodyPr>
          <a:lstStyle>
            <a:lvl1pPr marL="0" indent="0" algn="ctr" defTabSz="914400" rtl="0" eaLnBrk="1" latinLnBrk="0" hangingPunct="1">
              <a:lnSpc>
                <a:spcPct val="150000"/>
              </a:lnSpc>
              <a:spcBef>
                <a:spcPts val="1000"/>
              </a:spcBef>
              <a:buFont typeface="Arial" panose="020B0604020202020204" pitchFamily="34" charset="0"/>
              <a:buNone/>
              <a:defRPr sz="320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228600" indent="-171450" algn="just">
              <a:lnSpc>
                <a:spcPct val="120000"/>
              </a:lnSpc>
              <a:buFont typeface="Arial" panose="020B0604020202020204" pitchFamily="34" charset="0"/>
              <a:buChar char="•"/>
              <a:defRPr/>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Host 10.150.8.2 is responsible for the most data transmission/receiving across the network.</a:t>
            </a:r>
          </a:p>
        </p:txBody>
      </p:sp>
      <p:graphicFrame>
        <p:nvGraphicFramePr>
          <p:cNvPr id="4" name="Diagram 3">
            <a:extLst>
              <a:ext uri="{FF2B5EF4-FFF2-40B4-BE49-F238E27FC236}">
                <a16:creationId xmlns:a16="http://schemas.microsoft.com/office/drawing/2014/main" id="{04391765-48E0-32C0-7D43-98BCBB315A6E}"/>
              </a:ext>
            </a:extLst>
          </p:cNvPr>
          <p:cNvGraphicFramePr/>
          <p:nvPr/>
        </p:nvGraphicFramePr>
        <p:xfrm>
          <a:off x="795085" y="1026543"/>
          <a:ext cx="10601826" cy="19709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2" name="Picture 1" descr="A picture containing timeline&#10;&#10;Description automatically generated">
            <a:extLst>
              <a:ext uri="{FF2B5EF4-FFF2-40B4-BE49-F238E27FC236}">
                <a16:creationId xmlns:a16="http://schemas.microsoft.com/office/drawing/2014/main" id="{C264E22F-B580-2B35-FA32-C1D63C9C7B70}"/>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795085" y="2997484"/>
            <a:ext cx="5748655" cy="3193415"/>
          </a:xfrm>
          <a:prstGeom prst="rect">
            <a:avLst/>
          </a:prstGeom>
          <a:noFill/>
          <a:ln>
            <a:noFill/>
          </a:ln>
        </p:spPr>
      </p:pic>
    </p:spTree>
    <p:extLst>
      <p:ext uri="{BB962C8B-B14F-4D97-AF65-F5344CB8AC3E}">
        <p14:creationId xmlns:p14="http://schemas.microsoft.com/office/powerpoint/2010/main" val="26630925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28</a:t>
            </a:fld>
            <a:endParaRPr lang="en-US" sz="2400" dirty="0"/>
          </a:p>
        </p:txBody>
      </p:sp>
      <p:sp>
        <p:nvSpPr>
          <p:cNvPr id="8" name="Title 14">
            <a:extLst>
              <a:ext uri="{FF2B5EF4-FFF2-40B4-BE49-F238E27FC236}">
                <a16:creationId xmlns:a16="http://schemas.microsoft.com/office/drawing/2014/main" id="{0D9D5E02-581C-857B-4F42-A4435EDFE7E7}"/>
              </a:ext>
            </a:extLst>
          </p:cNvPr>
          <p:cNvSpPr>
            <a:spLocks noGrp="1"/>
          </p:cNvSpPr>
          <p:nvPr>
            <p:ph type="title"/>
          </p:nvPr>
        </p:nvSpPr>
        <p:spPr>
          <a:xfrm>
            <a:off x="329680" y="333392"/>
            <a:ext cx="11532637" cy="693151"/>
          </a:xfrm>
        </p:spPr>
        <p:style>
          <a:lnRef idx="2">
            <a:schemeClr val="dk1"/>
          </a:lnRef>
          <a:fillRef idx="1">
            <a:schemeClr val="lt1"/>
          </a:fillRef>
          <a:effectRef idx="0">
            <a:schemeClr val="dk1"/>
          </a:effectRef>
          <a:fontRef idx="minor">
            <a:schemeClr val="dk1"/>
          </a:fontRef>
        </p:style>
        <p:txBody>
          <a:bodyPr/>
          <a:lstStyle/>
          <a:p>
            <a:pPr algn="l">
              <a:lnSpc>
                <a:spcPct val="100000"/>
              </a:lnSpc>
            </a:pPr>
            <a:r>
              <a:rPr lang="en-US" sz="3600" dirty="0"/>
              <a:t>Project Review by Phase – Traffic Analysis:</a:t>
            </a:r>
            <a:r>
              <a:rPr lang="en-US" sz="4000" dirty="0"/>
              <a:t> </a:t>
            </a:r>
          </a:p>
        </p:txBody>
      </p:sp>
      <p:sp>
        <p:nvSpPr>
          <p:cNvPr id="11" name="Text Placeholder 1">
            <a:extLst>
              <a:ext uri="{FF2B5EF4-FFF2-40B4-BE49-F238E27FC236}">
                <a16:creationId xmlns:a16="http://schemas.microsoft.com/office/drawing/2014/main" id="{7C1D97CE-B874-9252-6613-E0AD266D96C1}"/>
              </a:ext>
            </a:extLst>
          </p:cNvPr>
          <p:cNvSpPr txBox="1">
            <a:spLocks/>
          </p:cNvSpPr>
          <p:nvPr/>
        </p:nvSpPr>
        <p:spPr>
          <a:xfrm>
            <a:off x="8437962" y="4902771"/>
            <a:ext cx="2958949" cy="1237328"/>
          </a:xfrm>
          <a:prstGeom prst="rect">
            <a:avLst/>
          </a:prstGeom>
          <a:solidFill>
            <a:sysClr val="window" lastClr="FFFFFF"/>
          </a:solidFill>
          <a:ln w="12700" cap="flat" cmpd="sng" algn="ctr">
            <a:solidFill>
              <a:sysClr val="windowText" lastClr="000000"/>
            </a:solidFill>
            <a:prstDash val="solid"/>
            <a:miter lim="800000"/>
          </a:ln>
          <a:effectLst/>
        </p:spPr>
        <p:txBody>
          <a:bodyPr vert="horz" lIns="91440" tIns="45720" rIns="91440" bIns="45720" numCol="1" rtlCol="0">
            <a:normAutofit/>
          </a:bodyPr>
          <a:lstStyle>
            <a:lvl1pPr marL="0" indent="0" algn="ctr" defTabSz="914400" rtl="0" eaLnBrk="1" latinLnBrk="0" hangingPunct="1">
              <a:lnSpc>
                <a:spcPct val="150000"/>
              </a:lnSpc>
              <a:spcBef>
                <a:spcPts val="1000"/>
              </a:spcBef>
              <a:buFont typeface="Arial" panose="020B0604020202020204" pitchFamily="34" charset="0"/>
              <a:buNone/>
              <a:defRPr sz="320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228600" indent="-171450" algn="just">
              <a:lnSpc>
                <a:spcPct val="120000"/>
              </a:lnSpc>
              <a:buFont typeface="Arial" panose="020B0604020202020204" pitchFamily="34" charset="0"/>
              <a:buChar char="•"/>
              <a:defRPr/>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Insufficient network speed and improper AP placement are contributing factors to Client Company network issues.</a:t>
            </a:r>
          </a:p>
        </p:txBody>
      </p:sp>
      <p:graphicFrame>
        <p:nvGraphicFramePr>
          <p:cNvPr id="4" name="Diagram 3">
            <a:extLst>
              <a:ext uri="{FF2B5EF4-FFF2-40B4-BE49-F238E27FC236}">
                <a16:creationId xmlns:a16="http://schemas.microsoft.com/office/drawing/2014/main" id="{04391765-48E0-32C0-7D43-98BCBB315A6E}"/>
              </a:ext>
            </a:extLst>
          </p:cNvPr>
          <p:cNvGraphicFramePr/>
          <p:nvPr/>
        </p:nvGraphicFramePr>
        <p:xfrm>
          <a:off x="795085" y="1026543"/>
          <a:ext cx="10601826" cy="19709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2" name="Picture 1">
            <a:extLst>
              <a:ext uri="{FF2B5EF4-FFF2-40B4-BE49-F238E27FC236}">
                <a16:creationId xmlns:a16="http://schemas.microsoft.com/office/drawing/2014/main" id="{D1309FEE-2663-14F1-AD44-3DDF2ED92CA6}"/>
              </a:ext>
            </a:extLst>
          </p:cNvPr>
          <p:cNvPicPr>
            <a:picLocks noChangeAspect="1"/>
          </p:cNvPicPr>
          <p:nvPr/>
        </p:nvPicPr>
        <p:blipFill>
          <a:blip r:embed="rId9">
            <a:extLst>
              <a:ext uri="{837473B0-CC2E-450A-ABE3-18F120FF3D39}">
                <a1611:picAttrSrcUrl xmlns:a1611="http://schemas.microsoft.com/office/drawing/2016/11/main" r:id="rId10"/>
              </a:ext>
            </a:extLst>
          </a:blip>
          <a:srcRect/>
          <a:stretch/>
        </p:blipFill>
        <p:spPr>
          <a:xfrm>
            <a:off x="795085" y="2997483"/>
            <a:ext cx="6086006" cy="3142615"/>
          </a:xfrm>
          <a:prstGeom prst="rect">
            <a:avLst/>
          </a:prstGeom>
        </p:spPr>
      </p:pic>
      <p:sp>
        <p:nvSpPr>
          <p:cNvPr id="5" name="TextBox 4">
            <a:extLst>
              <a:ext uri="{FF2B5EF4-FFF2-40B4-BE49-F238E27FC236}">
                <a16:creationId xmlns:a16="http://schemas.microsoft.com/office/drawing/2014/main" id="{5DF42F2E-52B3-792B-77EA-23DA2583CBC9}"/>
              </a:ext>
            </a:extLst>
          </p:cNvPr>
          <p:cNvSpPr txBox="1"/>
          <p:nvPr/>
        </p:nvSpPr>
        <p:spPr>
          <a:xfrm>
            <a:off x="2161977" y="6140098"/>
            <a:ext cx="3849895" cy="230832"/>
          </a:xfrm>
          <a:prstGeom prst="rect">
            <a:avLst/>
          </a:prstGeom>
          <a:noFill/>
        </p:spPr>
        <p:txBody>
          <a:bodyPr wrap="square" rtlCol="0">
            <a:spAutoFit/>
          </a:bodyPr>
          <a:lstStyle/>
          <a:p>
            <a:r>
              <a:rPr lang="en-US" sz="900">
                <a:hlinkClick r:id="rId10" tooltip="https://commons.wikimedia.org/wiki/File:Drawing_of_the_Restored_Floor_Plan_of_the_Bequet-Ribault_House_in_Ste_Genevieve_MO.png"/>
              </a:rPr>
              <a:t>This Photo</a:t>
            </a:r>
            <a:r>
              <a:rPr lang="en-US" sz="900"/>
              <a:t> by Unknown Author is licensed under </a:t>
            </a:r>
            <a:r>
              <a:rPr lang="en-US" sz="900">
                <a:hlinkClick r:id="rId11" tooltip="https://creativecommons.org/licenses/by-sa/3.0/"/>
              </a:rPr>
              <a:t>CC BY-SA</a:t>
            </a:r>
            <a:endParaRPr lang="en-US" sz="900"/>
          </a:p>
        </p:txBody>
      </p:sp>
    </p:spTree>
    <p:extLst>
      <p:ext uri="{BB962C8B-B14F-4D97-AF65-F5344CB8AC3E}">
        <p14:creationId xmlns:p14="http://schemas.microsoft.com/office/powerpoint/2010/main" val="16764082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extLst>
              <a:ext uri="{BEBA8EAE-BF5A-486C-A8C5-ECC9F3942E4B}">
                <a14:imgProps xmlns:a14="http://schemas.microsoft.com/office/drawing/2010/main">
                  <a14:imgLayer r:embed="rId4">
                    <a14:imgEffect>
                      <a14:sharpenSoften amount="-50000"/>
                    </a14:imgEffect>
                  </a14:imgLayer>
                </a14:imgProps>
              </a:ext>
              <a:ext uri="{837473B0-CC2E-450A-ABE3-18F120FF3D39}">
                <a1611:picAttrSrcUrl xmlns:a1611="http://schemas.microsoft.com/office/drawing/2016/11/main" r:id="rId5"/>
              </a:ext>
            </a:extLst>
          </a:blip>
          <a:stretch>
            <a:fillRect/>
          </a:stretch>
        </a:blipFill>
        <a:effectLst/>
      </p:bgPr>
    </p:bg>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2BA72489-8882-B58F-317A-7EAE9A3B11A4}"/>
              </a:ext>
            </a:extLst>
          </p:cNvPr>
          <p:cNvPicPr>
            <a:picLocks noGrp="1" noChangeAspect="1"/>
          </p:cNvPicPr>
          <p:nvPr>
            <p:ph type="pic" sz="quarter" idx="10"/>
          </p:nvPr>
        </p:nvPicPr>
        <p:blipFill>
          <a:blip r:embed="rId6">
            <a:extLst>
              <a:ext uri="{BEBA8EAE-BF5A-486C-A8C5-ECC9F3942E4B}">
                <a14:imgProps xmlns:a14="http://schemas.microsoft.com/office/drawing/2010/main">
                  <a14:imgLayer r:embed="rId7">
                    <a14:imgEffect>
                      <a14:sharpenSoften amount="-50000"/>
                    </a14:imgEffect>
                  </a14:imgLayer>
                </a14:imgProps>
              </a:ext>
            </a:extLst>
          </a:blip>
          <a:srcRect t="7796" b="7796"/>
          <a:stretch/>
        </p:blipFill>
        <p:spPr>
          <a:solidFill>
            <a:schemeClr val="bg1"/>
          </a:solidFill>
        </p:spPr>
      </p:pic>
      <p:sp>
        <p:nvSpPr>
          <p:cNvPr id="7" name="Text Placeholder 6">
            <a:extLst>
              <a:ext uri="{FF2B5EF4-FFF2-40B4-BE49-F238E27FC236}">
                <a16:creationId xmlns:a16="http://schemas.microsoft.com/office/drawing/2014/main" id="{013C4D28-B924-820A-286E-41C6DD7E4E38}"/>
              </a:ext>
            </a:extLst>
          </p:cNvPr>
          <p:cNvSpPr>
            <a:spLocks noGrp="1"/>
          </p:cNvSpPr>
          <p:nvPr>
            <p:ph type="body" idx="1"/>
          </p:nvPr>
        </p:nvSpPr>
        <p:spPr>
          <a:xfrm>
            <a:off x="1540042" y="2869162"/>
            <a:ext cx="9111915" cy="1119675"/>
          </a:xfrm>
          <a:ln/>
        </p:spPr>
        <p:style>
          <a:lnRef idx="2">
            <a:schemeClr val="dk1"/>
          </a:lnRef>
          <a:fillRef idx="1">
            <a:schemeClr val="lt1"/>
          </a:fillRef>
          <a:effectRef idx="0">
            <a:schemeClr val="dk1"/>
          </a:effectRef>
          <a:fontRef idx="minor">
            <a:schemeClr val="dk1"/>
          </a:fontRef>
        </p:style>
        <p:txBody>
          <a:bodyPr/>
          <a:lstStyle/>
          <a:p>
            <a:pPr>
              <a:lnSpc>
                <a:spcPct val="200000"/>
              </a:lnSpc>
            </a:pPr>
            <a:r>
              <a:rPr lang="en-US" sz="2800" b="1" dirty="0">
                <a:solidFill>
                  <a:srgbClr val="C00000"/>
                </a:solidFill>
              </a:rPr>
              <a:t>Project Review by Phase – Logical Design</a:t>
            </a:r>
          </a:p>
        </p:txBody>
      </p:sp>
      <p:sp>
        <p:nvSpPr>
          <p:cNvPr id="3" name="Slide Number Placeholder 6">
            <a:extLst>
              <a:ext uri="{FF2B5EF4-FFF2-40B4-BE49-F238E27FC236}">
                <a16:creationId xmlns:a16="http://schemas.microsoft.com/office/drawing/2014/main" id="{F964E9FD-D78D-0715-62B7-FE04204333D4}"/>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solidFill>
                  <a:schemeClr val="bg1"/>
                </a:solidFill>
              </a:rPr>
              <a:pPr/>
              <a:t>29</a:t>
            </a:fld>
            <a:endParaRPr lang="en-US" sz="2400" dirty="0">
              <a:solidFill>
                <a:schemeClr val="bg1"/>
              </a:solidFill>
            </a:endParaRPr>
          </a:p>
        </p:txBody>
      </p:sp>
    </p:spTree>
    <p:extLst>
      <p:ext uri="{BB962C8B-B14F-4D97-AF65-F5344CB8AC3E}">
        <p14:creationId xmlns:p14="http://schemas.microsoft.com/office/powerpoint/2010/main" val="6211422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30</a:t>
            </a:fld>
            <a:endParaRPr lang="en-US" sz="2400" dirty="0"/>
          </a:p>
        </p:txBody>
      </p:sp>
      <p:sp>
        <p:nvSpPr>
          <p:cNvPr id="8" name="Title 14">
            <a:extLst>
              <a:ext uri="{FF2B5EF4-FFF2-40B4-BE49-F238E27FC236}">
                <a16:creationId xmlns:a16="http://schemas.microsoft.com/office/drawing/2014/main" id="{0D9D5E02-581C-857B-4F42-A4435EDFE7E7}"/>
              </a:ext>
            </a:extLst>
          </p:cNvPr>
          <p:cNvSpPr>
            <a:spLocks noGrp="1"/>
          </p:cNvSpPr>
          <p:nvPr>
            <p:ph type="title"/>
          </p:nvPr>
        </p:nvSpPr>
        <p:spPr>
          <a:xfrm>
            <a:off x="329680" y="333392"/>
            <a:ext cx="11532637" cy="693151"/>
          </a:xfrm>
        </p:spPr>
        <p:style>
          <a:lnRef idx="2">
            <a:schemeClr val="dk1"/>
          </a:lnRef>
          <a:fillRef idx="1">
            <a:schemeClr val="lt1"/>
          </a:fillRef>
          <a:effectRef idx="0">
            <a:schemeClr val="dk1"/>
          </a:effectRef>
          <a:fontRef idx="minor">
            <a:schemeClr val="dk1"/>
          </a:fontRef>
        </p:style>
        <p:txBody>
          <a:bodyPr/>
          <a:lstStyle/>
          <a:p>
            <a:pPr algn="l">
              <a:lnSpc>
                <a:spcPct val="100000"/>
              </a:lnSpc>
            </a:pPr>
            <a:r>
              <a:rPr lang="en-US" sz="3600" dirty="0"/>
              <a:t>Project Review by Phase – Logical Design:</a:t>
            </a:r>
            <a:r>
              <a:rPr lang="en-US" sz="4000" dirty="0"/>
              <a:t> </a:t>
            </a:r>
          </a:p>
        </p:txBody>
      </p:sp>
      <p:sp>
        <p:nvSpPr>
          <p:cNvPr id="11" name="Text Placeholder 1">
            <a:extLst>
              <a:ext uri="{FF2B5EF4-FFF2-40B4-BE49-F238E27FC236}">
                <a16:creationId xmlns:a16="http://schemas.microsoft.com/office/drawing/2014/main" id="{7C1D97CE-B874-9252-6613-E0AD266D96C1}"/>
              </a:ext>
            </a:extLst>
          </p:cNvPr>
          <p:cNvSpPr txBox="1">
            <a:spLocks/>
          </p:cNvSpPr>
          <p:nvPr/>
        </p:nvSpPr>
        <p:spPr>
          <a:xfrm>
            <a:off x="329681" y="3067253"/>
            <a:ext cx="11532636" cy="3092007"/>
          </a:xfrm>
          <a:prstGeom prst="rect">
            <a:avLst/>
          </a:prstGeom>
          <a:solidFill>
            <a:sysClr val="window" lastClr="FFFFFF"/>
          </a:solidFill>
          <a:ln w="12700" cap="flat" cmpd="sng" algn="ctr">
            <a:solidFill>
              <a:sysClr val="windowText" lastClr="000000"/>
            </a:solidFill>
            <a:prstDash val="solid"/>
            <a:miter lim="800000"/>
          </a:ln>
          <a:effectLst/>
        </p:spPr>
        <p:txBody>
          <a:bodyPr vert="horz" lIns="91440" tIns="45720" rIns="91440" bIns="45720" numCol="1" rtlCol="0">
            <a:normAutofit/>
          </a:bodyPr>
          <a:lstStyle>
            <a:lvl1pPr marL="0" indent="0" algn="ctr" defTabSz="914400" rtl="0" eaLnBrk="1" latinLnBrk="0" hangingPunct="1">
              <a:lnSpc>
                <a:spcPct val="150000"/>
              </a:lnSpc>
              <a:spcBef>
                <a:spcPts val="1000"/>
              </a:spcBef>
              <a:buFont typeface="Arial" panose="020B0604020202020204" pitchFamily="34" charset="0"/>
              <a:buNone/>
              <a:defRPr sz="320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514350" indent="-457200" algn="just">
              <a:lnSpc>
                <a:spcPct val="12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As mentioned earlier in this phase, the detailed network design is created, including the selection of hardware and software components and the creation of network diagrams.</a:t>
            </a:r>
          </a:p>
          <a:p>
            <a:pPr marL="514350" indent="-457200" algn="just">
              <a:lnSpc>
                <a:spcPct val="120000"/>
              </a:lnSpc>
              <a:buFont typeface="Arial" panose="020B0604020202020204" pitchFamily="34" charset="0"/>
              <a:buChar char="•"/>
              <a:defRPr/>
            </a:pPr>
            <a:r>
              <a:rPr lang="en-US" sz="2800" kern="100" dirty="0">
                <a:latin typeface="Calibri" panose="020F0502020204030204" pitchFamily="34" charset="0"/>
                <a:ea typeface="Calibri" panose="020F0502020204030204" pitchFamily="34" charset="0"/>
                <a:cs typeface="Times New Roman" panose="02020603050405020304" pitchFamily="18" charset="0"/>
              </a:rPr>
              <a:t>Logical Diagram</a:t>
            </a:r>
          </a:p>
          <a:p>
            <a:pPr marL="514350" indent="-457200" algn="just">
              <a:lnSpc>
                <a:spcPct val="120000"/>
              </a:lnSpc>
              <a:buFont typeface="Arial" panose="020B0604020202020204" pitchFamily="34" charset="0"/>
              <a:buChar char="•"/>
              <a:defRPr/>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Revised Logical Diagram</a:t>
            </a:r>
          </a:p>
        </p:txBody>
      </p:sp>
      <p:graphicFrame>
        <p:nvGraphicFramePr>
          <p:cNvPr id="4" name="Diagram 3">
            <a:extLst>
              <a:ext uri="{FF2B5EF4-FFF2-40B4-BE49-F238E27FC236}">
                <a16:creationId xmlns:a16="http://schemas.microsoft.com/office/drawing/2014/main" id="{04391765-48E0-32C0-7D43-98BCBB315A6E}"/>
              </a:ext>
            </a:extLst>
          </p:cNvPr>
          <p:cNvGraphicFramePr/>
          <p:nvPr>
            <p:extLst>
              <p:ext uri="{D42A27DB-BD31-4B8C-83A1-F6EECF244321}">
                <p14:modId xmlns:p14="http://schemas.microsoft.com/office/powerpoint/2010/main" val="4098235422"/>
              </p:ext>
            </p:extLst>
          </p:nvPr>
        </p:nvGraphicFramePr>
        <p:xfrm>
          <a:off x="795085" y="1026543"/>
          <a:ext cx="10601826" cy="19709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4590025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31</a:t>
            </a:fld>
            <a:endParaRPr lang="en-US" sz="2400" dirty="0"/>
          </a:p>
        </p:txBody>
      </p:sp>
      <p:pic>
        <p:nvPicPr>
          <p:cNvPr id="7" name="Picture 6" descr="A picture containing chart&#10;&#10;Description automatically generated">
            <a:extLst>
              <a:ext uri="{FF2B5EF4-FFF2-40B4-BE49-F238E27FC236}">
                <a16:creationId xmlns:a16="http://schemas.microsoft.com/office/drawing/2014/main" id="{1283D012-099C-7AF7-B3C7-79AEBC041AEA}"/>
              </a:ext>
            </a:extLst>
          </p:cNvPr>
          <p:cNvPicPr>
            <a:picLocks noChangeAspect="1"/>
          </p:cNvPicPr>
          <p:nvPr/>
        </p:nvPicPr>
        <p:blipFill>
          <a:blip r:embed="rId4"/>
          <a:stretch>
            <a:fillRect/>
          </a:stretch>
        </p:blipFill>
        <p:spPr>
          <a:xfrm>
            <a:off x="0" y="0"/>
            <a:ext cx="12192000" cy="6858000"/>
          </a:xfrm>
          <a:prstGeom prst="rect">
            <a:avLst/>
          </a:prstGeom>
        </p:spPr>
      </p:pic>
    </p:spTree>
    <p:extLst>
      <p:ext uri="{BB962C8B-B14F-4D97-AF65-F5344CB8AC3E}">
        <p14:creationId xmlns:p14="http://schemas.microsoft.com/office/powerpoint/2010/main" val="8658649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32</a:t>
            </a:fld>
            <a:endParaRPr lang="en-US" sz="2400" dirty="0"/>
          </a:p>
        </p:txBody>
      </p:sp>
      <p:pic>
        <p:nvPicPr>
          <p:cNvPr id="7" name="Picture 6" descr="A picture containing chart&#10;&#10;Description automatically generated">
            <a:extLst>
              <a:ext uri="{FF2B5EF4-FFF2-40B4-BE49-F238E27FC236}">
                <a16:creationId xmlns:a16="http://schemas.microsoft.com/office/drawing/2014/main" id="{1283D012-099C-7AF7-B3C7-79AEBC041AEA}"/>
              </a:ext>
            </a:extLst>
          </p:cNvPr>
          <p:cNvPicPr>
            <a:picLocks noChangeAspect="1"/>
          </p:cNvPicPr>
          <p:nvPr/>
        </p:nvPicPr>
        <p:blipFill>
          <a:blip r:embed="rId4"/>
          <a:stretch>
            <a:fillRect/>
          </a:stretch>
        </p:blipFill>
        <p:spPr>
          <a:xfrm>
            <a:off x="0" y="0"/>
            <a:ext cx="25196800" cy="14173200"/>
          </a:xfrm>
          <a:prstGeom prst="rect">
            <a:avLst/>
          </a:prstGeom>
        </p:spPr>
      </p:pic>
    </p:spTree>
    <p:extLst>
      <p:ext uri="{BB962C8B-B14F-4D97-AF65-F5344CB8AC3E}">
        <p14:creationId xmlns:p14="http://schemas.microsoft.com/office/powerpoint/2010/main" val="28934892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33</a:t>
            </a:fld>
            <a:endParaRPr lang="en-US" sz="2400" dirty="0"/>
          </a:p>
        </p:txBody>
      </p:sp>
      <p:pic>
        <p:nvPicPr>
          <p:cNvPr id="7" name="Picture 6" descr="A picture containing chart&#10;&#10;Description automatically generated">
            <a:extLst>
              <a:ext uri="{FF2B5EF4-FFF2-40B4-BE49-F238E27FC236}">
                <a16:creationId xmlns:a16="http://schemas.microsoft.com/office/drawing/2014/main" id="{1283D012-099C-7AF7-B3C7-79AEBC041AEA}"/>
              </a:ext>
            </a:extLst>
          </p:cNvPr>
          <p:cNvPicPr>
            <a:picLocks noChangeAspect="1"/>
          </p:cNvPicPr>
          <p:nvPr/>
        </p:nvPicPr>
        <p:blipFill>
          <a:blip r:embed="rId4"/>
          <a:stretch>
            <a:fillRect/>
          </a:stretch>
        </p:blipFill>
        <p:spPr>
          <a:xfrm>
            <a:off x="-8669867" y="0"/>
            <a:ext cx="20861867" cy="11734800"/>
          </a:xfrm>
          <a:prstGeom prst="rect">
            <a:avLst/>
          </a:prstGeom>
        </p:spPr>
      </p:pic>
    </p:spTree>
    <p:extLst>
      <p:ext uri="{BB962C8B-B14F-4D97-AF65-F5344CB8AC3E}">
        <p14:creationId xmlns:p14="http://schemas.microsoft.com/office/powerpoint/2010/main" val="37963134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34</a:t>
            </a:fld>
            <a:endParaRPr lang="en-US" sz="2400" dirty="0"/>
          </a:p>
        </p:txBody>
      </p:sp>
      <p:pic>
        <p:nvPicPr>
          <p:cNvPr id="7" name="Picture 6" descr="A picture containing chart&#10;&#10;Description automatically generated">
            <a:extLst>
              <a:ext uri="{FF2B5EF4-FFF2-40B4-BE49-F238E27FC236}">
                <a16:creationId xmlns:a16="http://schemas.microsoft.com/office/drawing/2014/main" id="{1283D012-099C-7AF7-B3C7-79AEBC041AEA}"/>
              </a:ext>
            </a:extLst>
          </p:cNvPr>
          <p:cNvPicPr>
            <a:picLocks noChangeAspect="1"/>
          </p:cNvPicPr>
          <p:nvPr/>
        </p:nvPicPr>
        <p:blipFill>
          <a:blip r:embed="rId4"/>
          <a:stretch>
            <a:fillRect/>
          </a:stretch>
        </p:blipFill>
        <p:spPr>
          <a:xfrm>
            <a:off x="0" y="-3643313"/>
            <a:ext cx="18669000" cy="10501313"/>
          </a:xfrm>
          <a:prstGeom prst="rect">
            <a:avLst/>
          </a:prstGeom>
        </p:spPr>
      </p:pic>
    </p:spTree>
    <p:extLst>
      <p:ext uri="{BB962C8B-B14F-4D97-AF65-F5344CB8AC3E}">
        <p14:creationId xmlns:p14="http://schemas.microsoft.com/office/powerpoint/2010/main" val="21649805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35</a:t>
            </a:fld>
            <a:endParaRPr lang="en-US" sz="2400" dirty="0"/>
          </a:p>
        </p:txBody>
      </p:sp>
      <p:pic>
        <p:nvPicPr>
          <p:cNvPr id="7" name="Picture 6" descr="A picture containing chart&#10;&#10;Description automatically generated">
            <a:extLst>
              <a:ext uri="{FF2B5EF4-FFF2-40B4-BE49-F238E27FC236}">
                <a16:creationId xmlns:a16="http://schemas.microsoft.com/office/drawing/2014/main" id="{1283D012-099C-7AF7-B3C7-79AEBC041AEA}"/>
              </a:ext>
            </a:extLst>
          </p:cNvPr>
          <p:cNvPicPr>
            <a:picLocks noChangeAspect="1"/>
          </p:cNvPicPr>
          <p:nvPr/>
        </p:nvPicPr>
        <p:blipFill>
          <a:blip r:embed="rId4"/>
          <a:stretch>
            <a:fillRect/>
          </a:stretch>
        </p:blipFill>
        <p:spPr>
          <a:xfrm>
            <a:off x="-8229600" y="-4629150"/>
            <a:ext cx="20421600" cy="11487150"/>
          </a:xfrm>
          <a:prstGeom prst="rect">
            <a:avLst/>
          </a:prstGeom>
        </p:spPr>
      </p:pic>
    </p:spTree>
    <p:extLst>
      <p:ext uri="{BB962C8B-B14F-4D97-AF65-F5344CB8AC3E}">
        <p14:creationId xmlns:p14="http://schemas.microsoft.com/office/powerpoint/2010/main" val="22826645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36</a:t>
            </a:fld>
            <a:endParaRPr lang="en-US" sz="2400" dirty="0"/>
          </a:p>
        </p:txBody>
      </p:sp>
      <p:pic>
        <p:nvPicPr>
          <p:cNvPr id="7" name="Picture 6" descr="A picture containing chart&#10;&#10;Description automatically generated">
            <a:extLst>
              <a:ext uri="{FF2B5EF4-FFF2-40B4-BE49-F238E27FC236}">
                <a16:creationId xmlns:a16="http://schemas.microsoft.com/office/drawing/2014/main" id="{1283D012-099C-7AF7-B3C7-79AEBC041AEA}"/>
              </a:ext>
            </a:extLst>
          </p:cNvPr>
          <p:cNvPicPr>
            <a:picLocks noChangeAspect="1"/>
          </p:cNvPicPr>
          <p:nvPr/>
        </p:nvPicPr>
        <p:blipFill>
          <a:blip r:embed="rId4"/>
          <a:stretch>
            <a:fillRect/>
          </a:stretch>
        </p:blipFill>
        <p:spPr>
          <a:xfrm>
            <a:off x="0" y="0"/>
            <a:ext cx="12192000" cy="6858000"/>
          </a:xfrm>
          <a:prstGeom prst="rect">
            <a:avLst/>
          </a:prstGeom>
        </p:spPr>
      </p:pic>
    </p:spTree>
    <p:extLst>
      <p:ext uri="{BB962C8B-B14F-4D97-AF65-F5344CB8AC3E}">
        <p14:creationId xmlns:p14="http://schemas.microsoft.com/office/powerpoint/2010/main" val="23252881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37</a:t>
            </a:fld>
            <a:endParaRPr lang="en-US" sz="2400" dirty="0"/>
          </a:p>
        </p:txBody>
      </p:sp>
      <p:pic>
        <p:nvPicPr>
          <p:cNvPr id="7" name="Picture 6">
            <a:extLst>
              <a:ext uri="{FF2B5EF4-FFF2-40B4-BE49-F238E27FC236}">
                <a16:creationId xmlns:a16="http://schemas.microsoft.com/office/drawing/2014/main" id="{1283D012-099C-7AF7-B3C7-79AEBC041AEA}"/>
              </a:ext>
            </a:extLst>
          </p:cNvPr>
          <p:cNvPicPr>
            <a:picLocks noChangeAspect="1"/>
          </p:cNvPicPr>
          <p:nvPr/>
        </p:nvPicPr>
        <p:blipFill>
          <a:blip r:embed="rId4"/>
          <a:srcRect/>
          <a:stretch/>
        </p:blipFill>
        <p:spPr>
          <a:xfrm rot="16200000">
            <a:off x="2667001" y="-2667001"/>
            <a:ext cx="6858001" cy="12192000"/>
          </a:xfrm>
          <a:prstGeom prst="rect">
            <a:avLst/>
          </a:prstGeom>
        </p:spPr>
      </p:pic>
    </p:spTree>
    <p:extLst>
      <p:ext uri="{BB962C8B-B14F-4D97-AF65-F5344CB8AC3E}">
        <p14:creationId xmlns:p14="http://schemas.microsoft.com/office/powerpoint/2010/main" val="25582361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38</a:t>
            </a:fld>
            <a:endParaRPr lang="en-US" sz="2400" dirty="0"/>
          </a:p>
        </p:txBody>
      </p:sp>
      <p:pic>
        <p:nvPicPr>
          <p:cNvPr id="7" name="Picture 6">
            <a:extLst>
              <a:ext uri="{FF2B5EF4-FFF2-40B4-BE49-F238E27FC236}">
                <a16:creationId xmlns:a16="http://schemas.microsoft.com/office/drawing/2014/main" id="{1283D012-099C-7AF7-B3C7-79AEBC041AEA}"/>
              </a:ext>
            </a:extLst>
          </p:cNvPr>
          <p:cNvPicPr>
            <a:picLocks noChangeAspect="1"/>
          </p:cNvPicPr>
          <p:nvPr/>
        </p:nvPicPr>
        <p:blipFill>
          <a:blip r:embed="rId4"/>
          <a:srcRect/>
          <a:stretch/>
        </p:blipFill>
        <p:spPr>
          <a:xfrm rot="16200000">
            <a:off x="5259917" y="-5259918"/>
            <a:ext cx="13525502" cy="24045333"/>
          </a:xfrm>
          <a:prstGeom prst="rect">
            <a:avLst/>
          </a:prstGeom>
        </p:spPr>
      </p:pic>
    </p:spTree>
    <p:extLst>
      <p:ext uri="{BB962C8B-B14F-4D97-AF65-F5344CB8AC3E}">
        <p14:creationId xmlns:p14="http://schemas.microsoft.com/office/powerpoint/2010/main" val="29213909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39</a:t>
            </a:fld>
            <a:endParaRPr lang="en-US" sz="2400" dirty="0"/>
          </a:p>
        </p:txBody>
      </p:sp>
      <p:pic>
        <p:nvPicPr>
          <p:cNvPr id="7" name="Picture 6">
            <a:extLst>
              <a:ext uri="{FF2B5EF4-FFF2-40B4-BE49-F238E27FC236}">
                <a16:creationId xmlns:a16="http://schemas.microsoft.com/office/drawing/2014/main" id="{1283D012-099C-7AF7-B3C7-79AEBC041AEA}"/>
              </a:ext>
            </a:extLst>
          </p:cNvPr>
          <p:cNvPicPr>
            <a:picLocks noChangeAspect="1"/>
          </p:cNvPicPr>
          <p:nvPr/>
        </p:nvPicPr>
        <p:blipFill>
          <a:blip r:embed="rId4"/>
          <a:srcRect/>
          <a:stretch/>
        </p:blipFill>
        <p:spPr>
          <a:xfrm rot="16200000">
            <a:off x="-3947582" y="-4519084"/>
            <a:ext cx="11620501" cy="20658665"/>
          </a:xfrm>
          <a:prstGeom prst="rect">
            <a:avLst/>
          </a:prstGeom>
        </p:spPr>
      </p:pic>
    </p:spTree>
    <p:extLst>
      <p:ext uri="{BB962C8B-B14F-4D97-AF65-F5344CB8AC3E}">
        <p14:creationId xmlns:p14="http://schemas.microsoft.com/office/powerpoint/2010/main" val="232089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40</a:t>
            </a:fld>
            <a:endParaRPr lang="en-US" sz="2400" dirty="0"/>
          </a:p>
        </p:txBody>
      </p:sp>
      <p:pic>
        <p:nvPicPr>
          <p:cNvPr id="7" name="Picture 6">
            <a:extLst>
              <a:ext uri="{FF2B5EF4-FFF2-40B4-BE49-F238E27FC236}">
                <a16:creationId xmlns:a16="http://schemas.microsoft.com/office/drawing/2014/main" id="{1283D012-099C-7AF7-B3C7-79AEBC041AEA}"/>
              </a:ext>
            </a:extLst>
          </p:cNvPr>
          <p:cNvPicPr>
            <a:picLocks noChangeAspect="1"/>
          </p:cNvPicPr>
          <p:nvPr/>
        </p:nvPicPr>
        <p:blipFill>
          <a:blip r:embed="rId4"/>
          <a:srcRect/>
          <a:stretch/>
        </p:blipFill>
        <p:spPr>
          <a:xfrm rot="16200000">
            <a:off x="4108847" y="-7816454"/>
            <a:ext cx="10565607" cy="18783299"/>
          </a:xfrm>
          <a:prstGeom prst="rect">
            <a:avLst/>
          </a:prstGeom>
        </p:spPr>
      </p:pic>
    </p:spTree>
    <p:extLst>
      <p:ext uri="{BB962C8B-B14F-4D97-AF65-F5344CB8AC3E}">
        <p14:creationId xmlns:p14="http://schemas.microsoft.com/office/powerpoint/2010/main" val="18356569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41</a:t>
            </a:fld>
            <a:endParaRPr lang="en-US" sz="2400" dirty="0"/>
          </a:p>
        </p:txBody>
      </p:sp>
      <p:pic>
        <p:nvPicPr>
          <p:cNvPr id="7" name="Picture 6">
            <a:extLst>
              <a:ext uri="{FF2B5EF4-FFF2-40B4-BE49-F238E27FC236}">
                <a16:creationId xmlns:a16="http://schemas.microsoft.com/office/drawing/2014/main" id="{1283D012-099C-7AF7-B3C7-79AEBC041AEA}"/>
              </a:ext>
            </a:extLst>
          </p:cNvPr>
          <p:cNvPicPr>
            <a:picLocks noChangeAspect="1"/>
          </p:cNvPicPr>
          <p:nvPr/>
        </p:nvPicPr>
        <p:blipFill>
          <a:blip r:embed="rId4"/>
          <a:srcRect/>
          <a:stretch/>
        </p:blipFill>
        <p:spPr>
          <a:xfrm rot="16200000">
            <a:off x="-3167065" y="-8501067"/>
            <a:ext cx="11058529" cy="19659604"/>
          </a:xfrm>
          <a:prstGeom prst="rect">
            <a:avLst/>
          </a:prstGeom>
        </p:spPr>
      </p:pic>
    </p:spTree>
    <p:extLst>
      <p:ext uri="{BB962C8B-B14F-4D97-AF65-F5344CB8AC3E}">
        <p14:creationId xmlns:p14="http://schemas.microsoft.com/office/powerpoint/2010/main" val="11773943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42</a:t>
            </a:fld>
            <a:endParaRPr lang="en-US" sz="2400" dirty="0"/>
          </a:p>
        </p:txBody>
      </p:sp>
      <p:pic>
        <p:nvPicPr>
          <p:cNvPr id="7" name="Picture 6">
            <a:extLst>
              <a:ext uri="{FF2B5EF4-FFF2-40B4-BE49-F238E27FC236}">
                <a16:creationId xmlns:a16="http://schemas.microsoft.com/office/drawing/2014/main" id="{1283D012-099C-7AF7-B3C7-79AEBC041AEA}"/>
              </a:ext>
            </a:extLst>
          </p:cNvPr>
          <p:cNvPicPr>
            <a:picLocks noChangeAspect="1"/>
          </p:cNvPicPr>
          <p:nvPr/>
        </p:nvPicPr>
        <p:blipFill>
          <a:blip r:embed="rId4"/>
          <a:srcRect/>
          <a:stretch/>
        </p:blipFill>
        <p:spPr>
          <a:xfrm rot="16200000">
            <a:off x="2667001" y="-2667001"/>
            <a:ext cx="6858001" cy="12192000"/>
          </a:xfrm>
          <a:prstGeom prst="rect">
            <a:avLst/>
          </a:prstGeom>
        </p:spPr>
      </p:pic>
    </p:spTree>
    <p:extLst>
      <p:ext uri="{BB962C8B-B14F-4D97-AF65-F5344CB8AC3E}">
        <p14:creationId xmlns:p14="http://schemas.microsoft.com/office/powerpoint/2010/main" val="602305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43</a:t>
            </a:fld>
            <a:endParaRPr lang="en-US" sz="2400" dirty="0"/>
          </a:p>
        </p:txBody>
      </p:sp>
      <p:sp>
        <p:nvSpPr>
          <p:cNvPr id="8" name="Title 14">
            <a:extLst>
              <a:ext uri="{FF2B5EF4-FFF2-40B4-BE49-F238E27FC236}">
                <a16:creationId xmlns:a16="http://schemas.microsoft.com/office/drawing/2014/main" id="{0D9D5E02-581C-857B-4F42-A4435EDFE7E7}"/>
              </a:ext>
            </a:extLst>
          </p:cNvPr>
          <p:cNvSpPr>
            <a:spLocks noGrp="1"/>
          </p:cNvSpPr>
          <p:nvPr>
            <p:ph type="title"/>
          </p:nvPr>
        </p:nvSpPr>
        <p:spPr>
          <a:xfrm>
            <a:off x="329680" y="333392"/>
            <a:ext cx="11532637" cy="693151"/>
          </a:xfrm>
        </p:spPr>
        <p:style>
          <a:lnRef idx="2">
            <a:schemeClr val="dk1"/>
          </a:lnRef>
          <a:fillRef idx="1">
            <a:schemeClr val="lt1"/>
          </a:fillRef>
          <a:effectRef idx="0">
            <a:schemeClr val="dk1"/>
          </a:effectRef>
          <a:fontRef idx="minor">
            <a:schemeClr val="dk1"/>
          </a:fontRef>
        </p:style>
        <p:txBody>
          <a:bodyPr/>
          <a:lstStyle/>
          <a:p>
            <a:pPr algn="l">
              <a:lnSpc>
                <a:spcPct val="100000"/>
              </a:lnSpc>
            </a:pPr>
            <a:r>
              <a:rPr lang="en-US" sz="3600" dirty="0"/>
              <a:t>Project Review by Phase – Logical Design:</a:t>
            </a:r>
            <a:r>
              <a:rPr lang="en-US" sz="4000" dirty="0"/>
              <a:t> </a:t>
            </a:r>
          </a:p>
        </p:txBody>
      </p:sp>
      <p:sp>
        <p:nvSpPr>
          <p:cNvPr id="5" name="TextBox 4">
            <a:extLst>
              <a:ext uri="{FF2B5EF4-FFF2-40B4-BE49-F238E27FC236}">
                <a16:creationId xmlns:a16="http://schemas.microsoft.com/office/drawing/2014/main" id="{75858F56-BF14-ACA3-9DF4-E3485375081A}"/>
              </a:ext>
            </a:extLst>
          </p:cNvPr>
          <p:cNvSpPr txBox="1"/>
          <p:nvPr/>
        </p:nvSpPr>
        <p:spPr>
          <a:xfrm>
            <a:off x="329680" y="1493913"/>
            <a:ext cx="11532637" cy="34406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R="0" lvl="0" algn="just">
              <a:lnSpc>
                <a:spcPct val="107000"/>
              </a:lnSpc>
              <a:spcBef>
                <a:spcPts val="0"/>
              </a:spcBef>
              <a:spcAft>
                <a:spcPts val="0"/>
              </a:spcAft>
            </a:pPr>
            <a:r>
              <a:rPr lang="en-US" sz="1600" b="1" kern="100" dirty="0">
                <a:effectLst/>
                <a:latin typeface="Calibri" panose="020F0502020204030204" pitchFamily="34" charset="0"/>
                <a:ea typeface="Calibri" panose="020F0502020204030204" pitchFamily="34" charset="0"/>
                <a:cs typeface="Times New Roman" panose="02020603050405020304" pitchFamily="18" charset="0"/>
              </a:rPr>
              <a:t>1. Upgrade Wi-Fi Router – To Increase Wireless Network Speed</a:t>
            </a:r>
          </a:p>
        </p:txBody>
      </p:sp>
      <p:pic>
        <p:nvPicPr>
          <p:cNvPr id="9" name="Picture 8">
            <a:extLst>
              <a:ext uri="{FF2B5EF4-FFF2-40B4-BE49-F238E27FC236}">
                <a16:creationId xmlns:a16="http://schemas.microsoft.com/office/drawing/2014/main" id="{50B9B24D-6DA7-0190-93B2-FC292DE0F5B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28889" y="2387743"/>
            <a:ext cx="1684922" cy="1684922"/>
          </a:xfrm>
          <a:prstGeom prst="rect">
            <a:avLst/>
          </a:prstGeom>
          <a:noFill/>
        </p:spPr>
      </p:pic>
      <p:pic>
        <p:nvPicPr>
          <p:cNvPr id="10" name="Picture 9">
            <a:extLst>
              <a:ext uri="{FF2B5EF4-FFF2-40B4-BE49-F238E27FC236}">
                <a16:creationId xmlns:a16="http://schemas.microsoft.com/office/drawing/2014/main" id="{D3EEB937-EB50-86DA-FF9B-874E398E15D6}"/>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9226816" y="2501541"/>
            <a:ext cx="2868930" cy="1457325"/>
          </a:xfrm>
          <a:prstGeom prst="rect">
            <a:avLst/>
          </a:prstGeom>
          <a:noFill/>
        </p:spPr>
      </p:pic>
      <p:graphicFrame>
        <p:nvGraphicFramePr>
          <p:cNvPr id="12" name="Table 11">
            <a:extLst>
              <a:ext uri="{FF2B5EF4-FFF2-40B4-BE49-F238E27FC236}">
                <a16:creationId xmlns:a16="http://schemas.microsoft.com/office/drawing/2014/main" id="{F3A200A2-76CC-2ABF-43B2-9FB800359199}"/>
              </a:ext>
            </a:extLst>
          </p:cNvPr>
          <p:cNvGraphicFramePr>
            <a:graphicFrameLocks noGrp="1"/>
          </p:cNvGraphicFramePr>
          <p:nvPr>
            <p:extLst>
              <p:ext uri="{D42A27DB-BD31-4B8C-83A1-F6EECF244321}">
                <p14:modId xmlns:p14="http://schemas.microsoft.com/office/powerpoint/2010/main" val="704201590"/>
              </p:ext>
            </p:extLst>
          </p:nvPr>
        </p:nvGraphicFramePr>
        <p:xfrm>
          <a:off x="2603667" y="5364087"/>
          <a:ext cx="6394450" cy="561213"/>
        </p:xfrm>
        <a:graphic>
          <a:graphicData uri="http://schemas.openxmlformats.org/drawingml/2006/table">
            <a:tbl>
              <a:tblPr firstRow="1" firstCol="1" bandRow="1">
                <a:tableStyleId>{5C22544A-7EE6-4342-B048-85BDC9FD1C3A}</a:tableStyleId>
              </a:tblPr>
              <a:tblGrid>
                <a:gridCol w="2511425">
                  <a:extLst>
                    <a:ext uri="{9D8B030D-6E8A-4147-A177-3AD203B41FA5}">
                      <a16:colId xmlns:a16="http://schemas.microsoft.com/office/drawing/2014/main" val="727880579"/>
                    </a:ext>
                  </a:extLst>
                </a:gridCol>
                <a:gridCol w="914400">
                  <a:extLst>
                    <a:ext uri="{9D8B030D-6E8A-4147-A177-3AD203B41FA5}">
                      <a16:colId xmlns:a16="http://schemas.microsoft.com/office/drawing/2014/main" val="1236457950"/>
                    </a:ext>
                  </a:extLst>
                </a:gridCol>
                <a:gridCol w="1200150">
                  <a:extLst>
                    <a:ext uri="{9D8B030D-6E8A-4147-A177-3AD203B41FA5}">
                      <a16:colId xmlns:a16="http://schemas.microsoft.com/office/drawing/2014/main" val="3011821800"/>
                    </a:ext>
                  </a:extLst>
                </a:gridCol>
                <a:gridCol w="1768475">
                  <a:extLst>
                    <a:ext uri="{9D8B030D-6E8A-4147-A177-3AD203B41FA5}">
                      <a16:colId xmlns:a16="http://schemas.microsoft.com/office/drawing/2014/main" val="3744757621"/>
                    </a:ext>
                  </a:extLst>
                </a:gridCol>
              </a:tblGrid>
              <a:tr h="0">
                <a:tc>
                  <a:txBody>
                    <a:bodyPr/>
                    <a:lstStyle/>
                    <a:p>
                      <a:pPr marL="0" marR="0" algn="just">
                        <a:lnSpc>
                          <a:spcPct val="107000"/>
                        </a:lnSpc>
                        <a:spcBef>
                          <a:spcPts val="0"/>
                        </a:spcBef>
                        <a:spcAft>
                          <a:spcPts val="0"/>
                        </a:spcAft>
                      </a:pPr>
                      <a:r>
                        <a:rPr lang="en-CA" sz="1200" kern="0">
                          <a:effectLst/>
                        </a:rPr>
                        <a:t>Product</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CA" sz="1200" kern="0">
                          <a:effectLst/>
                        </a:rPr>
                        <a:t>Quantity</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CA" sz="1200" kern="0">
                          <a:effectLst/>
                        </a:rPr>
                        <a:t>Price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CA" sz="1200" kern="0">
                          <a:effectLst/>
                        </a:rPr>
                        <a:t>Total Price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51014499"/>
                  </a:ext>
                </a:extLst>
              </a:tr>
              <a:tr h="0">
                <a:tc>
                  <a:txBody>
                    <a:bodyPr/>
                    <a:lstStyle/>
                    <a:p>
                      <a:pPr marL="0" marR="0" algn="just">
                        <a:lnSpc>
                          <a:spcPct val="107000"/>
                        </a:lnSpc>
                        <a:spcBef>
                          <a:spcPts val="0"/>
                        </a:spcBef>
                        <a:spcAft>
                          <a:spcPts val="0"/>
                        </a:spcAft>
                      </a:pPr>
                      <a:r>
                        <a:rPr lang="en-CA" sz="1200" kern="0">
                          <a:effectLst/>
                        </a:rPr>
                        <a:t>MNSi for Business</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FF0000"/>
                    </a:solidFill>
                  </a:tcPr>
                </a:tc>
                <a:tc>
                  <a:txBody>
                    <a:bodyPr/>
                    <a:lstStyle/>
                    <a:p>
                      <a:pPr marL="0" marR="0" algn="just">
                        <a:lnSpc>
                          <a:spcPct val="107000"/>
                        </a:lnSpc>
                        <a:spcBef>
                          <a:spcPts val="0"/>
                        </a:spcBef>
                        <a:spcAft>
                          <a:spcPts val="0"/>
                        </a:spcAft>
                      </a:pPr>
                      <a:r>
                        <a:rPr lang="en-CA" sz="1200" kern="0">
                          <a:effectLst/>
                        </a:rPr>
                        <a:t>1</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FF0000"/>
                    </a:solidFill>
                  </a:tcPr>
                </a:tc>
                <a:tc>
                  <a:txBody>
                    <a:bodyPr/>
                    <a:lstStyle/>
                    <a:p>
                      <a:pPr marL="0" marR="0" algn="just">
                        <a:lnSpc>
                          <a:spcPct val="107000"/>
                        </a:lnSpc>
                        <a:spcBef>
                          <a:spcPts val="0"/>
                        </a:spcBef>
                        <a:spcAft>
                          <a:spcPts val="0"/>
                        </a:spcAft>
                      </a:pPr>
                      <a:r>
                        <a:rPr lang="en-CA" sz="1200" kern="0">
                          <a:effectLst/>
                        </a:rPr>
                        <a:t>$125.00</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FF0000"/>
                    </a:solidFill>
                  </a:tcPr>
                </a:tc>
                <a:tc>
                  <a:txBody>
                    <a:bodyPr/>
                    <a:lstStyle/>
                    <a:p>
                      <a:pPr marL="0" marR="0" algn="just">
                        <a:lnSpc>
                          <a:spcPct val="107000"/>
                        </a:lnSpc>
                        <a:spcBef>
                          <a:spcPts val="0"/>
                        </a:spcBef>
                        <a:spcAft>
                          <a:spcPts val="0"/>
                        </a:spcAft>
                      </a:pPr>
                      <a:r>
                        <a:rPr lang="en-CA" sz="1200" kern="0" dirty="0">
                          <a:effectLst/>
                        </a:rPr>
                        <a:t>$125.00</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FF0000"/>
                    </a:solidFill>
                  </a:tcPr>
                </a:tc>
                <a:extLst>
                  <a:ext uri="{0D108BD9-81ED-4DB2-BD59-A6C34878D82A}">
                    <a16:rowId xmlns:a16="http://schemas.microsoft.com/office/drawing/2014/main" val="1062377033"/>
                  </a:ext>
                </a:extLst>
              </a:tr>
              <a:tr h="0">
                <a:tc>
                  <a:txBody>
                    <a:bodyPr/>
                    <a:lstStyle/>
                    <a:p>
                      <a:pPr marL="0" marR="0" algn="just">
                        <a:lnSpc>
                          <a:spcPct val="107000"/>
                        </a:lnSpc>
                        <a:spcBef>
                          <a:spcPts val="0"/>
                        </a:spcBef>
                        <a:spcAft>
                          <a:spcPts val="0"/>
                        </a:spcAft>
                      </a:pPr>
                      <a:r>
                        <a:rPr lang="en-CA" sz="1200" kern="0">
                          <a:effectLst/>
                        </a:rPr>
                        <a:t>Gigabit Business Fibe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CA" sz="1200" kern="0">
                          <a:effectLst/>
                        </a:rPr>
                        <a:t>1</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CA" sz="1200" kern="0">
                          <a:effectLst/>
                        </a:rPr>
                        <a:t>$94.95*</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CA" sz="1200" kern="0" dirty="0">
                          <a:effectLst/>
                        </a:rPr>
                        <a:t>$94.95</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99367694"/>
                  </a:ext>
                </a:extLst>
              </a:tr>
            </a:tbl>
          </a:graphicData>
        </a:graphic>
      </p:graphicFrame>
      <p:graphicFrame>
        <p:nvGraphicFramePr>
          <p:cNvPr id="14" name="Table 13">
            <a:extLst>
              <a:ext uri="{FF2B5EF4-FFF2-40B4-BE49-F238E27FC236}">
                <a16:creationId xmlns:a16="http://schemas.microsoft.com/office/drawing/2014/main" id="{9F78E3C1-AABF-8970-97CA-3C1FB285FD91}"/>
              </a:ext>
            </a:extLst>
          </p:cNvPr>
          <p:cNvGraphicFramePr>
            <a:graphicFrameLocks noGrp="1"/>
          </p:cNvGraphicFramePr>
          <p:nvPr>
            <p:extLst>
              <p:ext uri="{D42A27DB-BD31-4B8C-83A1-F6EECF244321}">
                <p14:modId xmlns:p14="http://schemas.microsoft.com/office/powerpoint/2010/main" val="2887089973"/>
              </p:ext>
            </p:extLst>
          </p:nvPr>
        </p:nvGraphicFramePr>
        <p:xfrm>
          <a:off x="2491372" y="2305352"/>
          <a:ext cx="6394450" cy="2507281"/>
        </p:xfrm>
        <a:graphic>
          <a:graphicData uri="http://schemas.openxmlformats.org/drawingml/2006/table">
            <a:tbl>
              <a:tblPr firstRow="1" firstCol="1" bandRow="1">
                <a:tableStyleId>{5C22544A-7EE6-4342-B048-85BDC9FD1C3A}</a:tableStyleId>
              </a:tblPr>
              <a:tblGrid>
                <a:gridCol w="3197225">
                  <a:extLst>
                    <a:ext uri="{9D8B030D-6E8A-4147-A177-3AD203B41FA5}">
                      <a16:colId xmlns:a16="http://schemas.microsoft.com/office/drawing/2014/main" val="2283345038"/>
                    </a:ext>
                  </a:extLst>
                </a:gridCol>
                <a:gridCol w="3197225">
                  <a:extLst>
                    <a:ext uri="{9D8B030D-6E8A-4147-A177-3AD203B41FA5}">
                      <a16:colId xmlns:a16="http://schemas.microsoft.com/office/drawing/2014/main" val="4096581150"/>
                    </a:ext>
                  </a:extLst>
                </a:gridCol>
              </a:tblGrid>
              <a:tr h="614477">
                <a:tc>
                  <a:txBody>
                    <a:bodyPr/>
                    <a:lstStyle/>
                    <a:p>
                      <a:pPr marL="228600" marR="0" algn="ctr">
                        <a:lnSpc>
                          <a:spcPct val="107000"/>
                        </a:lnSpc>
                        <a:spcBef>
                          <a:spcPts val="0"/>
                        </a:spcBef>
                        <a:spcAft>
                          <a:spcPts val="0"/>
                        </a:spcAft>
                      </a:pPr>
                      <a:r>
                        <a:rPr lang="en-CA" sz="1600" kern="0" dirty="0">
                          <a:effectLst/>
                        </a:rPr>
                        <a:t>Option 1A</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228600" marR="0" algn="ctr">
                        <a:lnSpc>
                          <a:spcPct val="107000"/>
                        </a:lnSpc>
                        <a:spcBef>
                          <a:spcPts val="0"/>
                        </a:spcBef>
                        <a:spcAft>
                          <a:spcPts val="0"/>
                        </a:spcAft>
                      </a:pPr>
                      <a:r>
                        <a:rPr lang="en-CA" sz="1600" kern="0">
                          <a:effectLst/>
                        </a:rPr>
                        <a:t>Option 1B</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56772510"/>
                  </a:ext>
                </a:extLst>
              </a:tr>
              <a:tr h="614477">
                <a:tc>
                  <a:txBody>
                    <a:bodyPr/>
                    <a:lstStyle/>
                    <a:p>
                      <a:pPr marL="228600" marR="0" algn="ctr">
                        <a:lnSpc>
                          <a:spcPct val="107000"/>
                        </a:lnSpc>
                        <a:spcBef>
                          <a:spcPts val="0"/>
                        </a:spcBef>
                        <a:spcAft>
                          <a:spcPts val="0"/>
                        </a:spcAft>
                      </a:pPr>
                      <a:r>
                        <a:rPr lang="en-CA" sz="1400" kern="0">
                          <a:effectLst/>
                        </a:rPr>
                        <a:t>MNSi for Business</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228600" marR="0" algn="ctr">
                        <a:lnSpc>
                          <a:spcPct val="107000"/>
                        </a:lnSpc>
                        <a:spcBef>
                          <a:spcPts val="0"/>
                        </a:spcBef>
                        <a:spcAft>
                          <a:spcPts val="0"/>
                        </a:spcAft>
                      </a:pPr>
                      <a:r>
                        <a:rPr lang="en-CA" sz="1400" kern="0">
                          <a:effectLst/>
                        </a:rPr>
                        <a:t>Gigabit Business Fibe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5071606"/>
                  </a:ext>
                </a:extLst>
              </a:tr>
              <a:tr h="469578">
                <a:tc>
                  <a:txBody>
                    <a:bodyPr/>
                    <a:lstStyle/>
                    <a:p>
                      <a:pPr marL="0" marR="0" algn="ctr">
                        <a:lnSpc>
                          <a:spcPct val="107000"/>
                        </a:lnSpc>
                        <a:spcBef>
                          <a:spcPts val="0"/>
                        </a:spcBef>
                        <a:spcAft>
                          <a:spcPts val="0"/>
                        </a:spcAft>
                      </a:pPr>
                      <a:r>
                        <a:rPr lang="en-CA" sz="1200" kern="0">
                          <a:effectLst/>
                        </a:rPr>
                        <a:t>500/500 Mbps Fibe Internet</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CA" sz="1200" kern="0">
                          <a:effectLst/>
                        </a:rPr>
                        <a:t>940/940 Mbps</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08151494"/>
                  </a:ext>
                </a:extLst>
              </a:tr>
              <a:tr h="808749">
                <a:tc>
                  <a:txBody>
                    <a:bodyPr/>
                    <a:lstStyle/>
                    <a:p>
                      <a:pPr marL="0" marR="0" algn="ctr">
                        <a:lnSpc>
                          <a:spcPct val="107000"/>
                        </a:lnSpc>
                        <a:spcBef>
                          <a:spcPts val="0"/>
                        </a:spcBef>
                        <a:spcAft>
                          <a:spcPts val="0"/>
                        </a:spcAft>
                      </a:pPr>
                      <a:r>
                        <a:rPr lang="en-CA" sz="1200" kern="0">
                          <a:effectLst/>
                        </a:rPr>
                        <a:t>Unlimited monthly Usage, Static IP address included, and 3-Year Contract.</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CA" sz="1200" kern="0" dirty="0">
                          <a:effectLst/>
                        </a:rPr>
                        <a:t>Unlimited monthly Usages, Bell Protection, 3-Year term plan.</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88773333"/>
                  </a:ext>
                </a:extLst>
              </a:tr>
            </a:tbl>
          </a:graphicData>
        </a:graphic>
      </p:graphicFrame>
    </p:spTree>
    <p:extLst>
      <p:ext uri="{BB962C8B-B14F-4D97-AF65-F5344CB8AC3E}">
        <p14:creationId xmlns:p14="http://schemas.microsoft.com/office/powerpoint/2010/main" val="34691815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44</a:t>
            </a:fld>
            <a:endParaRPr lang="en-US" sz="2400" dirty="0"/>
          </a:p>
        </p:txBody>
      </p:sp>
      <p:sp>
        <p:nvSpPr>
          <p:cNvPr id="8" name="Title 14">
            <a:extLst>
              <a:ext uri="{FF2B5EF4-FFF2-40B4-BE49-F238E27FC236}">
                <a16:creationId xmlns:a16="http://schemas.microsoft.com/office/drawing/2014/main" id="{0D9D5E02-581C-857B-4F42-A4435EDFE7E7}"/>
              </a:ext>
            </a:extLst>
          </p:cNvPr>
          <p:cNvSpPr>
            <a:spLocks noGrp="1"/>
          </p:cNvSpPr>
          <p:nvPr>
            <p:ph type="title"/>
          </p:nvPr>
        </p:nvSpPr>
        <p:spPr>
          <a:xfrm>
            <a:off x="329680" y="333392"/>
            <a:ext cx="11532637" cy="693151"/>
          </a:xfrm>
        </p:spPr>
        <p:style>
          <a:lnRef idx="2">
            <a:schemeClr val="dk1"/>
          </a:lnRef>
          <a:fillRef idx="1">
            <a:schemeClr val="lt1"/>
          </a:fillRef>
          <a:effectRef idx="0">
            <a:schemeClr val="dk1"/>
          </a:effectRef>
          <a:fontRef idx="minor">
            <a:schemeClr val="dk1"/>
          </a:fontRef>
        </p:style>
        <p:txBody>
          <a:bodyPr/>
          <a:lstStyle/>
          <a:p>
            <a:pPr algn="l">
              <a:lnSpc>
                <a:spcPct val="100000"/>
              </a:lnSpc>
            </a:pPr>
            <a:r>
              <a:rPr lang="en-US" sz="3600" dirty="0"/>
              <a:t>Project Review by Phase – Logical Design:</a:t>
            </a:r>
            <a:r>
              <a:rPr lang="en-US" sz="4000" dirty="0"/>
              <a:t> </a:t>
            </a:r>
          </a:p>
        </p:txBody>
      </p:sp>
      <p:sp>
        <p:nvSpPr>
          <p:cNvPr id="5" name="TextBox 4">
            <a:extLst>
              <a:ext uri="{FF2B5EF4-FFF2-40B4-BE49-F238E27FC236}">
                <a16:creationId xmlns:a16="http://schemas.microsoft.com/office/drawing/2014/main" id="{75858F56-BF14-ACA3-9DF4-E3485375081A}"/>
              </a:ext>
            </a:extLst>
          </p:cNvPr>
          <p:cNvSpPr txBox="1"/>
          <p:nvPr/>
        </p:nvSpPr>
        <p:spPr>
          <a:xfrm>
            <a:off x="329680" y="1493913"/>
            <a:ext cx="11532637" cy="34406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R="0" lvl="0" algn="just">
              <a:lnSpc>
                <a:spcPct val="107000"/>
              </a:lnSpc>
              <a:spcBef>
                <a:spcPts val="0"/>
              </a:spcBef>
              <a:spcAft>
                <a:spcPts val="0"/>
              </a:spcAft>
            </a:pPr>
            <a:r>
              <a:rPr lang="en-US" sz="1600" b="1" kern="100" dirty="0">
                <a:latin typeface="Calibri" panose="020F0502020204030204" pitchFamily="34" charset="0"/>
                <a:ea typeface="Calibri" panose="020F0502020204030204" pitchFamily="34" charset="0"/>
                <a:cs typeface="Times New Roman" panose="02020603050405020304" pitchFamily="18" charset="0"/>
              </a:rPr>
              <a:t>2. </a:t>
            </a:r>
            <a:r>
              <a:rPr lang="en-US" sz="1600" b="1" kern="100" dirty="0">
                <a:effectLst/>
                <a:latin typeface="Calibri" panose="020F0502020204030204" pitchFamily="34" charset="0"/>
                <a:ea typeface="Calibri" panose="020F0502020204030204" pitchFamily="34" charset="0"/>
                <a:cs typeface="Times New Roman" panose="02020603050405020304" pitchFamily="18" charset="0"/>
              </a:rPr>
              <a:t>Upgrade Workstation – To Increase Overall Performance and Functionality </a:t>
            </a:r>
          </a:p>
        </p:txBody>
      </p:sp>
      <p:graphicFrame>
        <p:nvGraphicFramePr>
          <p:cNvPr id="6" name="Table 5">
            <a:extLst>
              <a:ext uri="{FF2B5EF4-FFF2-40B4-BE49-F238E27FC236}">
                <a16:creationId xmlns:a16="http://schemas.microsoft.com/office/drawing/2014/main" id="{0450EC4F-60F7-4037-DA35-2736D068D04C}"/>
              </a:ext>
            </a:extLst>
          </p:cNvPr>
          <p:cNvGraphicFramePr>
            <a:graphicFrameLocks noGrp="1"/>
          </p:cNvGraphicFramePr>
          <p:nvPr/>
        </p:nvGraphicFramePr>
        <p:xfrm>
          <a:off x="2603667" y="2101452"/>
          <a:ext cx="6389720" cy="2807432"/>
        </p:xfrm>
        <a:graphic>
          <a:graphicData uri="http://schemas.openxmlformats.org/drawingml/2006/table">
            <a:tbl>
              <a:tblPr firstRow="1" firstCol="1" bandRow="1">
                <a:tableStyleId>{5C22544A-7EE6-4342-B048-85BDC9FD1C3A}</a:tableStyleId>
              </a:tblPr>
              <a:tblGrid>
                <a:gridCol w="3194860">
                  <a:extLst>
                    <a:ext uri="{9D8B030D-6E8A-4147-A177-3AD203B41FA5}">
                      <a16:colId xmlns:a16="http://schemas.microsoft.com/office/drawing/2014/main" val="3104734996"/>
                    </a:ext>
                  </a:extLst>
                </a:gridCol>
                <a:gridCol w="3194860">
                  <a:extLst>
                    <a:ext uri="{9D8B030D-6E8A-4147-A177-3AD203B41FA5}">
                      <a16:colId xmlns:a16="http://schemas.microsoft.com/office/drawing/2014/main" val="2745312355"/>
                    </a:ext>
                  </a:extLst>
                </a:gridCol>
              </a:tblGrid>
              <a:tr h="517384">
                <a:tc>
                  <a:txBody>
                    <a:bodyPr/>
                    <a:lstStyle/>
                    <a:p>
                      <a:pPr marL="228600" marR="0" algn="ctr">
                        <a:lnSpc>
                          <a:spcPct val="107000"/>
                        </a:lnSpc>
                        <a:spcBef>
                          <a:spcPts val="0"/>
                        </a:spcBef>
                        <a:spcAft>
                          <a:spcPts val="0"/>
                        </a:spcAft>
                      </a:pPr>
                      <a:r>
                        <a:rPr lang="en-CA" sz="1600" kern="0">
                          <a:effectLst/>
                        </a:rPr>
                        <a:t>Option 2A</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228600" marR="0" algn="ctr">
                        <a:lnSpc>
                          <a:spcPct val="107000"/>
                        </a:lnSpc>
                        <a:spcBef>
                          <a:spcPts val="0"/>
                        </a:spcBef>
                        <a:spcAft>
                          <a:spcPts val="0"/>
                        </a:spcAft>
                      </a:pPr>
                      <a:r>
                        <a:rPr lang="en-CA" sz="1600" kern="0">
                          <a:effectLst/>
                        </a:rPr>
                        <a:t>Option 2B</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7513864"/>
                  </a:ext>
                </a:extLst>
              </a:tr>
              <a:tr h="517384">
                <a:tc>
                  <a:txBody>
                    <a:bodyPr/>
                    <a:lstStyle/>
                    <a:p>
                      <a:pPr marL="228600" marR="0" algn="ctr">
                        <a:lnSpc>
                          <a:spcPct val="107000"/>
                        </a:lnSpc>
                        <a:spcBef>
                          <a:spcPts val="0"/>
                        </a:spcBef>
                        <a:spcAft>
                          <a:spcPts val="0"/>
                        </a:spcAft>
                      </a:pP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228600" marR="0" algn="ctr">
                        <a:lnSpc>
                          <a:spcPct val="107000"/>
                        </a:lnSpc>
                        <a:spcBef>
                          <a:spcPts val="0"/>
                        </a:spcBef>
                        <a:spcAft>
                          <a:spcPts val="0"/>
                        </a:spcAft>
                      </a:pP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21483457"/>
                  </a:ext>
                </a:extLst>
              </a:tr>
              <a:tr h="395381">
                <a:tc>
                  <a:txBody>
                    <a:bodyPr/>
                    <a:lstStyle/>
                    <a:p>
                      <a:pPr marL="0" marR="0" algn="ctr">
                        <a:lnSpc>
                          <a:spcPct val="107000"/>
                        </a:lnSpc>
                        <a:spcBef>
                          <a:spcPts val="0"/>
                        </a:spcBef>
                        <a:spcAft>
                          <a:spcPts val="0"/>
                        </a:spcAft>
                      </a:pPr>
                      <a:r>
                        <a:rPr lang="en-CA" sz="1400" kern="0">
                          <a:effectLst/>
                        </a:rPr>
                        <a:t>HP Elite Dragonfly Notebook</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CA" sz="1400" kern="0">
                          <a:effectLst/>
                        </a:rPr>
                        <a:t>Lenovo ThinkPad X1 Carbon</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7142926"/>
                  </a:ext>
                </a:extLst>
              </a:tr>
              <a:tr h="1377283">
                <a:tc>
                  <a:txBody>
                    <a:bodyPr/>
                    <a:lstStyle/>
                    <a:p>
                      <a:pPr marL="0" marR="0" algn="ctr">
                        <a:lnSpc>
                          <a:spcPct val="107000"/>
                        </a:lnSpc>
                        <a:spcBef>
                          <a:spcPts val="0"/>
                        </a:spcBef>
                        <a:spcAft>
                          <a:spcPts val="0"/>
                        </a:spcAft>
                      </a:pPr>
                      <a:r>
                        <a:rPr lang="en-CA" sz="1200" kern="0">
                          <a:effectLst/>
                        </a:rPr>
                        <a:t>CPU: Intel Core i7 8</a:t>
                      </a:r>
                      <a:r>
                        <a:rPr lang="en-CA" sz="1200" kern="0" baseline="30000">
                          <a:effectLst/>
                        </a:rPr>
                        <a:t>th</a:t>
                      </a:r>
                      <a:r>
                        <a:rPr lang="en-CA" sz="1200" kern="0">
                          <a:effectLst/>
                        </a:rPr>
                        <a:t> Gen</a:t>
                      </a:r>
                      <a:endParaRPr lang="en-US" sz="1100" kern="100">
                        <a:effectLst/>
                      </a:endParaRPr>
                    </a:p>
                    <a:p>
                      <a:pPr marL="0" marR="0" algn="ctr">
                        <a:lnSpc>
                          <a:spcPct val="107000"/>
                        </a:lnSpc>
                        <a:spcBef>
                          <a:spcPts val="0"/>
                        </a:spcBef>
                        <a:spcAft>
                          <a:spcPts val="0"/>
                        </a:spcAft>
                      </a:pPr>
                      <a:r>
                        <a:rPr lang="en-CA" sz="1200" kern="0">
                          <a:effectLst/>
                        </a:rPr>
                        <a:t>OS: Windows 10 Pro</a:t>
                      </a:r>
                      <a:endParaRPr lang="en-US" sz="1100" kern="100">
                        <a:effectLst/>
                      </a:endParaRPr>
                    </a:p>
                    <a:p>
                      <a:pPr marL="0" marR="0" algn="ctr">
                        <a:lnSpc>
                          <a:spcPct val="107000"/>
                        </a:lnSpc>
                        <a:spcBef>
                          <a:spcPts val="0"/>
                        </a:spcBef>
                        <a:spcAft>
                          <a:spcPts val="0"/>
                        </a:spcAft>
                      </a:pPr>
                      <a:r>
                        <a:rPr lang="en-CA" sz="1200" kern="0">
                          <a:effectLst/>
                        </a:rPr>
                        <a:t>RAM: 16 GB LPDDR3</a:t>
                      </a:r>
                      <a:endParaRPr lang="en-US" sz="1100" kern="100">
                        <a:effectLst/>
                      </a:endParaRPr>
                    </a:p>
                    <a:p>
                      <a:pPr marL="0" marR="0" algn="ctr">
                        <a:lnSpc>
                          <a:spcPct val="107000"/>
                        </a:lnSpc>
                        <a:spcBef>
                          <a:spcPts val="0"/>
                        </a:spcBef>
                        <a:spcAft>
                          <a:spcPts val="0"/>
                        </a:spcAft>
                      </a:pPr>
                      <a:r>
                        <a:rPr lang="en-CA" sz="1200" kern="0">
                          <a:effectLst/>
                        </a:rPr>
                        <a:t>Storage: 256 GB SSD</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CA" sz="1200" kern="0" dirty="0">
                          <a:effectLst/>
                        </a:rPr>
                        <a:t>CPU: Intel Core i7 7</a:t>
                      </a:r>
                      <a:r>
                        <a:rPr lang="en-CA" sz="1200" kern="0" baseline="30000" dirty="0">
                          <a:effectLst/>
                        </a:rPr>
                        <a:t>th</a:t>
                      </a:r>
                      <a:r>
                        <a:rPr lang="en-CA" sz="1200" kern="0" dirty="0">
                          <a:effectLst/>
                        </a:rPr>
                        <a:t> Gen</a:t>
                      </a:r>
                      <a:endParaRPr lang="en-US" sz="1100" kern="100" dirty="0">
                        <a:effectLst/>
                      </a:endParaRPr>
                    </a:p>
                    <a:p>
                      <a:pPr marL="0" marR="0" algn="ctr">
                        <a:lnSpc>
                          <a:spcPct val="107000"/>
                        </a:lnSpc>
                        <a:spcBef>
                          <a:spcPts val="0"/>
                        </a:spcBef>
                        <a:spcAft>
                          <a:spcPts val="0"/>
                        </a:spcAft>
                      </a:pPr>
                      <a:r>
                        <a:rPr lang="en-CA" sz="1200" kern="0" dirty="0">
                          <a:effectLst/>
                        </a:rPr>
                        <a:t>OS: Windows 10 Pro</a:t>
                      </a:r>
                      <a:endParaRPr lang="en-US" sz="1100" kern="100" dirty="0">
                        <a:effectLst/>
                      </a:endParaRPr>
                    </a:p>
                    <a:p>
                      <a:pPr marL="0" marR="0" algn="ctr">
                        <a:lnSpc>
                          <a:spcPct val="107000"/>
                        </a:lnSpc>
                        <a:spcBef>
                          <a:spcPts val="0"/>
                        </a:spcBef>
                        <a:spcAft>
                          <a:spcPts val="0"/>
                        </a:spcAft>
                      </a:pPr>
                      <a:r>
                        <a:rPr lang="en-CA" sz="1200" kern="0" dirty="0">
                          <a:effectLst/>
                        </a:rPr>
                        <a:t>RAM: 16 GB</a:t>
                      </a:r>
                      <a:endParaRPr lang="en-US" sz="1100" kern="100" dirty="0">
                        <a:effectLst/>
                      </a:endParaRPr>
                    </a:p>
                    <a:p>
                      <a:pPr marL="0" marR="0" algn="ctr">
                        <a:lnSpc>
                          <a:spcPct val="107000"/>
                        </a:lnSpc>
                        <a:spcBef>
                          <a:spcPts val="0"/>
                        </a:spcBef>
                        <a:spcAft>
                          <a:spcPts val="0"/>
                        </a:spcAft>
                      </a:pPr>
                      <a:r>
                        <a:rPr lang="en-CA" sz="1200" kern="0" dirty="0">
                          <a:effectLst/>
                        </a:rPr>
                        <a:t>Storage: 1 TB SSD</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63232615"/>
                  </a:ext>
                </a:extLst>
              </a:tr>
            </a:tbl>
          </a:graphicData>
        </a:graphic>
      </p:graphicFrame>
      <p:pic>
        <p:nvPicPr>
          <p:cNvPr id="10" name="Picture 9">
            <a:extLst>
              <a:ext uri="{FF2B5EF4-FFF2-40B4-BE49-F238E27FC236}">
                <a16:creationId xmlns:a16="http://schemas.microsoft.com/office/drawing/2014/main" id="{D3EEB937-EB50-86DA-FF9B-874E398E15D6}"/>
              </a:ext>
            </a:extLst>
          </p:cNvPr>
          <p:cNvPicPr>
            <a:picLocks noChangeAspect="1"/>
          </p:cNvPicPr>
          <p:nvPr/>
        </p:nvPicPr>
        <p:blipFill>
          <a:blip r:embed="rId4"/>
          <a:srcRect/>
          <a:stretch/>
        </p:blipFill>
        <p:spPr bwMode="auto">
          <a:xfrm>
            <a:off x="9226816" y="2558454"/>
            <a:ext cx="2868930" cy="1343498"/>
          </a:xfrm>
          <a:prstGeom prst="rect">
            <a:avLst/>
          </a:prstGeom>
          <a:noFill/>
        </p:spPr>
      </p:pic>
      <p:pic>
        <p:nvPicPr>
          <p:cNvPr id="2" name="Picture 1" descr="A picture containing text, electronics, computer&#10;&#10;Description automatically generated">
            <a:extLst>
              <a:ext uri="{FF2B5EF4-FFF2-40B4-BE49-F238E27FC236}">
                <a16:creationId xmlns:a16="http://schemas.microsoft.com/office/drawing/2014/main" id="{8C113885-5199-5E17-3172-23087D4EF7E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9680" y="2783067"/>
            <a:ext cx="2060526" cy="1291866"/>
          </a:xfrm>
          <a:prstGeom prst="rect">
            <a:avLst/>
          </a:prstGeom>
          <a:noFill/>
        </p:spPr>
      </p:pic>
      <p:graphicFrame>
        <p:nvGraphicFramePr>
          <p:cNvPr id="4" name="Table 3">
            <a:extLst>
              <a:ext uri="{FF2B5EF4-FFF2-40B4-BE49-F238E27FC236}">
                <a16:creationId xmlns:a16="http://schemas.microsoft.com/office/drawing/2014/main" id="{6F0BC807-CFAD-2106-7148-393F769A6CBF}"/>
              </a:ext>
            </a:extLst>
          </p:cNvPr>
          <p:cNvGraphicFramePr>
            <a:graphicFrameLocks noGrp="1"/>
          </p:cNvGraphicFramePr>
          <p:nvPr>
            <p:extLst>
              <p:ext uri="{D42A27DB-BD31-4B8C-83A1-F6EECF244321}">
                <p14:modId xmlns:p14="http://schemas.microsoft.com/office/powerpoint/2010/main" val="1234893401"/>
              </p:ext>
            </p:extLst>
          </p:nvPr>
        </p:nvGraphicFramePr>
        <p:xfrm>
          <a:off x="2603667" y="5258588"/>
          <a:ext cx="6394450" cy="561213"/>
        </p:xfrm>
        <a:graphic>
          <a:graphicData uri="http://schemas.openxmlformats.org/drawingml/2006/table">
            <a:tbl>
              <a:tblPr firstRow="1" firstCol="1" bandRow="1">
                <a:tableStyleId>{5C22544A-7EE6-4342-B048-85BDC9FD1C3A}</a:tableStyleId>
              </a:tblPr>
              <a:tblGrid>
                <a:gridCol w="2511425">
                  <a:extLst>
                    <a:ext uri="{9D8B030D-6E8A-4147-A177-3AD203B41FA5}">
                      <a16:colId xmlns:a16="http://schemas.microsoft.com/office/drawing/2014/main" val="1620947565"/>
                    </a:ext>
                  </a:extLst>
                </a:gridCol>
                <a:gridCol w="914400">
                  <a:extLst>
                    <a:ext uri="{9D8B030D-6E8A-4147-A177-3AD203B41FA5}">
                      <a16:colId xmlns:a16="http://schemas.microsoft.com/office/drawing/2014/main" val="1965401109"/>
                    </a:ext>
                  </a:extLst>
                </a:gridCol>
                <a:gridCol w="1200150">
                  <a:extLst>
                    <a:ext uri="{9D8B030D-6E8A-4147-A177-3AD203B41FA5}">
                      <a16:colId xmlns:a16="http://schemas.microsoft.com/office/drawing/2014/main" val="1694779929"/>
                    </a:ext>
                  </a:extLst>
                </a:gridCol>
                <a:gridCol w="1768475">
                  <a:extLst>
                    <a:ext uri="{9D8B030D-6E8A-4147-A177-3AD203B41FA5}">
                      <a16:colId xmlns:a16="http://schemas.microsoft.com/office/drawing/2014/main" val="3536066064"/>
                    </a:ext>
                  </a:extLst>
                </a:gridCol>
              </a:tblGrid>
              <a:tr h="0">
                <a:tc>
                  <a:txBody>
                    <a:bodyPr/>
                    <a:lstStyle/>
                    <a:p>
                      <a:pPr marL="0" marR="0" algn="just">
                        <a:lnSpc>
                          <a:spcPct val="107000"/>
                        </a:lnSpc>
                        <a:spcBef>
                          <a:spcPts val="0"/>
                        </a:spcBef>
                        <a:spcAft>
                          <a:spcPts val="0"/>
                        </a:spcAft>
                      </a:pPr>
                      <a:r>
                        <a:rPr lang="en-CA" sz="1200" kern="0">
                          <a:effectLst/>
                        </a:rPr>
                        <a:t>Product</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CA" sz="1200" kern="0" dirty="0">
                          <a:effectLst/>
                        </a:rPr>
                        <a:t>Quantity</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CA" sz="1200" kern="0">
                          <a:effectLst/>
                        </a:rPr>
                        <a:t>Price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CA" sz="1200" kern="0">
                          <a:effectLst/>
                        </a:rPr>
                        <a:t>Total Price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62435883"/>
                  </a:ext>
                </a:extLst>
              </a:tr>
              <a:tr h="0">
                <a:tc>
                  <a:txBody>
                    <a:bodyPr/>
                    <a:lstStyle/>
                    <a:p>
                      <a:pPr marL="0" marR="0" algn="just">
                        <a:lnSpc>
                          <a:spcPct val="107000"/>
                        </a:lnSpc>
                        <a:spcBef>
                          <a:spcPts val="0"/>
                        </a:spcBef>
                        <a:spcAft>
                          <a:spcPts val="0"/>
                        </a:spcAft>
                      </a:pPr>
                      <a:r>
                        <a:rPr lang="en-CA" sz="1200" kern="0">
                          <a:effectLst/>
                        </a:rPr>
                        <a:t>HP Elite Dragonfly Notebook</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FF0000"/>
                    </a:solidFill>
                  </a:tcPr>
                </a:tc>
                <a:tc>
                  <a:txBody>
                    <a:bodyPr/>
                    <a:lstStyle/>
                    <a:p>
                      <a:pPr marL="0" marR="0" algn="just">
                        <a:lnSpc>
                          <a:spcPct val="107000"/>
                        </a:lnSpc>
                        <a:spcBef>
                          <a:spcPts val="0"/>
                        </a:spcBef>
                        <a:spcAft>
                          <a:spcPts val="0"/>
                        </a:spcAft>
                      </a:pPr>
                      <a:r>
                        <a:rPr lang="en-CA" sz="1200" kern="0">
                          <a:effectLst/>
                        </a:rPr>
                        <a:t>70</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FF0000"/>
                    </a:solidFill>
                  </a:tcPr>
                </a:tc>
                <a:tc>
                  <a:txBody>
                    <a:bodyPr/>
                    <a:lstStyle/>
                    <a:p>
                      <a:pPr marL="0" marR="0" algn="just">
                        <a:lnSpc>
                          <a:spcPct val="107000"/>
                        </a:lnSpc>
                        <a:spcBef>
                          <a:spcPts val="0"/>
                        </a:spcBef>
                        <a:spcAft>
                          <a:spcPts val="0"/>
                        </a:spcAft>
                      </a:pPr>
                      <a:r>
                        <a:rPr lang="en-CA" sz="1200" kern="0">
                          <a:effectLst/>
                        </a:rPr>
                        <a:t>$3053.38</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FF0000"/>
                    </a:solidFill>
                  </a:tcPr>
                </a:tc>
                <a:tc>
                  <a:txBody>
                    <a:bodyPr/>
                    <a:lstStyle/>
                    <a:p>
                      <a:pPr marL="0" marR="0" algn="just">
                        <a:lnSpc>
                          <a:spcPct val="107000"/>
                        </a:lnSpc>
                        <a:spcBef>
                          <a:spcPts val="0"/>
                        </a:spcBef>
                        <a:spcAft>
                          <a:spcPts val="0"/>
                        </a:spcAft>
                      </a:pPr>
                      <a:r>
                        <a:rPr lang="en-CA" sz="1200" kern="0" dirty="0">
                          <a:effectLst/>
                        </a:rPr>
                        <a:t>$213,736.60</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FF0000"/>
                    </a:solidFill>
                  </a:tcPr>
                </a:tc>
                <a:extLst>
                  <a:ext uri="{0D108BD9-81ED-4DB2-BD59-A6C34878D82A}">
                    <a16:rowId xmlns:a16="http://schemas.microsoft.com/office/drawing/2014/main" val="3160212364"/>
                  </a:ext>
                </a:extLst>
              </a:tr>
              <a:tr h="0">
                <a:tc>
                  <a:txBody>
                    <a:bodyPr/>
                    <a:lstStyle/>
                    <a:p>
                      <a:pPr marL="0" marR="0" algn="just">
                        <a:lnSpc>
                          <a:spcPct val="107000"/>
                        </a:lnSpc>
                        <a:spcBef>
                          <a:spcPts val="0"/>
                        </a:spcBef>
                        <a:spcAft>
                          <a:spcPts val="0"/>
                        </a:spcAft>
                      </a:pPr>
                      <a:r>
                        <a:rPr lang="en-CA" sz="1200" kern="0">
                          <a:effectLst/>
                        </a:rPr>
                        <a:t>Lenovo ThinkPad X1 Carbon</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CA" sz="1200" kern="0">
                          <a:effectLst/>
                        </a:rPr>
                        <a:t>70</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CA" sz="1200" kern="0">
                          <a:effectLst/>
                        </a:rPr>
                        <a:t>$4057.78</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CA" sz="1200" kern="0" dirty="0">
                          <a:effectLst/>
                        </a:rPr>
                        <a:t>$284,044.60</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79128568"/>
                  </a:ext>
                </a:extLst>
              </a:tr>
            </a:tbl>
          </a:graphicData>
        </a:graphic>
      </p:graphicFrame>
    </p:spTree>
    <p:extLst>
      <p:ext uri="{BB962C8B-B14F-4D97-AF65-F5344CB8AC3E}">
        <p14:creationId xmlns:p14="http://schemas.microsoft.com/office/powerpoint/2010/main" val="5752736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45</a:t>
            </a:fld>
            <a:endParaRPr lang="en-US" sz="2400" dirty="0"/>
          </a:p>
        </p:txBody>
      </p:sp>
      <p:sp>
        <p:nvSpPr>
          <p:cNvPr id="8" name="Title 14">
            <a:extLst>
              <a:ext uri="{FF2B5EF4-FFF2-40B4-BE49-F238E27FC236}">
                <a16:creationId xmlns:a16="http://schemas.microsoft.com/office/drawing/2014/main" id="{0D9D5E02-581C-857B-4F42-A4435EDFE7E7}"/>
              </a:ext>
            </a:extLst>
          </p:cNvPr>
          <p:cNvSpPr>
            <a:spLocks noGrp="1"/>
          </p:cNvSpPr>
          <p:nvPr>
            <p:ph type="title"/>
          </p:nvPr>
        </p:nvSpPr>
        <p:spPr>
          <a:xfrm>
            <a:off x="329680" y="333392"/>
            <a:ext cx="11532637" cy="693151"/>
          </a:xfrm>
        </p:spPr>
        <p:style>
          <a:lnRef idx="2">
            <a:schemeClr val="dk1"/>
          </a:lnRef>
          <a:fillRef idx="1">
            <a:schemeClr val="lt1"/>
          </a:fillRef>
          <a:effectRef idx="0">
            <a:schemeClr val="dk1"/>
          </a:effectRef>
          <a:fontRef idx="minor">
            <a:schemeClr val="dk1"/>
          </a:fontRef>
        </p:style>
        <p:txBody>
          <a:bodyPr/>
          <a:lstStyle/>
          <a:p>
            <a:pPr algn="l">
              <a:lnSpc>
                <a:spcPct val="100000"/>
              </a:lnSpc>
            </a:pPr>
            <a:r>
              <a:rPr lang="en-US" sz="3600" dirty="0"/>
              <a:t>Project Review by Phase – Logical Design:</a:t>
            </a:r>
            <a:r>
              <a:rPr lang="en-US" sz="4000" dirty="0"/>
              <a:t> </a:t>
            </a:r>
          </a:p>
        </p:txBody>
      </p:sp>
      <p:sp>
        <p:nvSpPr>
          <p:cNvPr id="5" name="TextBox 4">
            <a:extLst>
              <a:ext uri="{FF2B5EF4-FFF2-40B4-BE49-F238E27FC236}">
                <a16:creationId xmlns:a16="http://schemas.microsoft.com/office/drawing/2014/main" id="{75858F56-BF14-ACA3-9DF4-E3485375081A}"/>
              </a:ext>
            </a:extLst>
          </p:cNvPr>
          <p:cNvSpPr txBox="1"/>
          <p:nvPr/>
        </p:nvSpPr>
        <p:spPr>
          <a:xfrm>
            <a:off x="329680" y="1493913"/>
            <a:ext cx="11532637" cy="34406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R="0" lvl="0" algn="just">
              <a:lnSpc>
                <a:spcPct val="107000"/>
              </a:lnSpc>
              <a:spcBef>
                <a:spcPts val="0"/>
              </a:spcBef>
              <a:spcAft>
                <a:spcPts val="0"/>
              </a:spcAft>
            </a:pPr>
            <a:r>
              <a:rPr lang="en-US" sz="1600" b="1" kern="100" dirty="0">
                <a:latin typeface="Calibri" panose="020F0502020204030204" pitchFamily="34" charset="0"/>
                <a:ea typeface="Calibri" panose="020F0502020204030204" pitchFamily="34" charset="0"/>
                <a:cs typeface="Times New Roman" panose="02020603050405020304" pitchFamily="18" charset="0"/>
              </a:rPr>
              <a:t>3. </a:t>
            </a:r>
            <a:r>
              <a:rPr lang="en-US" sz="1600" b="1" kern="100" dirty="0">
                <a:effectLst/>
                <a:latin typeface="Calibri" panose="020F0502020204030204" pitchFamily="34" charset="0"/>
                <a:ea typeface="Calibri" panose="020F0502020204030204" pitchFamily="34" charset="0"/>
                <a:cs typeface="Times New Roman" panose="02020603050405020304" pitchFamily="18" charset="0"/>
              </a:rPr>
              <a:t>Upgrade Server Rack – To Improve Cooling and System Stability</a:t>
            </a:r>
          </a:p>
        </p:txBody>
      </p:sp>
      <p:pic>
        <p:nvPicPr>
          <p:cNvPr id="9" name="Picture 8">
            <a:extLst>
              <a:ext uri="{FF2B5EF4-FFF2-40B4-BE49-F238E27FC236}">
                <a16:creationId xmlns:a16="http://schemas.microsoft.com/office/drawing/2014/main" id="{50B9B24D-6DA7-0190-93B2-FC292DE0F5B3}"/>
              </a:ext>
            </a:extLst>
          </p:cNvPr>
          <p:cNvPicPr>
            <a:picLocks noChangeAspect="1"/>
          </p:cNvPicPr>
          <p:nvPr/>
        </p:nvPicPr>
        <p:blipFill>
          <a:blip r:embed="rId4"/>
          <a:srcRect/>
          <a:stretch/>
        </p:blipFill>
        <p:spPr bwMode="auto">
          <a:xfrm>
            <a:off x="356455" y="2387743"/>
            <a:ext cx="1415578" cy="2976344"/>
          </a:xfrm>
          <a:prstGeom prst="rect">
            <a:avLst/>
          </a:prstGeom>
          <a:noFill/>
        </p:spPr>
      </p:pic>
      <p:pic>
        <p:nvPicPr>
          <p:cNvPr id="10" name="Picture 9">
            <a:extLst>
              <a:ext uri="{FF2B5EF4-FFF2-40B4-BE49-F238E27FC236}">
                <a16:creationId xmlns:a16="http://schemas.microsoft.com/office/drawing/2014/main" id="{D3EEB937-EB50-86DA-FF9B-874E398E15D6}"/>
              </a:ext>
            </a:extLst>
          </p:cNvPr>
          <p:cNvPicPr>
            <a:picLocks noChangeAspect="1"/>
          </p:cNvPicPr>
          <p:nvPr/>
        </p:nvPicPr>
        <p:blipFill>
          <a:blip r:embed="rId5"/>
          <a:srcRect/>
          <a:stretch/>
        </p:blipFill>
        <p:spPr bwMode="auto">
          <a:xfrm>
            <a:off x="10170695" y="2387743"/>
            <a:ext cx="1611228" cy="2922262"/>
          </a:xfrm>
          <a:prstGeom prst="rect">
            <a:avLst/>
          </a:prstGeom>
          <a:noFill/>
        </p:spPr>
      </p:pic>
      <p:graphicFrame>
        <p:nvGraphicFramePr>
          <p:cNvPr id="2" name="Table 1">
            <a:extLst>
              <a:ext uri="{FF2B5EF4-FFF2-40B4-BE49-F238E27FC236}">
                <a16:creationId xmlns:a16="http://schemas.microsoft.com/office/drawing/2014/main" id="{01BAFEFB-6AC7-0D96-894C-CA82BC13BBCA}"/>
              </a:ext>
            </a:extLst>
          </p:cNvPr>
          <p:cNvGraphicFramePr>
            <a:graphicFrameLocks noGrp="1"/>
          </p:cNvGraphicFramePr>
          <p:nvPr>
            <p:extLst>
              <p:ext uri="{D42A27DB-BD31-4B8C-83A1-F6EECF244321}">
                <p14:modId xmlns:p14="http://schemas.microsoft.com/office/powerpoint/2010/main" val="508626213"/>
              </p:ext>
            </p:extLst>
          </p:nvPr>
        </p:nvGraphicFramePr>
        <p:xfrm>
          <a:off x="2603665" y="2203400"/>
          <a:ext cx="6394452" cy="2795269"/>
        </p:xfrm>
        <a:graphic>
          <a:graphicData uri="http://schemas.openxmlformats.org/drawingml/2006/table">
            <a:tbl>
              <a:tblPr firstRow="1" firstCol="1" bandRow="1">
                <a:tableStyleId>{5C22544A-7EE6-4342-B048-85BDC9FD1C3A}</a:tableStyleId>
              </a:tblPr>
              <a:tblGrid>
                <a:gridCol w="3197226">
                  <a:extLst>
                    <a:ext uri="{9D8B030D-6E8A-4147-A177-3AD203B41FA5}">
                      <a16:colId xmlns:a16="http://schemas.microsoft.com/office/drawing/2014/main" val="2059025545"/>
                    </a:ext>
                  </a:extLst>
                </a:gridCol>
                <a:gridCol w="3197226">
                  <a:extLst>
                    <a:ext uri="{9D8B030D-6E8A-4147-A177-3AD203B41FA5}">
                      <a16:colId xmlns:a16="http://schemas.microsoft.com/office/drawing/2014/main" val="1898209063"/>
                    </a:ext>
                  </a:extLst>
                </a:gridCol>
              </a:tblGrid>
              <a:tr h="515143">
                <a:tc>
                  <a:txBody>
                    <a:bodyPr/>
                    <a:lstStyle/>
                    <a:p>
                      <a:pPr marL="228600" marR="0" algn="ctr">
                        <a:lnSpc>
                          <a:spcPct val="107000"/>
                        </a:lnSpc>
                        <a:spcBef>
                          <a:spcPts val="0"/>
                        </a:spcBef>
                        <a:spcAft>
                          <a:spcPts val="0"/>
                        </a:spcAft>
                      </a:pPr>
                      <a:r>
                        <a:rPr lang="en-CA" sz="1600" kern="0">
                          <a:effectLst/>
                        </a:rPr>
                        <a:t>Option 3A</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228600" marR="0" algn="ctr">
                        <a:lnSpc>
                          <a:spcPct val="107000"/>
                        </a:lnSpc>
                        <a:spcBef>
                          <a:spcPts val="0"/>
                        </a:spcBef>
                        <a:spcAft>
                          <a:spcPts val="0"/>
                        </a:spcAft>
                      </a:pPr>
                      <a:r>
                        <a:rPr lang="en-CA" sz="1600" kern="0" dirty="0">
                          <a:effectLst/>
                        </a:rPr>
                        <a:t>Option 3B</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98735892"/>
                  </a:ext>
                </a:extLst>
              </a:tr>
              <a:tr h="515143">
                <a:tc>
                  <a:txBody>
                    <a:bodyPr/>
                    <a:lstStyle/>
                    <a:p>
                      <a:pPr marL="228600" marR="0" algn="ctr">
                        <a:lnSpc>
                          <a:spcPct val="107000"/>
                        </a:lnSpc>
                        <a:spcBef>
                          <a:spcPts val="0"/>
                        </a:spcBef>
                        <a:spcAft>
                          <a:spcPts val="0"/>
                        </a:spcAft>
                      </a:pPr>
                      <a:r>
                        <a:rPr lang="en-CA" sz="1200" kern="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228600" marR="0" algn="ctr">
                        <a:lnSpc>
                          <a:spcPct val="107000"/>
                        </a:lnSpc>
                        <a:spcBef>
                          <a:spcPts val="0"/>
                        </a:spcBef>
                        <a:spcAft>
                          <a:spcPts val="0"/>
                        </a:spcAft>
                      </a:pPr>
                      <a:r>
                        <a:rPr lang="en-CA" sz="1200" kern="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08448001"/>
                  </a:ext>
                </a:extLst>
              </a:tr>
              <a:tr h="393668">
                <a:tc>
                  <a:txBody>
                    <a:bodyPr/>
                    <a:lstStyle/>
                    <a:p>
                      <a:pPr marL="0" marR="0" algn="ctr">
                        <a:lnSpc>
                          <a:spcPct val="107000"/>
                        </a:lnSpc>
                        <a:spcBef>
                          <a:spcPts val="0"/>
                        </a:spcBef>
                        <a:spcAft>
                          <a:spcPts val="0"/>
                        </a:spcAft>
                      </a:pPr>
                      <a:r>
                        <a:rPr lang="en-CA" sz="1400" kern="0" dirty="0">
                          <a:effectLst/>
                        </a:rPr>
                        <a:t>7k BTU Air-Conditioned Server Rack</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CA" sz="1400" kern="0">
                          <a:effectLst/>
                        </a:rPr>
                        <a:t>Rb-Av42 42U 24D Audio-Visual Cabinet</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84214905"/>
                  </a:ext>
                </a:extLst>
              </a:tr>
              <a:tr h="1371315">
                <a:tc>
                  <a:txBody>
                    <a:bodyPr/>
                    <a:lstStyle/>
                    <a:p>
                      <a:pPr marL="0" marR="0" algn="ctr">
                        <a:lnSpc>
                          <a:spcPct val="107000"/>
                        </a:lnSpc>
                        <a:spcBef>
                          <a:spcPts val="0"/>
                        </a:spcBef>
                        <a:spcAft>
                          <a:spcPts val="0"/>
                        </a:spcAft>
                      </a:pPr>
                      <a:r>
                        <a:rPr lang="en-CA" sz="1200" kern="0">
                          <a:effectLst/>
                        </a:rPr>
                        <a:t>Rack Units: 42</a:t>
                      </a:r>
                      <a:endParaRPr lang="en-US" sz="1100" kern="100">
                        <a:effectLst/>
                      </a:endParaRPr>
                    </a:p>
                    <a:p>
                      <a:pPr marL="0" marR="0" algn="ctr">
                        <a:lnSpc>
                          <a:spcPct val="107000"/>
                        </a:lnSpc>
                        <a:spcBef>
                          <a:spcPts val="0"/>
                        </a:spcBef>
                        <a:spcAft>
                          <a:spcPts val="0"/>
                        </a:spcAft>
                      </a:pPr>
                      <a:r>
                        <a:rPr lang="en-CA" sz="1200" kern="0">
                          <a:effectLst/>
                        </a:rPr>
                        <a:t>Cooling Capacity: 7000 BTU (2.0 kW)</a:t>
                      </a:r>
                      <a:endParaRPr lang="en-US" sz="1100" kern="100">
                        <a:effectLst/>
                      </a:endParaRPr>
                    </a:p>
                    <a:p>
                      <a:pPr marL="0" marR="0" algn="ctr">
                        <a:lnSpc>
                          <a:spcPct val="107000"/>
                        </a:lnSpc>
                        <a:spcBef>
                          <a:spcPts val="0"/>
                        </a:spcBef>
                        <a:spcAft>
                          <a:spcPts val="0"/>
                        </a:spcAft>
                      </a:pPr>
                      <a:r>
                        <a:rPr lang="en-CA" sz="1200" kern="0">
                          <a:effectLst/>
                        </a:rPr>
                        <a:t>Noise Level: 57 dbA</a:t>
                      </a:r>
                      <a:endParaRPr lang="en-US" sz="1100" kern="100">
                        <a:effectLst/>
                      </a:endParaRPr>
                    </a:p>
                    <a:p>
                      <a:pPr marL="0" marR="0" algn="ctr">
                        <a:lnSpc>
                          <a:spcPct val="107000"/>
                        </a:lnSpc>
                        <a:spcBef>
                          <a:spcPts val="0"/>
                        </a:spcBef>
                        <a:spcAft>
                          <a:spcPts val="0"/>
                        </a:spcAft>
                      </a:pPr>
                      <a:r>
                        <a:rPr lang="en-CA" sz="1200" kern="0">
                          <a:effectLst/>
                        </a:rPr>
                        <a:t>Door: Vented Door</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CA" sz="1200" kern="0" dirty="0">
                          <a:effectLst/>
                        </a:rPr>
                        <a:t>Rack Units: 42</a:t>
                      </a:r>
                      <a:endParaRPr lang="en-US" sz="1100" kern="100" dirty="0">
                        <a:effectLst/>
                      </a:endParaRPr>
                    </a:p>
                    <a:p>
                      <a:pPr marL="0" marR="0" algn="ctr">
                        <a:lnSpc>
                          <a:spcPct val="107000"/>
                        </a:lnSpc>
                        <a:spcBef>
                          <a:spcPts val="0"/>
                        </a:spcBef>
                        <a:spcAft>
                          <a:spcPts val="0"/>
                        </a:spcAft>
                      </a:pPr>
                      <a:r>
                        <a:rPr lang="en-CA" sz="1200" kern="0" dirty="0">
                          <a:effectLst/>
                        </a:rPr>
                        <a:t>Cooling Capacity: NA</a:t>
                      </a:r>
                      <a:endParaRPr lang="en-US" sz="1100" kern="100" dirty="0">
                        <a:effectLst/>
                      </a:endParaRPr>
                    </a:p>
                    <a:p>
                      <a:pPr marL="0" marR="0" algn="ctr">
                        <a:lnSpc>
                          <a:spcPct val="107000"/>
                        </a:lnSpc>
                        <a:spcBef>
                          <a:spcPts val="0"/>
                        </a:spcBef>
                        <a:spcAft>
                          <a:spcPts val="0"/>
                        </a:spcAft>
                      </a:pPr>
                      <a:r>
                        <a:rPr lang="en-CA" sz="1200" kern="0" dirty="0">
                          <a:effectLst/>
                        </a:rPr>
                        <a:t>Door: Glass Door</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85974744"/>
                  </a:ext>
                </a:extLst>
              </a:tr>
            </a:tbl>
          </a:graphicData>
        </a:graphic>
      </p:graphicFrame>
      <p:graphicFrame>
        <p:nvGraphicFramePr>
          <p:cNvPr id="4" name="Table 3">
            <a:extLst>
              <a:ext uri="{FF2B5EF4-FFF2-40B4-BE49-F238E27FC236}">
                <a16:creationId xmlns:a16="http://schemas.microsoft.com/office/drawing/2014/main" id="{2DE73E49-6D5E-A13A-C136-342339AAAACD}"/>
              </a:ext>
            </a:extLst>
          </p:cNvPr>
          <p:cNvGraphicFramePr>
            <a:graphicFrameLocks noGrp="1"/>
          </p:cNvGraphicFramePr>
          <p:nvPr>
            <p:extLst>
              <p:ext uri="{D42A27DB-BD31-4B8C-83A1-F6EECF244321}">
                <p14:modId xmlns:p14="http://schemas.microsoft.com/office/powerpoint/2010/main" val="1835536928"/>
              </p:ext>
            </p:extLst>
          </p:nvPr>
        </p:nvGraphicFramePr>
        <p:xfrm>
          <a:off x="2603667" y="5310005"/>
          <a:ext cx="6394450" cy="843634"/>
        </p:xfrm>
        <a:graphic>
          <a:graphicData uri="http://schemas.openxmlformats.org/drawingml/2006/table">
            <a:tbl>
              <a:tblPr firstRow="1" firstCol="1" bandRow="1">
                <a:tableStyleId>{5C22544A-7EE6-4342-B048-85BDC9FD1C3A}</a:tableStyleId>
              </a:tblPr>
              <a:tblGrid>
                <a:gridCol w="2511425">
                  <a:extLst>
                    <a:ext uri="{9D8B030D-6E8A-4147-A177-3AD203B41FA5}">
                      <a16:colId xmlns:a16="http://schemas.microsoft.com/office/drawing/2014/main" val="4159785982"/>
                    </a:ext>
                  </a:extLst>
                </a:gridCol>
                <a:gridCol w="914400">
                  <a:extLst>
                    <a:ext uri="{9D8B030D-6E8A-4147-A177-3AD203B41FA5}">
                      <a16:colId xmlns:a16="http://schemas.microsoft.com/office/drawing/2014/main" val="3233659354"/>
                    </a:ext>
                  </a:extLst>
                </a:gridCol>
                <a:gridCol w="1200150">
                  <a:extLst>
                    <a:ext uri="{9D8B030D-6E8A-4147-A177-3AD203B41FA5}">
                      <a16:colId xmlns:a16="http://schemas.microsoft.com/office/drawing/2014/main" val="1676634845"/>
                    </a:ext>
                  </a:extLst>
                </a:gridCol>
                <a:gridCol w="1768475">
                  <a:extLst>
                    <a:ext uri="{9D8B030D-6E8A-4147-A177-3AD203B41FA5}">
                      <a16:colId xmlns:a16="http://schemas.microsoft.com/office/drawing/2014/main" val="3122713194"/>
                    </a:ext>
                  </a:extLst>
                </a:gridCol>
              </a:tblGrid>
              <a:tr h="273785">
                <a:tc>
                  <a:txBody>
                    <a:bodyPr/>
                    <a:lstStyle/>
                    <a:p>
                      <a:pPr marL="0" marR="0" algn="just">
                        <a:lnSpc>
                          <a:spcPct val="107000"/>
                        </a:lnSpc>
                        <a:spcBef>
                          <a:spcPts val="0"/>
                        </a:spcBef>
                        <a:spcAft>
                          <a:spcPts val="0"/>
                        </a:spcAft>
                      </a:pPr>
                      <a:r>
                        <a:rPr lang="en-CA" sz="1200" kern="0">
                          <a:effectLst/>
                        </a:rPr>
                        <a:t>Product</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CA" sz="1200" kern="0">
                          <a:effectLst/>
                        </a:rPr>
                        <a:t>Quantity</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CA" sz="1200" kern="0">
                          <a:effectLst/>
                        </a:rPr>
                        <a:t>Price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CA" sz="1200" kern="0">
                          <a:effectLst/>
                        </a:rPr>
                        <a:t>Total Price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54387049"/>
                  </a:ext>
                </a:extLst>
              </a:tr>
              <a:tr h="0">
                <a:tc>
                  <a:txBody>
                    <a:bodyPr/>
                    <a:lstStyle/>
                    <a:p>
                      <a:pPr marL="0" marR="0" algn="just">
                        <a:lnSpc>
                          <a:spcPct val="107000"/>
                        </a:lnSpc>
                        <a:spcBef>
                          <a:spcPts val="0"/>
                        </a:spcBef>
                        <a:spcAft>
                          <a:spcPts val="0"/>
                        </a:spcAft>
                      </a:pPr>
                      <a:r>
                        <a:rPr lang="en-CA" sz="1200" kern="0" dirty="0">
                          <a:effectLst/>
                        </a:rPr>
                        <a:t>7k BTU Air-Conditioned Server Rack</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FF0000"/>
                    </a:solidFill>
                  </a:tcPr>
                </a:tc>
                <a:tc>
                  <a:txBody>
                    <a:bodyPr/>
                    <a:lstStyle/>
                    <a:p>
                      <a:pPr marL="0" marR="0" algn="just">
                        <a:lnSpc>
                          <a:spcPct val="107000"/>
                        </a:lnSpc>
                        <a:spcBef>
                          <a:spcPts val="0"/>
                        </a:spcBef>
                        <a:spcAft>
                          <a:spcPts val="0"/>
                        </a:spcAft>
                      </a:pPr>
                      <a:r>
                        <a:rPr lang="en-CA" sz="1200" kern="0">
                          <a:effectLst/>
                        </a:rPr>
                        <a:t>1</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FF0000"/>
                    </a:solidFill>
                  </a:tcPr>
                </a:tc>
                <a:tc>
                  <a:txBody>
                    <a:bodyPr/>
                    <a:lstStyle/>
                    <a:p>
                      <a:pPr marL="0" marR="0" algn="just">
                        <a:lnSpc>
                          <a:spcPct val="107000"/>
                        </a:lnSpc>
                        <a:spcBef>
                          <a:spcPts val="0"/>
                        </a:spcBef>
                        <a:spcAft>
                          <a:spcPts val="0"/>
                        </a:spcAft>
                      </a:pPr>
                      <a:r>
                        <a:rPr lang="en-CA" sz="1200" kern="0">
                          <a:effectLst/>
                        </a:rPr>
                        <a:t>$3857.58</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FF0000"/>
                    </a:solidFill>
                  </a:tcPr>
                </a:tc>
                <a:tc>
                  <a:txBody>
                    <a:bodyPr/>
                    <a:lstStyle/>
                    <a:p>
                      <a:pPr marL="0" marR="0" algn="just">
                        <a:lnSpc>
                          <a:spcPct val="107000"/>
                        </a:lnSpc>
                        <a:spcBef>
                          <a:spcPts val="0"/>
                        </a:spcBef>
                        <a:spcAft>
                          <a:spcPts val="0"/>
                        </a:spcAft>
                      </a:pPr>
                      <a:r>
                        <a:rPr lang="en-CA" sz="1200" kern="0" dirty="0">
                          <a:effectLst/>
                        </a:rPr>
                        <a:t>$3857.58</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FF0000"/>
                    </a:solidFill>
                  </a:tcPr>
                </a:tc>
                <a:extLst>
                  <a:ext uri="{0D108BD9-81ED-4DB2-BD59-A6C34878D82A}">
                    <a16:rowId xmlns:a16="http://schemas.microsoft.com/office/drawing/2014/main" val="3865464119"/>
                  </a:ext>
                </a:extLst>
              </a:tr>
              <a:tr h="0">
                <a:tc>
                  <a:txBody>
                    <a:bodyPr/>
                    <a:lstStyle/>
                    <a:p>
                      <a:pPr marL="0" marR="0" algn="just">
                        <a:lnSpc>
                          <a:spcPct val="107000"/>
                        </a:lnSpc>
                        <a:spcBef>
                          <a:spcPts val="0"/>
                        </a:spcBef>
                        <a:spcAft>
                          <a:spcPts val="0"/>
                        </a:spcAft>
                      </a:pPr>
                      <a:r>
                        <a:rPr lang="en-CA" sz="1200" kern="0">
                          <a:effectLst/>
                        </a:rPr>
                        <a:t>Rb-Av42 42U 24D Audio-Visual Cabinet</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CA" sz="1200" kern="0">
                          <a:effectLst/>
                        </a:rPr>
                        <a:t>1</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CA" sz="1200" kern="0">
                          <a:effectLst/>
                        </a:rPr>
                        <a:t>$2142.86</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CA" sz="1200" kern="0" dirty="0">
                          <a:effectLst/>
                        </a:rPr>
                        <a:t>$2142.86</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12078813"/>
                  </a:ext>
                </a:extLst>
              </a:tr>
            </a:tbl>
          </a:graphicData>
        </a:graphic>
      </p:graphicFrame>
    </p:spTree>
    <p:extLst>
      <p:ext uri="{BB962C8B-B14F-4D97-AF65-F5344CB8AC3E}">
        <p14:creationId xmlns:p14="http://schemas.microsoft.com/office/powerpoint/2010/main" val="26241734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46</a:t>
            </a:fld>
            <a:endParaRPr lang="en-US" sz="2400" dirty="0"/>
          </a:p>
        </p:txBody>
      </p:sp>
      <p:sp>
        <p:nvSpPr>
          <p:cNvPr id="8" name="Title 14">
            <a:extLst>
              <a:ext uri="{FF2B5EF4-FFF2-40B4-BE49-F238E27FC236}">
                <a16:creationId xmlns:a16="http://schemas.microsoft.com/office/drawing/2014/main" id="{0D9D5E02-581C-857B-4F42-A4435EDFE7E7}"/>
              </a:ext>
            </a:extLst>
          </p:cNvPr>
          <p:cNvSpPr>
            <a:spLocks noGrp="1"/>
          </p:cNvSpPr>
          <p:nvPr>
            <p:ph type="title"/>
          </p:nvPr>
        </p:nvSpPr>
        <p:spPr>
          <a:xfrm>
            <a:off x="329680" y="333392"/>
            <a:ext cx="11532637" cy="693151"/>
          </a:xfrm>
        </p:spPr>
        <p:style>
          <a:lnRef idx="2">
            <a:schemeClr val="dk1"/>
          </a:lnRef>
          <a:fillRef idx="1">
            <a:schemeClr val="lt1"/>
          </a:fillRef>
          <a:effectRef idx="0">
            <a:schemeClr val="dk1"/>
          </a:effectRef>
          <a:fontRef idx="minor">
            <a:schemeClr val="dk1"/>
          </a:fontRef>
        </p:style>
        <p:txBody>
          <a:bodyPr/>
          <a:lstStyle/>
          <a:p>
            <a:pPr algn="l">
              <a:lnSpc>
                <a:spcPct val="100000"/>
              </a:lnSpc>
            </a:pPr>
            <a:r>
              <a:rPr lang="en-US" sz="3600" dirty="0"/>
              <a:t>Project Review by Phase – Logical Design:</a:t>
            </a:r>
            <a:r>
              <a:rPr lang="en-US" sz="4000" dirty="0"/>
              <a:t> </a:t>
            </a:r>
          </a:p>
        </p:txBody>
      </p:sp>
      <p:sp>
        <p:nvSpPr>
          <p:cNvPr id="5" name="TextBox 4">
            <a:extLst>
              <a:ext uri="{FF2B5EF4-FFF2-40B4-BE49-F238E27FC236}">
                <a16:creationId xmlns:a16="http://schemas.microsoft.com/office/drawing/2014/main" id="{75858F56-BF14-ACA3-9DF4-E3485375081A}"/>
              </a:ext>
            </a:extLst>
          </p:cNvPr>
          <p:cNvSpPr txBox="1"/>
          <p:nvPr/>
        </p:nvSpPr>
        <p:spPr>
          <a:xfrm>
            <a:off x="329680" y="1493913"/>
            <a:ext cx="11532637" cy="34406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R="0" lvl="0" algn="just">
              <a:lnSpc>
                <a:spcPct val="107000"/>
              </a:lnSpc>
              <a:spcBef>
                <a:spcPts val="0"/>
              </a:spcBef>
              <a:spcAft>
                <a:spcPts val="0"/>
              </a:spcAft>
            </a:pPr>
            <a:r>
              <a:rPr lang="en-US" sz="1600" b="1" kern="100" dirty="0">
                <a:latin typeface="Calibri" panose="020F0502020204030204" pitchFamily="34" charset="0"/>
                <a:ea typeface="Calibri" panose="020F0502020204030204" pitchFamily="34" charset="0"/>
                <a:cs typeface="Calibri" panose="020F0502020204030204" pitchFamily="34" charset="0"/>
              </a:rPr>
              <a:t>4. </a:t>
            </a:r>
            <a:r>
              <a:rPr lang="en-US" sz="1600" b="1" kern="100" dirty="0">
                <a:effectLst/>
                <a:latin typeface="Calibri" panose="020F0502020204030204" pitchFamily="34" charset="0"/>
                <a:ea typeface="Calibri" panose="020F0502020204030204" pitchFamily="34" charset="0"/>
                <a:cs typeface="Calibri" panose="020F0502020204030204" pitchFamily="34" charset="0"/>
              </a:rPr>
              <a:t>Upgrade Staff Desk – To Improve Work Area Ergonomics</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id="{50B9B24D-6DA7-0190-93B2-FC292DE0F5B3}"/>
              </a:ext>
            </a:extLst>
          </p:cNvPr>
          <p:cNvPicPr>
            <a:picLocks noChangeAspect="1"/>
          </p:cNvPicPr>
          <p:nvPr/>
        </p:nvPicPr>
        <p:blipFill>
          <a:blip r:embed="rId4"/>
          <a:srcRect/>
          <a:stretch/>
        </p:blipFill>
        <p:spPr bwMode="auto">
          <a:xfrm>
            <a:off x="350395" y="2387743"/>
            <a:ext cx="1863415" cy="2280510"/>
          </a:xfrm>
          <a:prstGeom prst="rect">
            <a:avLst/>
          </a:prstGeom>
          <a:noFill/>
        </p:spPr>
      </p:pic>
      <p:pic>
        <p:nvPicPr>
          <p:cNvPr id="10" name="Picture 9">
            <a:extLst>
              <a:ext uri="{FF2B5EF4-FFF2-40B4-BE49-F238E27FC236}">
                <a16:creationId xmlns:a16="http://schemas.microsoft.com/office/drawing/2014/main" id="{D3EEB937-EB50-86DA-FF9B-874E398E15D6}"/>
              </a:ext>
            </a:extLst>
          </p:cNvPr>
          <p:cNvPicPr>
            <a:picLocks noChangeAspect="1"/>
          </p:cNvPicPr>
          <p:nvPr/>
        </p:nvPicPr>
        <p:blipFill>
          <a:blip r:embed="rId5"/>
          <a:srcRect/>
          <a:stretch/>
        </p:blipFill>
        <p:spPr bwMode="auto">
          <a:xfrm>
            <a:off x="9615212" y="2501541"/>
            <a:ext cx="2166712" cy="2166712"/>
          </a:xfrm>
          <a:prstGeom prst="rect">
            <a:avLst/>
          </a:prstGeom>
          <a:noFill/>
        </p:spPr>
      </p:pic>
      <p:graphicFrame>
        <p:nvGraphicFramePr>
          <p:cNvPr id="2" name="Table 1">
            <a:extLst>
              <a:ext uri="{FF2B5EF4-FFF2-40B4-BE49-F238E27FC236}">
                <a16:creationId xmlns:a16="http://schemas.microsoft.com/office/drawing/2014/main" id="{9F4E107B-5EE3-D4E4-AF63-AACBDA724839}"/>
              </a:ext>
            </a:extLst>
          </p:cNvPr>
          <p:cNvGraphicFramePr>
            <a:graphicFrameLocks noGrp="1"/>
          </p:cNvGraphicFramePr>
          <p:nvPr>
            <p:extLst>
              <p:ext uri="{D42A27DB-BD31-4B8C-83A1-F6EECF244321}">
                <p14:modId xmlns:p14="http://schemas.microsoft.com/office/powerpoint/2010/main" val="3462897130"/>
              </p:ext>
            </p:extLst>
          </p:nvPr>
        </p:nvGraphicFramePr>
        <p:xfrm>
          <a:off x="2603667" y="2265955"/>
          <a:ext cx="6394450" cy="2754063"/>
        </p:xfrm>
        <a:graphic>
          <a:graphicData uri="http://schemas.openxmlformats.org/drawingml/2006/table">
            <a:tbl>
              <a:tblPr firstRow="1" firstCol="1" bandRow="1">
                <a:tableStyleId>{5C22544A-7EE6-4342-B048-85BDC9FD1C3A}</a:tableStyleId>
              </a:tblPr>
              <a:tblGrid>
                <a:gridCol w="3197225">
                  <a:extLst>
                    <a:ext uri="{9D8B030D-6E8A-4147-A177-3AD203B41FA5}">
                      <a16:colId xmlns:a16="http://schemas.microsoft.com/office/drawing/2014/main" val="3456567457"/>
                    </a:ext>
                  </a:extLst>
                </a:gridCol>
                <a:gridCol w="3197225">
                  <a:extLst>
                    <a:ext uri="{9D8B030D-6E8A-4147-A177-3AD203B41FA5}">
                      <a16:colId xmlns:a16="http://schemas.microsoft.com/office/drawing/2014/main" val="3793350628"/>
                    </a:ext>
                  </a:extLst>
                </a:gridCol>
              </a:tblGrid>
              <a:tr h="473128">
                <a:tc>
                  <a:txBody>
                    <a:bodyPr/>
                    <a:lstStyle/>
                    <a:p>
                      <a:pPr marL="228600" marR="0" algn="ctr">
                        <a:lnSpc>
                          <a:spcPct val="107000"/>
                        </a:lnSpc>
                        <a:spcBef>
                          <a:spcPts val="0"/>
                        </a:spcBef>
                        <a:spcAft>
                          <a:spcPts val="0"/>
                        </a:spcAft>
                      </a:pPr>
                      <a:r>
                        <a:rPr lang="en-CA" sz="1100">
                          <a:effectLst/>
                        </a:rPr>
                        <a:t>Option 4A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228600" marR="0" algn="ctr">
                        <a:lnSpc>
                          <a:spcPct val="107000"/>
                        </a:lnSpc>
                        <a:spcBef>
                          <a:spcPts val="0"/>
                        </a:spcBef>
                        <a:spcAft>
                          <a:spcPts val="0"/>
                        </a:spcAft>
                      </a:pPr>
                      <a:r>
                        <a:rPr lang="en-CA" sz="1100">
                          <a:effectLst/>
                        </a:rPr>
                        <a:t>Option 4B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50702059"/>
                  </a:ext>
                </a:extLst>
              </a:tr>
              <a:tr h="473128">
                <a:tc>
                  <a:txBody>
                    <a:bodyPr/>
                    <a:lstStyle/>
                    <a:p>
                      <a:pPr marL="228600" marR="0" algn="ctr">
                        <a:lnSpc>
                          <a:spcPct val="107000"/>
                        </a:lnSpc>
                        <a:spcBef>
                          <a:spcPts val="0"/>
                        </a:spcBef>
                        <a:spcAft>
                          <a:spcPts val="0"/>
                        </a:spcAft>
                      </a:pP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228600" marR="0" algn="ctr">
                        <a:lnSpc>
                          <a:spcPct val="107000"/>
                        </a:lnSpc>
                        <a:spcBef>
                          <a:spcPts val="0"/>
                        </a:spcBef>
                        <a:spcAft>
                          <a:spcPts val="0"/>
                        </a:spcAft>
                      </a:pP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80470113"/>
                  </a:ext>
                </a:extLst>
              </a:tr>
              <a:tr h="361561">
                <a:tc>
                  <a:txBody>
                    <a:bodyPr/>
                    <a:lstStyle/>
                    <a:p>
                      <a:pPr marL="0" marR="0" algn="ctr">
                        <a:lnSpc>
                          <a:spcPct val="107000"/>
                        </a:lnSpc>
                        <a:spcBef>
                          <a:spcPts val="0"/>
                        </a:spcBef>
                        <a:spcAft>
                          <a:spcPts val="0"/>
                        </a:spcAft>
                      </a:pPr>
                      <a:r>
                        <a:rPr lang="en-CA" sz="1100" kern="100" dirty="0" err="1">
                          <a:effectLst/>
                        </a:rPr>
                        <a:t>Altamae</a:t>
                      </a:r>
                      <a:r>
                        <a:rPr lang="en-CA" sz="1100" kern="100" dirty="0">
                          <a:effectLst/>
                        </a:rPr>
                        <a:t> 48” Adjustable Height Standing Desk</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marR="0" algn="ctr">
                        <a:lnSpc>
                          <a:spcPct val="107000"/>
                        </a:lnSpc>
                        <a:spcBef>
                          <a:spcPts val="0"/>
                        </a:spcBef>
                        <a:spcAft>
                          <a:spcPts val="0"/>
                        </a:spcAft>
                      </a:pPr>
                      <a:r>
                        <a:rPr lang="en-CA" sz="1100" kern="100">
                          <a:effectLst/>
                        </a:rPr>
                        <a:t>RODULF Desk sit/stand</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48798324"/>
                  </a:ext>
                </a:extLst>
              </a:tr>
              <a:tr h="1446246">
                <a:tc>
                  <a:txBody>
                    <a:bodyPr/>
                    <a:lstStyle/>
                    <a:p>
                      <a:pPr marL="0" marR="0" algn="ctr">
                        <a:lnSpc>
                          <a:spcPct val="107000"/>
                        </a:lnSpc>
                        <a:spcBef>
                          <a:spcPts val="0"/>
                        </a:spcBef>
                        <a:spcAft>
                          <a:spcPts val="0"/>
                        </a:spcAft>
                      </a:pPr>
                      <a:r>
                        <a:rPr lang="en-CA" sz="1100" kern="100">
                          <a:effectLst/>
                        </a:rPr>
                        <a:t>Additional 5-year Protection Plan for $48.99</a:t>
                      </a:r>
                      <a:endParaRPr lang="en-US" sz="1100" kern="100">
                        <a:effectLst/>
                      </a:endParaRPr>
                    </a:p>
                    <a:p>
                      <a:pPr marL="0" marR="0" algn="ctr">
                        <a:lnSpc>
                          <a:spcPct val="107000"/>
                        </a:lnSpc>
                        <a:spcBef>
                          <a:spcPts val="0"/>
                        </a:spcBef>
                        <a:spcAft>
                          <a:spcPts val="0"/>
                        </a:spcAft>
                      </a:pPr>
                      <a:r>
                        <a:rPr lang="en-CA" sz="1100" kern="100">
                          <a:effectLst/>
                        </a:rPr>
                        <a:t>Width: 48”</a:t>
                      </a:r>
                      <a:endParaRPr lang="en-US" sz="1100" kern="100">
                        <a:effectLst/>
                      </a:endParaRPr>
                    </a:p>
                    <a:p>
                      <a:pPr marL="0" marR="0" algn="ctr">
                        <a:lnSpc>
                          <a:spcPct val="107000"/>
                        </a:lnSpc>
                        <a:spcBef>
                          <a:spcPts val="0"/>
                        </a:spcBef>
                        <a:spcAft>
                          <a:spcPts val="0"/>
                        </a:spcAft>
                      </a:pPr>
                      <a:r>
                        <a:rPr lang="en-CA" sz="1100" kern="100">
                          <a:effectLst/>
                        </a:rPr>
                        <a:t>Warranty: 3 Years</a:t>
                      </a:r>
                      <a:endParaRPr lang="en-US" sz="1100" kern="100">
                        <a:effectLst/>
                      </a:endParaRPr>
                    </a:p>
                    <a:p>
                      <a:pPr marL="0" marR="0" algn="ctr">
                        <a:lnSpc>
                          <a:spcPct val="107000"/>
                        </a:lnSpc>
                        <a:spcBef>
                          <a:spcPts val="0"/>
                        </a:spcBef>
                        <a:spcAft>
                          <a:spcPts val="0"/>
                        </a:spcAft>
                      </a:pPr>
                      <a:r>
                        <a:rPr lang="en-CA" sz="1100" kern="100">
                          <a:effectLst/>
                        </a:rPr>
                        <a:t>Weight Capacity: 180 lb</a:t>
                      </a:r>
                      <a:endParaRPr lang="en-US" sz="1100" kern="100">
                        <a:effectLst/>
                      </a:endParaRPr>
                    </a:p>
                    <a:p>
                      <a:pPr marL="0" marR="0" algn="ctr">
                        <a:lnSpc>
                          <a:spcPct val="107000"/>
                        </a:lnSpc>
                        <a:spcBef>
                          <a:spcPts val="0"/>
                        </a:spcBef>
                        <a:spcAft>
                          <a:spcPts val="0"/>
                        </a:spcAft>
                      </a:pPr>
                      <a:r>
                        <a:rPr lang="en-CA" sz="1100" kern="100">
                          <a:effectLst/>
                        </a:rPr>
                        <a:t>Material: Metal</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CA" sz="1100" kern="100" dirty="0">
                          <a:effectLst/>
                        </a:rPr>
                        <a:t>Length: 56”</a:t>
                      </a:r>
                      <a:endParaRPr lang="en-US" sz="1100" kern="100" dirty="0">
                        <a:effectLst/>
                      </a:endParaRPr>
                    </a:p>
                    <a:p>
                      <a:pPr marL="0" marR="0" algn="ctr">
                        <a:lnSpc>
                          <a:spcPct val="107000"/>
                        </a:lnSpc>
                        <a:spcBef>
                          <a:spcPts val="0"/>
                        </a:spcBef>
                        <a:spcAft>
                          <a:spcPts val="0"/>
                        </a:spcAft>
                      </a:pPr>
                      <a:r>
                        <a:rPr lang="en-CA" sz="1100" kern="100" dirty="0">
                          <a:effectLst/>
                        </a:rPr>
                        <a:t>Width: 32.5“</a:t>
                      </a:r>
                      <a:endParaRPr lang="en-US" sz="1100" kern="100" dirty="0">
                        <a:effectLst/>
                      </a:endParaRPr>
                    </a:p>
                    <a:p>
                      <a:pPr marL="0" marR="0" algn="ctr">
                        <a:lnSpc>
                          <a:spcPct val="107000"/>
                        </a:lnSpc>
                        <a:spcBef>
                          <a:spcPts val="0"/>
                        </a:spcBef>
                        <a:spcAft>
                          <a:spcPts val="0"/>
                        </a:spcAft>
                      </a:pPr>
                      <a:r>
                        <a:rPr lang="en-CA" sz="1100" kern="100" dirty="0">
                          <a:effectLst/>
                        </a:rPr>
                        <a:t>Weight Capacity: 154 lb</a:t>
                      </a:r>
                      <a:endParaRPr lang="en-US" sz="1100" kern="100" dirty="0">
                        <a:effectLst/>
                      </a:endParaRPr>
                    </a:p>
                    <a:p>
                      <a:pPr marL="0" marR="0" algn="ctr">
                        <a:lnSpc>
                          <a:spcPct val="107000"/>
                        </a:lnSpc>
                        <a:spcBef>
                          <a:spcPts val="0"/>
                        </a:spcBef>
                        <a:spcAft>
                          <a:spcPts val="0"/>
                        </a:spcAft>
                      </a:pPr>
                      <a:r>
                        <a:rPr lang="en-CA" sz="1100" kern="100" dirty="0">
                          <a:effectLst/>
                        </a:rPr>
                        <a:t>Color Option: Gray/White</a:t>
                      </a:r>
                      <a:endParaRPr lang="en-US" sz="1100" kern="100" dirty="0">
                        <a:effectLst/>
                      </a:endParaRPr>
                    </a:p>
                    <a:p>
                      <a:pPr marL="0" marR="0" algn="ctr">
                        <a:lnSpc>
                          <a:spcPct val="107000"/>
                        </a:lnSpc>
                        <a:spcBef>
                          <a:spcPts val="0"/>
                        </a:spcBef>
                        <a:spcAft>
                          <a:spcPts val="0"/>
                        </a:spcAft>
                      </a:pPr>
                      <a:r>
                        <a:rPr lang="en-CA" sz="1100" kern="100" dirty="0">
                          <a:effectLst/>
                        </a:rPr>
                        <a:t> </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67605735"/>
                  </a:ext>
                </a:extLst>
              </a:tr>
            </a:tbl>
          </a:graphicData>
        </a:graphic>
      </p:graphicFrame>
      <p:graphicFrame>
        <p:nvGraphicFramePr>
          <p:cNvPr id="4" name="Table 3">
            <a:extLst>
              <a:ext uri="{FF2B5EF4-FFF2-40B4-BE49-F238E27FC236}">
                <a16:creationId xmlns:a16="http://schemas.microsoft.com/office/drawing/2014/main" id="{BC7337C1-FEC9-BDA3-D1D8-5A77474E2AE9}"/>
              </a:ext>
            </a:extLst>
          </p:cNvPr>
          <p:cNvGraphicFramePr>
            <a:graphicFrameLocks noGrp="1"/>
          </p:cNvGraphicFramePr>
          <p:nvPr>
            <p:extLst>
              <p:ext uri="{D42A27DB-BD31-4B8C-83A1-F6EECF244321}">
                <p14:modId xmlns:p14="http://schemas.microsoft.com/office/powerpoint/2010/main" val="66176290"/>
              </p:ext>
            </p:extLst>
          </p:nvPr>
        </p:nvGraphicFramePr>
        <p:xfrm>
          <a:off x="2603666" y="5376119"/>
          <a:ext cx="6394449" cy="693738"/>
        </p:xfrm>
        <a:graphic>
          <a:graphicData uri="http://schemas.openxmlformats.org/drawingml/2006/table">
            <a:tbl>
              <a:tblPr firstRow="1" firstCol="1" bandRow="1">
                <a:tableStyleId>{5C22544A-7EE6-4342-B048-85BDC9FD1C3A}</a:tableStyleId>
              </a:tblPr>
              <a:tblGrid>
                <a:gridCol w="2484666">
                  <a:extLst>
                    <a:ext uri="{9D8B030D-6E8A-4147-A177-3AD203B41FA5}">
                      <a16:colId xmlns:a16="http://schemas.microsoft.com/office/drawing/2014/main" val="517199357"/>
                    </a:ext>
                  </a:extLst>
                </a:gridCol>
                <a:gridCol w="934155">
                  <a:extLst>
                    <a:ext uri="{9D8B030D-6E8A-4147-A177-3AD203B41FA5}">
                      <a16:colId xmlns:a16="http://schemas.microsoft.com/office/drawing/2014/main" val="4268216097"/>
                    </a:ext>
                  </a:extLst>
                </a:gridCol>
                <a:gridCol w="1206174">
                  <a:extLst>
                    <a:ext uri="{9D8B030D-6E8A-4147-A177-3AD203B41FA5}">
                      <a16:colId xmlns:a16="http://schemas.microsoft.com/office/drawing/2014/main" val="1461281924"/>
                    </a:ext>
                  </a:extLst>
                </a:gridCol>
                <a:gridCol w="1769454">
                  <a:extLst>
                    <a:ext uri="{9D8B030D-6E8A-4147-A177-3AD203B41FA5}">
                      <a16:colId xmlns:a16="http://schemas.microsoft.com/office/drawing/2014/main" val="2384713032"/>
                    </a:ext>
                  </a:extLst>
                </a:gridCol>
              </a:tblGrid>
              <a:tr h="0">
                <a:tc>
                  <a:txBody>
                    <a:bodyPr/>
                    <a:lstStyle/>
                    <a:p>
                      <a:pPr marL="0" marR="0" algn="just">
                        <a:lnSpc>
                          <a:spcPct val="107000"/>
                        </a:lnSpc>
                        <a:spcBef>
                          <a:spcPts val="0"/>
                        </a:spcBef>
                        <a:spcAft>
                          <a:spcPts val="0"/>
                        </a:spcAft>
                      </a:pPr>
                      <a:r>
                        <a:rPr lang="en-CA" sz="1100">
                          <a:effectLst/>
                        </a:rPr>
                        <a:t>Product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CA" sz="1100" kern="100">
                          <a:effectLst/>
                        </a:rPr>
                        <a:t>Quantity</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CA" sz="1100" kern="100">
                          <a:effectLst/>
                        </a:rPr>
                        <a:t>Price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CA" sz="1100" kern="100">
                          <a:effectLst/>
                        </a:rPr>
                        <a:t>Total Price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54665078"/>
                  </a:ext>
                </a:extLst>
              </a:tr>
              <a:tr h="0">
                <a:tc>
                  <a:txBody>
                    <a:bodyPr/>
                    <a:lstStyle/>
                    <a:p>
                      <a:pPr marL="0" marR="0">
                        <a:lnSpc>
                          <a:spcPct val="107000"/>
                        </a:lnSpc>
                        <a:spcBef>
                          <a:spcPts val="0"/>
                        </a:spcBef>
                        <a:spcAft>
                          <a:spcPts val="0"/>
                        </a:spcAft>
                      </a:pPr>
                      <a:r>
                        <a:rPr lang="en-CA" sz="1100" dirty="0" err="1">
                          <a:effectLst/>
                        </a:rPr>
                        <a:t>Altamae</a:t>
                      </a:r>
                      <a:r>
                        <a:rPr lang="en-CA" sz="1100" dirty="0">
                          <a:effectLst/>
                        </a:rPr>
                        <a:t> 48” Adjustable Height Standing Desk</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FF0000"/>
                    </a:solidFill>
                  </a:tcPr>
                </a:tc>
                <a:tc>
                  <a:txBody>
                    <a:bodyPr/>
                    <a:lstStyle/>
                    <a:p>
                      <a:pPr marL="0" marR="0" algn="just">
                        <a:lnSpc>
                          <a:spcPct val="107000"/>
                        </a:lnSpc>
                        <a:spcBef>
                          <a:spcPts val="0"/>
                        </a:spcBef>
                        <a:spcAft>
                          <a:spcPts val="0"/>
                        </a:spcAft>
                      </a:pPr>
                      <a:r>
                        <a:rPr lang="en-CA" sz="1100" kern="100" dirty="0">
                          <a:effectLst/>
                        </a:rPr>
                        <a:t>50</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FF0000"/>
                    </a:solidFill>
                  </a:tcPr>
                </a:tc>
                <a:tc>
                  <a:txBody>
                    <a:bodyPr/>
                    <a:lstStyle/>
                    <a:p>
                      <a:pPr marL="0" marR="0" algn="just">
                        <a:lnSpc>
                          <a:spcPct val="107000"/>
                        </a:lnSpc>
                        <a:spcBef>
                          <a:spcPts val="0"/>
                        </a:spcBef>
                        <a:spcAft>
                          <a:spcPts val="0"/>
                        </a:spcAft>
                      </a:pPr>
                      <a:r>
                        <a:rPr lang="en-CA" sz="1100" kern="100" dirty="0">
                          <a:effectLst/>
                        </a:rPr>
                        <a:t>$296.99</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FF0000"/>
                    </a:solidFill>
                  </a:tcPr>
                </a:tc>
                <a:tc>
                  <a:txBody>
                    <a:bodyPr/>
                    <a:lstStyle/>
                    <a:p>
                      <a:pPr marL="0" marR="0" algn="just">
                        <a:lnSpc>
                          <a:spcPct val="107000"/>
                        </a:lnSpc>
                        <a:spcBef>
                          <a:spcPts val="0"/>
                        </a:spcBef>
                        <a:spcAft>
                          <a:spcPts val="0"/>
                        </a:spcAft>
                      </a:pPr>
                      <a:r>
                        <a:rPr lang="en-CA" sz="1100" kern="100" dirty="0">
                          <a:effectLst/>
                        </a:rPr>
                        <a:t>$14,849.50</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FF0000"/>
                    </a:solidFill>
                  </a:tcPr>
                </a:tc>
                <a:extLst>
                  <a:ext uri="{0D108BD9-81ED-4DB2-BD59-A6C34878D82A}">
                    <a16:rowId xmlns:a16="http://schemas.microsoft.com/office/drawing/2014/main" val="2072587478"/>
                  </a:ext>
                </a:extLst>
              </a:tr>
              <a:tr h="0">
                <a:tc>
                  <a:txBody>
                    <a:bodyPr/>
                    <a:lstStyle/>
                    <a:p>
                      <a:pPr marL="0" marR="0" algn="just">
                        <a:lnSpc>
                          <a:spcPct val="107000"/>
                        </a:lnSpc>
                        <a:spcBef>
                          <a:spcPts val="0"/>
                        </a:spcBef>
                        <a:spcAft>
                          <a:spcPts val="0"/>
                        </a:spcAft>
                      </a:pPr>
                      <a:r>
                        <a:rPr lang="en-CA" sz="1100">
                          <a:effectLst/>
                        </a:rPr>
                        <a:t>RODULF Desk sit/stand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CA" sz="1100" kern="100">
                          <a:effectLst/>
                        </a:rPr>
                        <a:t>50</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CA" sz="1100" kern="100">
                          <a:effectLst/>
                        </a:rPr>
                        <a:t>$429.00</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CA" sz="1100" kern="100" dirty="0">
                          <a:effectLst/>
                        </a:rPr>
                        <a:t>$21,450.00</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59196246"/>
                  </a:ext>
                </a:extLst>
              </a:tr>
            </a:tbl>
          </a:graphicData>
        </a:graphic>
      </p:graphicFrame>
    </p:spTree>
    <p:extLst>
      <p:ext uri="{BB962C8B-B14F-4D97-AF65-F5344CB8AC3E}">
        <p14:creationId xmlns:p14="http://schemas.microsoft.com/office/powerpoint/2010/main" val="14003897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blipFill>
          <a:blip r:embed="rId3">
            <a:extLst>
              <a:ext uri="{BEBA8EAE-BF5A-486C-A8C5-ECC9F3942E4B}">
                <a14:imgProps xmlns:a14="http://schemas.microsoft.com/office/drawing/2010/main">
                  <a14:imgLayer r:embed="rId4">
                    <a14:imgEffect>
                      <a14:sharpenSoften amount="-50000"/>
                    </a14:imgEffect>
                  </a14:imgLayer>
                </a14:imgProps>
              </a:ext>
              <a:ext uri="{837473B0-CC2E-450A-ABE3-18F120FF3D39}">
                <a1611:picAttrSrcUrl xmlns:a1611="http://schemas.microsoft.com/office/drawing/2016/11/main" r:id="rId5"/>
              </a:ext>
            </a:extLst>
          </a:blip>
          <a:stretch>
            <a:fillRect/>
          </a:stretch>
        </a:blipFill>
        <a:effectLst/>
      </p:bgPr>
    </p:bg>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2BA72489-8882-B58F-317A-7EAE9A3B11A4}"/>
              </a:ext>
            </a:extLst>
          </p:cNvPr>
          <p:cNvPicPr>
            <a:picLocks noGrp="1" noChangeAspect="1"/>
          </p:cNvPicPr>
          <p:nvPr>
            <p:ph type="pic" sz="quarter" idx="10"/>
          </p:nvPr>
        </p:nvPicPr>
        <p:blipFill>
          <a:blip r:embed="rId6">
            <a:extLst>
              <a:ext uri="{BEBA8EAE-BF5A-486C-A8C5-ECC9F3942E4B}">
                <a14:imgProps xmlns:a14="http://schemas.microsoft.com/office/drawing/2010/main">
                  <a14:imgLayer r:embed="rId7">
                    <a14:imgEffect>
                      <a14:sharpenSoften amount="-50000"/>
                    </a14:imgEffect>
                  </a14:imgLayer>
                </a14:imgProps>
              </a:ext>
            </a:extLst>
          </a:blip>
          <a:srcRect t="7796" b="7796"/>
          <a:stretch/>
        </p:blipFill>
        <p:spPr>
          <a:solidFill>
            <a:schemeClr val="bg1"/>
          </a:solidFill>
        </p:spPr>
      </p:pic>
      <p:sp>
        <p:nvSpPr>
          <p:cNvPr id="7" name="Text Placeholder 6">
            <a:extLst>
              <a:ext uri="{FF2B5EF4-FFF2-40B4-BE49-F238E27FC236}">
                <a16:creationId xmlns:a16="http://schemas.microsoft.com/office/drawing/2014/main" id="{013C4D28-B924-820A-286E-41C6DD7E4E38}"/>
              </a:ext>
            </a:extLst>
          </p:cNvPr>
          <p:cNvSpPr>
            <a:spLocks noGrp="1"/>
          </p:cNvSpPr>
          <p:nvPr>
            <p:ph type="body" idx="1"/>
          </p:nvPr>
        </p:nvSpPr>
        <p:spPr>
          <a:xfrm>
            <a:off x="1540042" y="2869162"/>
            <a:ext cx="9111915" cy="1119675"/>
          </a:xfrm>
          <a:ln/>
        </p:spPr>
        <p:style>
          <a:lnRef idx="2">
            <a:schemeClr val="dk1"/>
          </a:lnRef>
          <a:fillRef idx="1">
            <a:schemeClr val="lt1"/>
          </a:fillRef>
          <a:effectRef idx="0">
            <a:schemeClr val="dk1"/>
          </a:effectRef>
          <a:fontRef idx="minor">
            <a:schemeClr val="dk1"/>
          </a:fontRef>
        </p:style>
        <p:txBody>
          <a:bodyPr/>
          <a:lstStyle/>
          <a:p>
            <a:pPr>
              <a:lnSpc>
                <a:spcPct val="200000"/>
              </a:lnSpc>
            </a:pPr>
            <a:r>
              <a:rPr lang="en-US" sz="2800" b="1" dirty="0">
                <a:solidFill>
                  <a:srgbClr val="C00000"/>
                </a:solidFill>
              </a:rPr>
              <a:t>Project Review by Phase – Physical Design</a:t>
            </a:r>
          </a:p>
        </p:txBody>
      </p:sp>
      <p:sp>
        <p:nvSpPr>
          <p:cNvPr id="3" name="Slide Number Placeholder 6">
            <a:extLst>
              <a:ext uri="{FF2B5EF4-FFF2-40B4-BE49-F238E27FC236}">
                <a16:creationId xmlns:a16="http://schemas.microsoft.com/office/drawing/2014/main" id="{F964E9FD-D78D-0715-62B7-FE04204333D4}"/>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solidFill>
                  <a:schemeClr val="bg1"/>
                </a:solidFill>
              </a:rPr>
              <a:pPr/>
              <a:t>47</a:t>
            </a:fld>
            <a:endParaRPr lang="en-US" sz="2400" dirty="0">
              <a:solidFill>
                <a:schemeClr val="bg1"/>
              </a:solidFill>
            </a:endParaRPr>
          </a:p>
        </p:txBody>
      </p:sp>
    </p:spTree>
    <p:extLst>
      <p:ext uri="{BB962C8B-B14F-4D97-AF65-F5344CB8AC3E}">
        <p14:creationId xmlns:p14="http://schemas.microsoft.com/office/powerpoint/2010/main" val="17367157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48</a:t>
            </a:fld>
            <a:endParaRPr lang="en-US" sz="2400" dirty="0"/>
          </a:p>
        </p:txBody>
      </p:sp>
      <p:sp>
        <p:nvSpPr>
          <p:cNvPr id="8" name="Title 14">
            <a:extLst>
              <a:ext uri="{FF2B5EF4-FFF2-40B4-BE49-F238E27FC236}">
                <a16:creationId xmlns:a16="http://schemas.microsoft.com/office/drawing/2014/main" id="{0D9D5E02-581C-857B-4F42-A4435EDFE7E7}"/>
              </a:ext>
            </a:extLst>
          </p:cNvPr>
          <p:cNvSpPr>
            <a:spLocks noGrp="1"/>
          </p:cNvSpPr>
          <p:nvPr>
            <p:ph type="title"/>
          </p:nvPr>
        </p:nvSpPr>
        <p:spPr>
          <a:xfrm>
            <a:off x="329680" y="333392"/>
            <a:ext cx="11532637" cy="693151"/>
          </a:xfrm>
        </p:spPr>
        <p:style>
          <a:lnRef idx="2">
            <a:schemeClr val="dk1"/>
          </a:lnRef>
          <a:fillRef idx="1">
            <a:schemeClr val="lt1"/>
          </a:fillRef>
          <a:effectRef idx="0">
            <a:schemeClr val="dk1"/>
          </a:effectRef>
          <a:fontRef idx="minor">
            <a:schemeClr val="dk1"/>
          </a:fontRef>
        </p:style>
        <p:txBody>
          <a:bodyPr/>
          <a:lstStyle/>
          <a:p>
            <a:pPr algn="l">
              <a:lnSpc>
                <a:spcPct val="100000"/>
              </a:lnSpc>
            </a:pPr>
            <a:r>
              <a:rPr lang="en-US" sz="3600" dirty="0"/>
              <a:t>Project Review by Phase – Physical Design:</a:t>
            </a:r>
            <a:r>
              <a:rPr lang="en-US" sz="4000" dirty="0"/>
              <a:t> </a:t>
            </a:r>
          </a:p>
        </p:txBody>
      </p:sp>
      <p:sp>
        <p:nvSpPr>
          <p:cNvPr id="11" name="Text Placeholder 1">
            <a:extLst>
              <a:ext uri="{FF2B5EF4-FFF2-40B4-BE49-F238E27FC236}">
                <a16:creationId xmlns:a16="http://schemas.microsoft.com/office/drawing/2014/main" id="{7C1D97CE-B874-9252-6613-E0AD266D96C1}"/>
              </a:ext>
            </a:extLst>
          </p:cNvPr>
          <p:cNvSpPr txBox="1">
            <a:spLocks/>
          </p:cNvSpPr>
          <p:nvPr/>
        </p:nvSpPr>
        <p:spPr>
          <a:xfrm>
            <a:off x="329681" y="3067253"/>
            <a:ext cx="11532636" cy="3092007"/>
          </a:xfrm>
          <a:prstGeom prst="rect">
            <a:avLst/>
          </a:prstGeom>
          <a:solidFill>
            <a:sysClr val="window" lastClr="FFFFFF"/>
          </a:solidFill>
          <a:ln w="12700" cap="flat" cmpd="sng" algn="ctr">
            <a:solidFill>
              <a:sysClr val="windowText" lastClr="000000"/>
            </a:solidFill>
            <a:prstDash val="solid"/>
            <a:miter lim="800000"/>
          </a:ln>
          <a:effectLst/>
        </p:spPr>
        <p:txBody>
          <a:bodyPr vert="horz" lIns="91440" tIns="45720" rIns="91440" bIns="45720" numCol="1" rtlCol="0">
            <a:normAutofit/>
          </a:bodyPr>
          <a:lstStyle>
            <a:lvl1pPr marL="0" indent="0" algn="ctr" defTabSz="914400" rtl="0" eaLnBrk="1" latinLnBrk="0" hangingPunct="1">
              <a:lnSpc>
                <a:spcPct val="150000"/>
              </a:lnSpc>
              <a:spcBef>
                <a:spcPts val="1000"/>
              </a:spcBef>
              <a:buFont typeface="Arial" panose="020B0604020202020204" pitchFamily="34" charset="0"/>
              <a:buNone/>
              <a:defRPr sz="320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514350" indent="-457200" algn="just">
              <a:lnSpc>
                <a:spcPct val="120000"/>
              </a:lnSpc>
              <a:buFont typeface="Arial" panose="020B0604020202020204" pitchFamily="34" charset="0"/>
              <a:buChar char="•"/>
              <a:defRPr/>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Now, in this phase, the network design is put into action through installation, configuration, and testing of the network components.</a:t>
            </a:r>
          </a:p>
          <a:p>
            <a:pPr marL="514350" indent="-457200" algn="just">
              <a:lnSpc>
                <a:spcPct val="120000"/>
              </a:lnSpc>
              <a:buFont typeface="Arial" panose="020B0604020202020204" pitchFamily="34" charset="0"/>
              <a:buChar char="•"/>
              <a:defRPr/>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During this phase, the project plan will include several important components, including an asset list outlining all necessary resources, a Gantt chart illustrating project milestones, an implementation Gantt chart detailing project tasks and timelines, a cost analysis, and a revised physical design plan. </a:t>
            </a:r>
          </a:p>
        </p:txBody>
      </p:sp>
      <p:graphicFrame>
        <p:nvGraphicFramePr>
          <p:cNvPr id="4" name="Diagram 3">
            <a:extLst>
              <a:ext uri="{FF2B5EF4-FFF2-40B4-BE49-F238E27FC236}">
                <a16:creationId xmlns:a16="http://schemas.microsoft.com/office/drawing/2014/main" id="{04391765-48E0-32C0-7D43-98BCBB315A6E}"/>
              </a:ext>
            </a:extLst>
          </p:cNvPr>
          <p:cNvGraphicFramePr/>
          <p:nvPr>
            <p:extLst>
              <p:ext uri="{D42A27DB-BD31-4B8C-83A1-F6EECF244321}">
                <p14:modId xmlns:p14="http://schemas.microsoft.com/office/powerpoint/2010/main" val="450152272"/>
              </p:ext>
            </p:extLst>
          </p:nvPr>
        </p:nvGraphicFramePr>
        <p:xfrm>
          <a:off x="795085" y="1026543"/>
          <a:ext cx="10601826" cy="19709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739839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49</a:t>
            </a:fld>
            <a:endParaRPr lang="en-US" sz="2400" dirty="0"/>
          </a:p>
        </p:txBody>
      </p:sp>
      <p:graphicFrame>
        <p:nvGraphicFramePr>
          <p:cNvPr id="2" name="Table 1">
            <a:extLst>
              <a:ext uri="{FF2B5EF4-FFF2-40B4-BE49-F238E27FC236}">
                <a16:creationId xmlns:a16="http://schemas.microsoft.com/office/drawing/2014/main" id="{77919707-80BD-3DDA-1F49-E30BC7F73C4F}"/>
              </a:ext>
            </a:extLst>
          </p:cNvPr>
          <p:cNvGraphicFramePr>
            <a:graphicFrameLocks noGrp="1"/>
          </p:cNvGraphicFramePr>
          <p:nvPr>
            <p:extLst>
              <p:ext uri="{D42A27DB-BD31-4B8C-83A1-F6EECF244321}">
                <p14:modId xmlns:p14="http://schemas.microsoft.com/office/powerpoint/2010/main" val="516278759"/>
              </p:ext>
            </p:extLst>
          </p:nvPr>
        </p:nvGraphicFramePr>
        <p:xfrm>
          <a:off x="0" y="0"/>
          <a:ext cx="12192000" cy="6858002"/>
        </p:xfrm>
        <a:graphic>
          <a:graphicData uri="http://schemas.openxmlformats.org/drawingml/2006/table">
            <a:tbl>
              <a:tblPr>
                <a:tableStyleId>{5C22544A-7EE6-4342-B048-85BDC9FD1C3A}</a:tableStyleId>
              </a:tblPr>
              <a:tblGrid>
                <a:gridCol w="3735358">
                  <a:extLst>
                    <a:ext uri="{9D8B030D-6E8A-4147-A177-3AD203B41FA5}">
                      <a16:colId xmlns:a16="http://schemas.microsoft.com/office/drawing/2014/main" val="1629853495"/>
                    </a:ext>
                  </a:extLst>
                </a:gridCol>
                <a:gridCol w="3735358">
                  <a:extLst>
                    <a:ext uri="{9D8B030D-6E8A-4147-A177-3AD203B41FA5}">
                      <a16:colId xmlns:a16="http://schemas.microsoft.com/office/drawing/2014/main" val="790093397"/>
                    </a:ext>
                  </a:extLst>
                </a:gridCol>
                <a:gridCol w="1486298">
                  <a:extLst>
                    <a:ext uri="{9D8B030D-6E8A-4147-A177-3AD203B41FA5}">
                      <a16:colId xmlns:a16="http://schemas.microsoft.com/office/drawing/2014/main" val="3886010036"/>
                    </a:ext>
                  </a:extLst>
                </a:gridCol>
                <a:gridCol w="1486298">
                  <a:extLst>
                    <a:ext uri="{9D8B030D-6E8A-4147-A177-3AD203B41FA5}">
                      <a16:colId xmlns:a16="http://schemas.microsoft.com/office/drawing/2014/main" val="3602604964"/>
                    </a:ext>
                  </a:extLst>
                </a:gridCol>
                <a:gridCol w="874344">
                  <a:extLst>
                    <a:ext uri="{9D8B030D-6E8A-4147-A177-3AD203B41FA5}">
                      <a16:colId xmlns:a16="http://schemas.microsoft.com/office/drawing/2014/main" val="458003863"/>
                    </a:ext>
                  </a:extLst>
                </a:gridCol>
                <a:gridCol w="874344">
                  <a:extLst>
                    <a:ext uri="{9D8B030D-6E8A-4147-A177-3AD203B41FA5}">
                      <a16:colId xmlns:a16="http://schemas.microsoft.com/office/drawing/2014/main" val="2351116648"/>
                    </a:ext>
                  </a:extLst>
                </a:gridCol>
              </a:tblGrid>
              <a:tr h="267483">
                <a:tc>
                  <a:txBody>
                    <a:bodyPr/>
                    <a:lstStyle/>
                    <a:p>
                      <a:pPr marL="0" marR="0" algn="ctr">
                        <a:lnSpc>
                          <a:spcPct val="107000"/>
                        </a:lnSpc>
                        <a:spcBef>
                          <a:spcPts val="0"/>
                        </a:spcBef>
                        <a:spcAft>
                          <a:spcPts val="0"/>
                        </a:spcAft>
                      </a:pPr>
                      <a:r>
                        <a:rPr lang="en-US" sz="900" dirty="0">
                          <a:effectLst/>
                        </a:rPr>
                        <a:t>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gridSpan="5">
                  <a:txBody>
                    <a:bodyPr/>
                    <a:lstStyle/>
                    <a:p>
                      <a:pPr marL="0" marR="0" algn="l">
                        <a:lnSpc>
                          <a:spcPct val="107000"/>
                        </a:lnSpc>
                        <a:spcBef>
                          <a:spcPts val="0"/>
                        </a:spcBef>
                        <a:spcAft>
                          <a:spcPts val="0"/>
                        </a:spcAft>
                      </a:pPr>
                      <a:r>
                        <a:rPr lang="en-US" sz="900" dirty="0">
                          <a:effectLst/>
                        </a:rPr>
                        <a:t>Asset List - Client Company – April 2023</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8330604"/>
                  </a:ext>
                </a:extLst>
              </a:tr>
              <a:tr h="578867">
                <a:tc>
                  <a:txBody>
                    <a:bodyPr/>
                    <a:lstStyle/>
                    <a:p>
                      <a:pPr marL="0" marR="0" algn="ctr">
                        <a:lnSpc>
                          <a:spcPct val="107000"/>
                        </a:lnSpc>
                        <a:spcBef>
                          <a:spcPts val="0"/>
                        </a:spcBef>
                        <a:spcAft>
                          <a:spcPts val="0"/>
                        </a:spcAft>
                      </a:pPr>
                      <a:r>
                        <a:rPr lang="en-US" sz="800" dirty="0">
                          <a:effectLst/>
                        </a:rPr>
                        <a:t>Device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800" dirty="0">
                          <a:effectLst/>
                        </a:rPr>
                        <a:t>Model</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800">
                          <a:effectLst/>
                        </a:rPr>
                        <a:t>Quantity</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800">
                          <a:effectLst/>
                        </a:rPr>
                        <a:t>Location</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800">
                          <a:effectLst/>
                        </a:rPr>
                        <a:t>Serial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800">
                          <a:effectLst/>
                        </a:rPr>
                        <a:t>Comments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133341703"/>
                  </a:ext>
                </a:extLst>
              </a:tr>
              <a:tr h="216533">
                <a:tc gridSpan="6">
                  <a:txBody>
                    <a:bodyPr/>
                    <a:lstStyle/>
                    <a:p>
                      <a:pPr marL="0" marR="0" algn="ctr">
                        <a:lnSpc>
                          <a:spcPct val="107000"/>
                        </a:lnSpc>
                        <a:spcBef>
                          <a:spcPts val="0"/>
                        </a:spcBef>
                        <a:spcAft>
                          <a:spcPts val="0"/>
                        </a:spcAft>
                      </a:pPr>
                      <a:r>
                        <a:rPr lang="en-US" sz="900">
                          <a:effectLst/>
                        </a:rPr>
                        <a:t>New Items – To Be Purchased</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34446459"/>
                  </a:ext>
                </a:extLst>
              </a:tr>
              <a:tr h="216533">
                <a:tc>
                  <a:txBody>
                    <a:bodyPr/>
                    <a:lstStyle/>
                    <a:p>
                      <a:pPr marL="0" marR="0">
                        <a:lnSpc>
                          <a:spcPct val="107000"/>
                        </a:lnSpc>
                        <a:spcBef>
                          <a:spcPts val="0"/>
                        </a:spcBef>
                        <a:spcAft>
                          <a:spcPts val="0"/>
                        </a:spcAft>
                      </a:pPr>
                      <a:r>
                        <a:rPr lang="en-US" sz="900">
                          <a:effectLst/>
                        </a:rPr>
                        <a:t>Routerr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MNSi for Business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Hallway</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3546786290"/>
                  </a:ext>
                </a:extLst>
              </a:tr>
              <a:tr h="216533">
                <a:tc>
                  <a:txBody>
                    <a:bodyPr/>
                    <a:lstStyle/>
                    <a:p>
                      <a:pPr marL="0" marR="0">
                        <a:lnSpc>
                          <a:spcPct val="107000"/>
                        </a:lnSpc>
                        <a:spcBef>
                          <a:spcPts val="0"/>
                        </a:spcBef>
                        <a:spcAft>
                          <a:spcPts val="0"/>
                        </a:spcAft>
                      </a:pPr>
                      <a:r>
                        <a:rPr lang="en-US" sz="900">
                          <a:effectLst/>
                        </a:rPr>
                        <a:t>Laptops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HP Elite Dragonfly Notebook</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gn="ctr">
                        <a:lnSpc>
                          <a:spcPct val="107000"/>
                        </a:lnSpc>
                        <a:spcBef>
                          <a:spcPts val="0"/>
                        </a:spcBef>
                        <a:spcAft>
                          <a:spcPts val="0"/>
                        </a:spcAft>
                      </a:pPr>
                      <a:r>
                        <a:rPr lang="en-US" sz="900">
                          <a:effectLst/>
                        </a:rPr>
                        <a:t>70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1301603186"/>
                  </a:ext>
                </a:extLst>
              </a:tr>
              <a:tr h="425086">
                <a:tc>
                  <a:txBody>
                    <a:bodyPr/>
                    <a:lstStyle/>
                    <a:p>
                      <a:pPr marL="0" marR="0">
                        <a:lnSpc>
                          <a:spcPct val="107000"/>
                        </a:lnSpc>
                        <a:spcBef>
                          <a:spcPts val="0"/>
                        </a:spcBef>
                        <a:spcAft>
                          <a:spcPts val="0"/>
                        </a:spcAft>
                      </a:pPr>
                      <a:r>
                        <a:rPr lang="en-US" sz="900">
                          <a:effectLst/>
                        </a:rPr>
                        <a:t>IT RACK</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7k BTU Air-Conditioned Server Rack</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Server Room</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2245540775"/>
                  </a:ext>
                </a:extLst>
              </a:tr>
              <a:tr h="425086">
                <a:tc>
                  <a:txBody>
                    <a:bodyPr/>
                    <a:lstStyle/>
                    <a:p>
                      <a:pPr marL="0" marR="0">
                        <a:lnSpc>
                          <a:spcPct val="107000"/>
                        </a:lnSpc>
                        <a:spcBef>
                          <a:spcPts val="0"/>
                        </a:spcBef>
                        <a:spcAft>
                          <a:spcPts val="0"/>
                        </a:spcAft>
                      </a:pPr>
                      <a:r>
                        <a:rPr lang="en-US" sz="900">
                          <a:effectLst/>
                        </a:rPr>
                        <a:t>Staff Desk</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Altamae 48” Adjustable Height Standing Desk</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50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3052279777"/>
                  </a:ext>
                </a:extLst>
              </a:tr>
              <a:tr h="216533">
                <a:tc gridSpan="6">
                  <a:txBody>
                    <a:bodyPr/>
                    <a:lstStyle/>
                    <a:p>
                      <a:pPr marL="0" marR="0" algn="ctr">
                        <a:lnSpc>
                          <a:spcPct val="107000"/>
                        </a:lnSpc>
                        <a:spcBef>
                          <a:spcPts val="0"/>
                        </a:spcBef>
                        <a:spcAft>
                          <a:spcPts val="0"/>
                        </a:spcAft>
                      </a:pPr>
                      <a:r>
                        <a:rPr lang="en-US" sz="900">
                          <a:effectLst/>
                        </a:rPr>
                        <a:t>Existing Technology – To Be Re-Used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26169483"/>
                  </a:ext>
                </a:extLst>
              </a:tr>
              <a:tr h="425086">
                <a:tc>
                  <a:txBody>
                    <a:bodyPr/>
                    <a:lstStyle/>
                    <a:p>
                      <a:pPr marL="0" marR="0">
                        <a:lnSpc>
                          <a:spcPct val="107000"/>
                        </a:lnSpc>
                        <a:spcBef>
                          <a:spcPts val="0"/>
                        </a:spcBef>
                        <a:spcAft>
                          <a:spcPts val="0"/>
                        </a:spcAft>
                      </a:pPr>
                      <a:r>
                        <a:rPr lang="en-US" sz="900">
                          <a:effectLst/>
                        </a:rPr>
                        <a:t>Switches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Cisco Catalyst 9200L 48 Port PoE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2</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Sever Room</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458456710"/>
                  </a:ext>
                </a:extLst>
              </a:tr>
              <a:tr h="425086">
                <a:tc>
                  <a:txBody>
                    <a:bodyPr/>
                    <a:lstStyle/>
                    <a:p>
                      <a:pPr marL="0" marR="0">
                        <a:lnSpc>
                          <a:spcPct val="107000"/>
                        </a:lnSpc>
                        <a:spcBef>
                          <a:spcPts val="0"/>
                        </a:spcBef>
                        <a:spcAft>
                          <a:spcPts val="0"/>
                        </a:spcAft>
                      </a:pPr>
                      <a:r>
                        <a:rPr lang="en-US" sz="900">
                          <a:effectLst/>
                        </a:rPr>
                        <a:t>Firewall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Cisco ASA 5516-X</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Server Room</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3062902097"/>
                  </a:ext>
                </a:extLst>
              </a:tr>
              <a:tr h="425086">
                <a:tc>
                  <a:txBody>
                    <a:bodyPr/>
                    <a:lstStyle/>
                    <a:p>
                      <a:pPr marL="0" marR="0">
                        <a:lnSpc>
                          <a:spcPct val="107000"/>
                        </a:lnSpc>
                        <a:spcBef>
                          <a:spcPts val="0"/>
                        </a:spcBef>
                        <a:spcAft>
                          <a:spcPts val="0"/>
                        </a:spcAft>
                      </a:pPr>
                      <a:r>
                        <a:rPr lang="en-US" sz="900">
                          <a:effectLst/>
                        </a:rPr>
                        <a:t>UPS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715W Power supply</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Server Room</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2446603227"/>
                  </a:ext>
                </a:extLst>
              </a:tr>
              <a:tr h="216533">
                <a:tc>
                  <a:txBody>
                    <a:bodyPr/>
                    <a:lstStyle/>
                    <a:p>
                      <a:pPr marL="0" marR="0">
                        <a:lnSpc>
                          <a:spcPct val="107000"/>
                        </a:lnSpc>
                        <a:spcBef>
                          <a:spcPts val="0"/>
                        </a:spcBef>
                        <a:spcAft>
                          <a:spcPts val="0"/>
                        </a:spcAft>
                      </a:pPr>
                      <a:r>
                        <a:rPr lang="en-US" sz="900">
                          <a:effectLst/>
                        </a:rPr>
                        <a:t>Monitors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Dell S2421NXs @ 60hz</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20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4119102011"/>
                  </a:ext>
                </a:extLst>
              </a:tr>
              <a:tr h="216533">
                <a:tc>
                  <a:txBody>
                    <a:bodyPr/>
                    <a:lstStyle/>
                    <a:p>
                      <a:pPr marL="0" marR="0">
                        <a:lnSpc>
                          <a:spcPct val="107000"/>
                        </a:lnSpc>
                        <a:spcBef>
                          <a:spcPts val="0"/>
                        </a:spcBef>
                        <a:spcAft>
                          <a:spcPts val="0"/>
                        </a:spcAft>
                      </a:pPr>
                      <a:r>
                        <a:rPr lang="en-US" sz="900">
                          <a:effectLst/>
                        </a:rPr>
                        <a:t>Keyboard</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Logitech</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20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3635634243"/>
                  </a:ext>
                </a:extLst>
              </a:tr>
              <a:tr h="216533">
                <a:tc>
                  <a:txBody>
                    <a:bodyPr/>
                    <a:lstStyle/>
                    <a:p>
                      <a:pPr marL="0" marR="0">
                        <a:lnSpc>
                          <a:spcPct val="107000"/>
                        </a:lnSpc>
                        <a:spcBef>
                          <a:spcPts val="0"/>
                        </a:spcBef>
                        <a:spcAft>
                          <a:spcPts val="0"/>
                        </a:spcAft>
                      </a:pPr>
                      <a:r>
                        <a:rPr lang="en-US" sz="900">
                          <a:effectLst/>
                        </a:rPr>
                        <a:t>Mouse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Logitech</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gn="ctr">
                        <a:lnSpc>
                          <a:spcPct val="107000"/>
                        </a:lnSpc>
                        <a:spcBef>
                          <a:spcPts val="0"/>
                        </a:spcBef>
                        <a:spcAft>
                          <a:spcPts val="0"/>
                        </a:spcAft>
                      </a:pPr>
                      <a:r>
                        <a:rPr lang="en-US" sz="900">
                          <a:effectLst/>
                        </a:rPr>
                        <a:t>20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4133645149"/>
                  </a:ext>
                </a:extLst>
              </a:tr>
              <a:tr h="425086">
                <a:tc rowSpan="2">
                  <a:txBody>
                    <a:bodyPr/>
                    <a:lstStyle/>
                    <a:p>
                      <a:pPr marL="0" marR="0" algn="just">
                        <a:lnSpc>
                          <a:spcPct val="107000"/>
                        </a:lnSpc>
                        <a:spcBef>
                          <a:spcPts val="0"/>
                        </a:spcBef>
                        <a:spcAft>
                          <a:spcPts val="0"/>
                        </a:spcAft>
                      </a:pPr>
                      <a:r>
                        <a:rPr lang="en-US" sz="900">
                          <a:effectLst/>
                        </a:rPr>
                        <a:t>Printers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Label Printers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2</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Production Area</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3552387619"/>
                  </a:ext>
                </a:extLst>
              </a:tr>
              <a:tr h="216533">
                <a:tc vMerge="1">
                  <a:txBody>
                    <a:bodyPr/>
                    <a:lstStyle/>
                    <a:p>
                      <a:endParaRPr lang="en-US"/>
                    </a:p>
                  </a:txBody>
                  <a:tcPr/>
                </a:tc>
                <a:tc>
                  <a:txBody>
                    <a:bodyPr/>
                    <a:lstStyle/>
                    <a:p>
                      <a:pPr marL="0" marR="0">
                        <a:lnSpc>
                          <a:spcPct val="107000"/>
                        </a:lnSpc>
                        <a:spcBef>
                          <a:spcPts val="0"/>
                        </a:spcBef>
                        <a:spcAft>
                          <a:spcPts val="0"/>
                        </a:spcAft>
                      </a:pPr>
                      <a:r>
                        <a:rPr lang="en-US" sz="900">
                          <a:effectLst/>
                        </a:rPr>
                        <a:t>Office Printers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3</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499310734"/>
                  </a:ext>
                </a:extLst>
              </a:tr>
              <a:tr h="216533">
                <a:tc>
                  <a:txBody>
                    <a:bodyPr/>
                    <a:lstStyle/>
                    <a:p>
                      <a:pPr marL="0" marR="0">
                        <a:lnSpc>
                          <a:spcPct val="107000"/>
                        </a:lnSpc>
                        <a:spcBef>
                          <a:spcPts val="0"/>
                        </a:spcBef>
                        <a:spcAft>
                          <a:spcPts val="0"/>
                        </a:spcAft>
                      </a:pPr>
                      <a:r>
                        <a:rPr lang="en-US" sz="900">
                          <a:effectLst/>
                        </a:rPr>
                        <a:t>Cat 5e Cable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Various Manufacturers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All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49316325"/>
                  </a:ext>
                </a:extLst>
              </a:tr>
              <a:tr h="216533">
                <a:tc>
                  <a:txBody>
                    <a:bodyPr/>
                    <a:lstStyle/>
                    <a:p>
                      <a:pPr marL="0" marR="0">
                        <a:lnSpc>
                          <a:spcPct val="107000"/>
                        </a:lnSpc>
                        <a:spcBef>
                          <a:spcPts val="0"/>
                        </a:spcBef>
                        <a:spcAft>
                          <a:spcPts val="0"/>
                        </a:spcAft>
                      </a:pPr>
                      <a:r>
                        <a:rPr lang="en-US" sz="900">
                          <a:effectLst/>
                        </a:rPr>
                        <a:t>Fiber Cable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Various Manufacturers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All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1668206496"/>
                  </a:ext>
                </a:extLst>
              </a:tr>
              <a:tr h="216533">
                <a:tc gridSpan="6">
                  <a:txBody>
                    <a:bodyPr/>
                    <a:lstStyle/>
                    <a:p>
                      <a:pPr marL="0" marR="0" algn="ctr">
                        <a:lnSpc>
                          <a:spcPct val="107000"/>
                        </a:lnSpc>
                        <a:spcBef>
                          <a:spcPts val="0"/>
                        </a:spcBef>
                        <a:spcAft>
                          <a:spcPts val="0"/>
                        </a:spcAft>
                      </a:pPr>
                      <a:r>
                        <a:rPr lang="en-US" sz="900">
                          <a:effectLst/>
                        </a:rPr>
                        <a:t>Existing Items – To Be Discarded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763252001"/>
                  </a:ext>
                </a:extLst>
              </a:tr>
              <a:tr h="1079273">
                <a:tc>
                  <a:txBody>
                    <a:bodyPr/>
                    <a:lstStyle/>
                    <a:p>
                      <a:pPr marL="0" marR="0">
                        <a:lnSpc>
                          <a:spcPct val="107000"/>
                        </a:lnSpc>
                        <a:spcBef>
                          <a:spcPts val="0"/>
                        </a:spcBef>
                        <a:spcAft>
                          <a:spcPts val="0"/>
                        </a:spcAft>
                      </a:pPr>
                      <a:r>
                        <a:rPr lang="en-US" sz="900">
                          <a:effectLst/>
                        </a:rPr>
                        <a:t>Laptops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Dell Inspiron 5000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70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gn="ctr">
                        <a:lnSpc>
                          <a:spcPct val="107000"/>
                        </a:lnSpc>
                        <a:spcBef>
                          <a:spcPts val="0"/>
                        </a:spcBef>
                        <a:spcAft>
                          <a:spcPts val="0"/>
                        </a:spcAft>
                      </a:pPr>
                      <a:r>
                        <a:rPr lang="en-US" sz="900" dirty="0">
                          <a:effectLst/>
                        </a:rPr>
                        <a:t> Return</a:t>
                      </a:r>
                      <a:br>
                        <a:rPr lang="en-US" sz="900" dirty="0">
                          <a:effectLst/>
                        </a:rPr>
                      </a:br>
                      <a:r>
                        <a:rPr lang="en-US" sz="900" dirty="0">
                          <a:effectLst/>
                        </a:rPr>
                        <a:t>on lease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extLst>
                  <a:ext uri="{0D108BD9-81ED-4DB2-BD59-A6C34878D82A}">
                    <a16:rowId xmlns:a16="http://schemas.microsoft.com/office/drawing/2014/main" val="1297649968"/>
                  </a:ext>
                </a:extLst>
              </a:tr>
            </a:tbl>
          </a:graphicData>
        </a:graphic>
      </p:graphicFrame>
    </p:spTree>
    <p:extLst>
      <p:ext uri="{BB962C8B-B14F-4D97-AF65-F5344CB8AC3E}">
        <p14:creationId xmlns:p14="http://schemas.microsoft.com/office/powerpoint/2010/main" val="31768673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50</a:t>
            </a:fld>
            <a:endParaRPr lang="en-US" sz="2400" dirty="0"/>
          </a:p>
        </p:txBody>
      </p:sp>
      <p:graphicFrame>
        <p:nvGraphicFramePr>
          <p:cNvPr id="2" name="Table 1">
            <a:extLst>
              <a:ext uri="{FF2B5EF4-FFF2-40B4-BE49-F238E27FC236}">
                <a16:creationId xmlns:a16="http://schemas.microsoft.com/office/drawing/2014/main" id="{77919707-80BD-3DDA-1F49-E30BC7F73C4F}"/>
              </a:ext>
            </a:extLst>
          </p:cNvPr>
          <p:cNvGraphicFramePr>
            <a:graphicFrameLocks noGrp="1"/>
          </p:cNvGraphicFramePr>
          <p:nvPr>
            <p:extLst>
              <p:ext uri="{D42A27DB-BD31-4B8C-83A1-F6EECF244321}">
                <p14:modId xmlns:p14="http://schemas.microsoft.com/office/powerpoint/2010/main" val="675886346"/>
              </p:ext>
            </p:extLst>
          </p:nvPr>
        </p:nvGraphicFramePr>
        <p:xfrm>
          <a:off x="0" y="0"/>
          <a:ext cx="12192000" cy="14096997"/>
        </p:xfrm>
        <a:graphic>
          <a:graphicData uri="http://schemas.openxmlformats.org/drawingml/2006/table">
            <a:tbl>
              <a:tblPr>
                <a:tableStyleId>{5C22544A-7EE6-4342-B048-85BDC9FD1C3A}</a:tableStyleId>
              </a:tblPr>
              <a:tblGrid>
                <a:gridCol w="3735358">
                  <a:extLst>
                    <a:ext uri="{9D8B030D-6E8A-4147-A177-3AD203B41FA5}">
                      <a16:colId xmlns:a16="http://schemas.microsoft.com/office/drawing/2014/main" val="1629853495"/>
                    </a:ext>
                  </a:extLst>
                </a:gridCol>
                <a:gridCol w="3735358">
                  <a:extLst>
                    <a:ext uri="{9D8B030D-6E8A-4147-A177-3AD203B41FA5}">
                      <a16:colId xmlns:a16="http://schemas.microsoft.com/office/drawing/2014/main" val="790093397"/>
                    </a:ext>
                  </a:extLst>
                </a:gridCol>
                <a:gridCol w="1486298">
                  <a:extLst>
                    <a:ext uri="{9D8B030D-6E8A-4147-A177-3AD203B41FA5}">
                      <a16:colId xmlns:a16="http://schemas.microsoft.com/office/drawing/2014/main" val="3886010036"/>
                    </a:ext>
                  </a:extLst>
                </a:gridCol>
                <a:gridCol w="1486298">
                  <a:extLst>
                    <a:ext uri="{9D8B030D-6E8A-4147-A177-3AD203B41FA5}">
                      <a16:colId xmlns:a16="http://schemas.microsoft.com/office/drawing/2014/main" val="3602604964"/>
                    </a:ext>
                  </a:extLst>
                </a:gridCol>
                <a:gridCol w="874344">
                  <a:extLst>
                    <a:ext uri="{9D8B030D-6E8A-4147-A177-3AD203B41FA5}">
                      <a16:colId xmlns:a16="http://schemas.microsoft.com/office/drawing/2014/main" val="458003863"/>
                    </a:ext>
                  </a:extLst>
                </a:gridCol>
                <a:gridCol w="874344">
                  <a:extLst>
                    <a:ext uri="{9D8B030D-6E8A-4147-A177-3AD203B41FA5}">
                      <a16:colId xmlns:a16="http://schemas.microsoft.com/office/drawing/2014/main" val="2351116648"/>
                    </a:ext>
                  </a:extLst>
                </a:gridCol>
              </a:tblGrid>
              <a:tr h="549826">
                <a:tc>
                  <a:txBody>
                    <a:bodyPr/>
                    <a:lstStyle/>
                    <a:p>
                      <a:pPr marL="0" marR="0" algn="ctr">
                        <a:lnSpc>
                          <a:spcPct val="107000"/>
                        </a:lnSpc>
                        <a:spcBef>
                          <a:spcPts val="0"/>
                        </a:spcBef>
                        <a:spcAft>
                          <a:spcPts val="0"/>
                        </a:spcAft>
                      </a:pPr>
                      <a:r>
                        <a:rPr lang="en-US" sz="900" dirty="0">
                          <a:effectLst/>
                        </a:rPr>
                        <a:t>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gridSpan="5">
                  <a:txBody>
                    <a:bodyPr/>
                    <a:lstStyle/>
                    <a:p>
                      <a:pPr marL="0" marR="0" algn="l">
                        <a:lnSpc>
                          <a:spcPct val="107000"/>
                        </a:lnSpc>
                        <a:spcBef>
                          <a:spcPts val="0"/>
                        </a:spcBef>
                        <a:spcAft>
                          <a:spcPts val="0"/>
                        </a:spcAft>
                      </a:pPr>
                      <a:r>
                        <a:rPr lang="en-US" sz="900" dirty="0">
                          <a:effectLst/>
                        </a:rPr>
                        <a:t>Asset List - Client Company – April 2023</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8330604"/>
                  </a:ext>
                </a:extLst>
              </a:tr>
              <a:tr h="1189893">
                <a:tc>
                  <a:txBody>
                    <a:bodyPr/>
                    <a:lstStyle/>
                    <a:p>
                      <a:pPr marL="0" marR="0" algn="ctr">
                        <a:lnSpc>
                          <a:spcPct val="107000"/>
                        </a:lnSpc>
                        <a:spcBef>
                          <a:spcPts val="0"/>
                        </a:spcBef>
                        <a:spcAft>
                          <a:spcPts val="0"/>
                        </a:spcAft>
                      </a:pPr>
                      <a:r>
                        <a:rPr lang="en-US" sz="800" dirty="0">
                          <a:effectLst/>
                        </a:rPr>
                        <a:t>Device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800" dirty="0">
                          <a:effectLst/>
                        </a:rPr>
                        <a:t>Model</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800">
                          <a:effectLst/>
                        </a:rPr>
                        <a:t>Quantity</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800">
                          <a:effectLst/>
                        </a:rPr>
                        <a:t>Location</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800">
                          <a:effectLst/>
                        </a:rPr>
                        <a:t>Serial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800">
                          <a:effectLst/>
                        </a:rPr>
                        <a:t>Comments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133341703"/>
                  </a:ext>
                </a:extLst>
              </a:tr>
              <a:tr h="445095">
                <a:tc gridSpan="6">
                  <a:txBody>
                    <a:bodyPr/>
                    <a:lstStyle/>
                    <a:p>
                      <a:pPr marL="0" marR="0" algn="ctr">
                        <a:lnSpc>
                          <a:spcPct val="107000"/>
                        </a:lnSpc>
                        <a:spcBef>
                          <a:spcPts val="0"/>
                        </a:spcBef>
                        <a:spcAft>
                          <a:spcPts val="0"/>
                        </a:spcAft>
                      </a:pPr>
                      <a:r>
                        <a:rPr lang="en-US" sz="900">
                          <a:effectLst/>
                        </a:rPr>
                        <a:t>New Items – To Be Purchased</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34446459"/>
                  </a:ext>
                </a:extLst>
              </a:tr>
              <a:tr h="445095">
                <a:tc>
                  <a:txBody>
                    <a:bodyPr/>
                    <a:lstStyle/>
                    <a:p>
                      <a:pPr marL="0" marR="0">
                        <a:lnSpc>
                          <a:spcPct val="107000"/>
                        </a:lnSpc>
                        <a:spcBef>
                          <a:spcPts val="0"/>
                        </a:spcBef>
                        <a:spcAft>
                          <a:spcPts val="0"/>
                        </a:spcAft>
                      </a:pPr>
                      <a:r>
                        <a:rPr lang="en-US" sz="900">
                          <a:effectLst/>
                        </a:rPr>
                        <a:t>Routerr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MNSi for Business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Hallway</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3546786290"/>
                  </a:ext>
                </a:extLst>
              </a:tr>
              <a:tr h="445095">
                <a:tc>
                  <a:txBody>
                    <a:bodyPr/>
                    <a:lstStyle/>
                    <a:p>
                      <a:pPr marL="0" marR="0">
                        <a:lnSpc>
                          <a:spcPct val="107000"/>
                        </a:lnSpc>
                        <a:spcBef>
                          <a:spcPts val="0"/>
                        </a:spcBef>
                        <a:spcAft>
                          <a:spcPts val="0"/>
                        </a:spcAft>
                      </a:pPr>
                      <a:r>
                        <a:rPr lang="en-US" sz="900">
                          <a:effectLst/>
                        </a:rPr>
                        <a:t>Laptops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HP Elite Dragonfly Notebook</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gn="ctr">
                        <a:lnSpc>
                          <a:spcPct val="107000"/>
                        </a:lnSpc>
                        <a:spcBef>
                          <a:spcPts val="0"/>
                        </a:spcBef>
                        <a:spcAft>
                          <a:spcPts val="0"/>
                        </a:spcAft>
                      </a:pPr>
                      <a:r>
                        <a:rPr lang="en-US" sz="900">
                          <a:effectLst/>
                        </a:rPr>
                        <a:t>70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1301603186"/>
                  </a:ext>
                </a:extLst>
              </a:tr>
              <a:tr h="873788">
                <a:tc>
                  <a:txBody>
                    <a:bodyPr/>
                    <a:lstStyle/>
                    <a:p>
                      <a:pPr marL="0" marR="0">
                        <a:lnSpc>
                          <a:spcPct val="107000"/>
                        </a:lnSpc>
                        <a:spcBef>
                          <a:spcPts val="0"/>
                        </a:spcBef>
                        <a:spcAft>
                          <a:spcPts val="0"/>
                        </a:spcAft>
                      </a:pPr>
                      <a:r>
                        <a:rPr lang="en-US" sz="900">
                          <a:effectLst/>
                        </a:rPr>
                        <a:t>IT RACK</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7k BTU Air-Conditioned Server Rack</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Server Room</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2245540775"/>
                  </a:ext>
                </a:extLst>
              </a:tr>
              <a:tr h="873788">
                <a:tc>
                  <a:txBody>
                    <a:bodyPr/>
                    <a:lstStyle/>
                    <a:p>
                      <a:pPr marL="0" marR="0">
                        <a:lnSpc>
                          <a:spcPct val="107000"/>
                        </a:lnSpc>
                        <a:spcBef>
                          <a:spcPts val="0"/>
                        </a:spcBef>
                        <a:spcAft>
                          <a:spcPts val="0"/>
                        </a:spcAft>
                      </a:pPr>
                      <a:r>
                        <a:rPr lang="en-US" sz="900">
                          <a:effectLst/>
                        </a:rPr>
                        <a:t>Staff Desk</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Altamae 48” Adjustable Height Standing Desk</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50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3052279777"/>
                  </a:ext>
                </a:extLst>
              </a:tr>
              <a:tr h="445095">
                <a:tc gridSpan="6">
                  <a:txBody>
                    <a:bodyPr/>
                    <a:lstStyle/>
                    <a:p>
                      <a:pPr marL="0" marR="0" algn="ctr">
                        <a:lnSpc>
                          <a:spcPct val="107000"/>
                        </a:lnSpc>
                        <a:spcBef>
                          <a:spcPts val="0"/>
                        </a:spcBef>
                        <a:spcAft>
                          <a:spcPts val="0"/>
                        </a:spcAft>
                      </a:pPr>
                      <a:r>
                        <a:rPr lang="en-US" sz="900">
                          <a:effectLst/>
                        </a:rPr>
                        <a:t>Existing Technology – To Be Re-Used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26169483"/>
                  </a:ext>
                </a:extLst>
              </a:tr>
              <a:tr h="873788">
                <a:tc>
                  <a:txBody>
                    <a:bodyPr/>
                    <a:lstStyle/>
                    <a:p>
                      <a:pPr marL="0" marR="0">
                        <a:lnSpc>
                          <a:spcPct val="107000"/>
                        </a:lnSpc>
                        <a:spcBef>
                          <a:spcPts val="0"/>
                        </a:spcBef>
                        <a:spcAft>
                          <a:spcPts val="0"/>
                        </a:spcAft>
                      </a:pPr>
                      <a:r>
                        <a:rPr lang="en-US" sz="900">
                          <a:effectLst/>
                        </a:rPr>
                        <a:t>Switches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Cisco Catalyst 9200L 48 Port PoE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2</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Sever Room</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dirty="0">
                          <a:effectLst/>
                        </a:rPr>
                        <a:t>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dirty="0">
                          <a:effectLst/>
                        </a:rPr>
                        <a:t>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458456710"/>
                  </a:ext>
                </a:extLst>
              </a:tr>
              <a:tr h="873788">
                <a:tc>
                  <a:txBody>
                    <a:bodyPr/>
                    <a:lstStyle/>
                    <a:p>
                      <a:pPr marL="0" marR="0">
                        <a:lnSpc>
                          <a:spcPct val="107000"/>
                        </a:lnSpc>
                        <a:spcBef>
                          <a:spcPts val="0"/>
                        </a:spcBef>
                        <a:spcAft>
                          <a:spcPts val="0"/>
                        </a:spcAft>
                      </a:pPr>
                      <a:r>
                        <a:rPr lang="en-US" sz="900">
                          <a:effectLst/>
                        </a:rPr>
                        <a:t>Firewall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Cisco ASA 5516-X</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Server Room</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dirty="0">
                          <a:effectLst/>
                        </a:rPr>
                        <a:t>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3062902097"/>
                  </a:ext>
                </a:extLst>
              </a:tr>
              <a:tr h="873788">
                <a:tc>
                  <a:txBody>
                    <a:bodyPr/>
                    <a:lstStyle/>
                    <a:p>
                      <a:pPr marL="0" marR="0">
                        <a:lnSpc>
                          <a:spcPct val="107000"/>
                        </a:lnSpc>
                        <a:spcBef>
                          <a:spcPts val="0"/>
                        </a:spcBef>
                        <a:spcAft>
                          <a:spcPts val="0"/>
                        </a:spcAft>
                      </a:pPr>
                      <a:r>
                        <a:rPr lang="en-US" sz="900">
                          <a:effectLst/>
                        </a:rPr>
                        <a:t>UPS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715W Power supply</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Server Room</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2446603227"/>
                  </a:ext>
                </a:extLst>
              </a:tr>
              <a:tr h="445095">
                <a:tc>
                  <a:txBody>
                    <a:bodyPr/>
                    <a:lstStyle/>
                    <a:p>
                      <a:pPr marL="0" marR="0">
                        <a:lnSpc>
                          <a:spcPct val="107000"/>
                        </a:lnSpc>
                        <a:spcBef>
                          <a:spcPts val="0"/>
                        </a:spcBef>
                        <a:spcAft>
                          <a:spcPts val="0"/>
                        </a:spcAft>
                      </a:pPr>
                      <a:r>
                        <a:rPr lang="en-US" sz="900">
                          <a:effectLst/>
                        </a:rPr>
                        <a:t>Monitors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Dell S2421NXs @ 60hz</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20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4119102011"/>
                  </a:ext>
                </a:extLst>
              </a:tr>
              <a:tr h="445095">
                <a:tc>
                  <a:txBody>
                    <a:bodyPr/>
                    <a:lstStyle/>
                    <a:p>
                      <a:pPr marL="0" marR="0">
                        <a:lnSpc>
                          <a:spcPct val="107000"/>
                        </a:lnSpc>
                        <a:spcBef>
                          <a:spcPts val="0"/>
                        </a:spcBef>
                        <a:spcAft>
                          <a:spcPts val="0"/>
                        </a:spcAft>
                      </a:pPr>
                      <a:r>
                        <a:rPr lang="en-US" sz="900">
                          <a:effectLst/>
                        </a:rPr>
                        <a:t>Keyboard</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Logitech</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20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3635634243"/>
                  </a:ext>
                </a:extLst>
              </a:tr>
              <a:tr h="445095">
                <a:tc>
                  <a:txBody>
                    <a:bodyPr/>
                    <a:lstStyle/>
                    <a:p>
                      <a:pPr marL="0" marR="0">
                        <a:lnSpc>
                          <a:spcPct val="107000"/>
                        </a:lnSpc>
                        <a:spcBef>
                          <a:spcPts val="0"/>
                        </a:spcBef>
                        <a:spcAft>
                          <a:spcPts val="0"/>
                        </a:spcAft>
                      </a:pPr>
                      <a:r>
                        <a:rPr lang="en-US" sz="900">
                          <a:effectLst/>
                        </a:rPr>
                        <a:t>Mouse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Logitech</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gn="ctr">
                        <a:lnSpc>
                          <a:spcPct val="107000"/>
                        </a:lnSpc>
                        <a:spcBef>
                          <a:spcPts val="0"/>
                        </a:spcBef>
                        <a:spcAft>
                          <a:spcPts val="0"/>
                        </a:spcAft>
                      </a:pPr>
                      <a:r>
                        <a:rPr lang="en-US" sz="900">
                          <a:effectLst/>
                        </a:rPr>
                        <a:t>20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4133645149"/>
                  </a:ext>
                </a:extLst>
              </a:tr>
              <a:tr h="873788">
                <a:tc rowSpan="2">
                  <a:txBody>
                    <a:bodyPr/>
                    <a:lstStyle/>
                    <a:p>
                      <a:pPr marL="0" marR="0" algn="just">
                        <a:lnSpc>
                          <a:spcPct val="107000"/>
                        </a:lnSpc>
                        <a:spcBef>
                          <a:spcPts val="0"/>
                        </a:spcBef>
                        <a:spcAft>
                          <a:spcPts val="0"/>
                        </a:spcAft>
                      </a:pPr>
                      <a:r>
                        <a:rPr lang="en-US" sz="900">
                          <a:effectLst/>
                        </a:rPr>
                        <a:t>Printers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Label Printers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2</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Production Area</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3552387619"/>
                  </a:ext>
                </a:extLst>
              </a:tr>
              <a:tr h="445095">
                <a:tc vMerge="1">
                  <a:txBody>
                    <a:bodyPr/>
                    <a:lstStyle/>
                    <a:p>
                      <a:endParaRPr lang="en-US"/>
                    </a:p>
                  </a:txBody>
                  <a:tcPr/>
                </a:tc>
                <a:tc>
                  <a:txBody>
                    <a:bodyPr/>
                    <a:lstStyle/>
                    <a:p>
                      <a:pPr marL="0" marR="0">
                        <a:lnSpc>
                          <a:spcPct val="107000"/>
                        </a:lnSpc>
                        <a:spcBef>
                          <a:spcPts val="0"/>
                        </a:spcBef>
                        <a:spcAft>
                          <a:spcPts val="0"/>
                        </a:spcAft>
                      </a:pPr>
                      <a:r>
                        <a:rPr lang="en-US" sz="900">
                          <a:effectLst/>
                        </a:rPr>
                        <a:t>Office Printers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3</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499310734"/>
                  </a:ext>
                </a:extLst>
              </a:tr>
              <a:tr h="445095">
                <a:tc>
                  <a:txBody>
                    <a:bodyPr/>
                    <a:lstStyle/>
                    <a:p>
                      <a:pPr marL="0" marR="0">
                        <a:lnSpc>
                          <a:spcPct val="107000"/>
                        </a:lnSpc>
                        <a:spcBef>
                          <a:spcPts val="0"/>
                        </a:spcBef>
                        <a:spcAft>
                          <a:spcPts val="0"/>
                        </a:spcAft>
                      </a:pPr>
                      <a:r>
                        <a:rPr lang="en-US" sz="900">
                          <a:effectLst/>
                        </a:rPr>
                        <a:t>Cat 5e Cable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Various Manufacturers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All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49316325"/>
                  </a:ext>
                </a:extLst>
              </a:tr>
              <a:tr h="445095">
                <a:tc>
                  <a:txBody>
                    <a:bodyPr/>
                    <a:lstStyle/>
                    <a:p>
                      <a:pPr marL="0" marR="0">
                        <a:lnSpc>
                          <a:spcPct val="107000"/>
                        </a:lnSpc>
                        <a:spcBef>
                          <a:spcPts val="0"/>
                        </a:spcBef>
                        <a:spcAft>
                          <a:spcPts val="0"/>
                        </a:spcAft>
                      </a:pPr>
                      <a:r>
                        <a:rPr lang="en-US" sz="900">
                          <a:effectLst/>
                        </a:rPr>
                        <a:t>Fiber Cable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Various Manufacturers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All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1668206496"/>
                  </a:ext>
                </a:extLst>
              </a:tr>
              <a:tr h="445095">
                <a:tc gridSpan="6">
                  <a:txBody>
                    <a:bodyPr/>
                    <a:lstStyle/>
                    <a:p>
                      <a:pPr marL="0" marR="0" algn="ctr">
                        <a:lnSpc>
                          <a:spcPct val="107000"/>
                        </a:lnSpc>
                        <a:spcBef>
                          <a:spcPts val="0"/>
                        </a:spcBef>
                        <a:spcAft>
                          <a:spcPts val="0"/>
                        </a:spcAft>
                      </a:pPr>
                      <a:r>
                        <a:rPr lang="en-US" sz="900">
                          <a:effectLst/>
                        </a:rPr>
                        <a:t>Existing Items – To Be Discarded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763252001"/>
                  </a:ext>
                </a:extLst>
              </a:tr>
              <a:tr h="2218505">
                <a:tc>
                  <a:txBody>
                    <a:bodyPr/>
                    <a:lstStyle/>
                    <a:p>
                      <a:pPr marL="0" marR="0">
                        <a:lnSpc>
                          <a:spcPct val="107000"/>
                        </a:lnSpc>
                        <a:spcBef>
                          <a:spcPts val="0"/>
                        </a:spcBef>
                        <a:spcAft>
                          <a:spcPts val="0"/>
                        </a:spcAft>
                      </a:pPr>
                      <a:r>
                        <a:rPr lang="en-US" sz="900">
                          <a:effectLst/>
                        </a:rPr>
                        <a:t>Laptops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Dell Inspiron 5000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70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gn="ctr">
                        <a:lnSpc>
                          <a:spcPct val="107000"/>
                        </a:lnSpc>
                        <a:spcBef>
                          <a:spcPts val="0"/>
                        </a:spcBef>
                        <a:spcAft>
                          <a:spcPts val="0"/>
                        </a:spcAft>
                      </a:pPr>
                      <a:r>
                        <a:rPr lang="en-US" sz="900" dirty="0">
                          <a:effectLst/>
                        </a:rPr>
                        <a:t> Return</a:t>
                      </a:r>
                      <a:br>
                        <a:rPr lang="en-US" sz="900" dirty="0">
                          <a:effectLst/>
                        </a:rPr>
                      </a:br>
                      <a:r>
                        <a:rPr lang="en-US" sz="900" dirty="0">
                          <a:effectLst/>
                        </a:rPr>
                        <a:t>on lease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extLst>
                  <a:ext uri="{0D108BD9-81ED-4DB2-BD59-A6C34878D82A}">
                    <a16:rowId xmlns:a16="http://schemas.microsoft.com/office/drawing/2014/main" val="1297649968"/>
                  </a:ext>
                </a:extLst>
              </a:tr>
            </a:tbl>
          </a:graphicData>
        </a:graphic>
      </p:graphicFrame>
    </p:spTree>
    <p:extLst>
      <p:ext uri="{BB962C8B-B14F-4D97-AF65-F5344CB8AC3E}">
        <p14:creationId xmlns:p14="http://schemas.microsoft.com/office/powerpoint/2010/main" val="29729379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51</a:t>
            </a:fld>
            <a:endParaRPr lang="en-US" sz="2400" dirty="0"/>
          </a:p>
        </p:txBody>
      </p:sp>
      <p:graphicFrame>
        <p:nvGraphicFramePr>
          <p:cNvPr id="2" name="Table 1">
            <a:extLst>
              <a:ext uri="{FF2B5EF4-FFF2-40B4-BE49-F238E27FC236}">
                <a16:creationId xmlns:a16="http://schemas.microsoft.com/office/drawing/2014/main" id="{77919707-80BD-3DDA-1F49-E30BC7F73C4F}"/>
              </a:ext>
            </a:extLst>
          </p:cNvPr>
          <p:cNvGraphicFramePr>
            <a:graphicFrameLocks noGrp="1"/>
          </p:cNvGraphicFramePr>
          <p:nvPr>
            <p:extLst>
              <p:ext uri="{D42A27DB-BD31-4B8C-83A1-F6EECF244321}">
                <p14:modId xmlns:p14="http://schemas.microsoft.com/office/powerpoint/2010/main" val="90072601"/>
              </p:ext>
            </p:extLst>
          </p:nvPr>
        </p:nvGraphicFramePr>
        <p:xfrm>
          <a:off x="-96254" y="-3390893"/>
          <a:ext cx="12288254" cy="10248893"/>
        </p:xfrm>
        <a:graphic>
          <a:graphicData uri="http://schemas.openxmlformats.org/drawingml/2006/table">
            <a:tbl>
              <a:tblPr>
                <a:tableStyleId>{5C22544A-7EE6-4342-B048-85BDC9FD1C3A}</a:tableStyleId>
              </a:tblPr>
              <a:tblGrid>
                <a:gridCol w="3764848">
                  <a:extLst>
                    <a:ext uri="{9D8B030D-6E8A-4147-A177-3AD203B41FA5}">
                      <a16:colId xmlns:a16="http://schemas.microsoft.com/office/drawing/2014/main" val="1629853495"/>
                    </a:ext>
                  </a:extLst>
                </a:gridCol>
                <a:gridCol w="3764848">
                  <a:extLst>
                    <a:ext uri="{9D8B030D-6E8A-4147-A177-3AD203B41FA5}">
                      <a16:colId xmlns:a16="http://schemas.microsoft.com/office/drawing/2014/main" val="790093397"/>
                    </a:ext>
                  </a:extLst>
                </a:gridCol>
                <a:gridCol w="1498032">
                  <a:extLst>
                    <a:ext uri="{9D8B030D-6E8A-4147-A177-3AD203B41FA5}">
                      <a16:colId xmlns:a16="http://schemas.microsoft.com/office/drawing/2014/main" val="3886010036"/>
                    </a:ext>
                  </a:extLst>
                </a:gridCol>
                <a:gridCol w="1498032">
                  <a:extLst>
                    <a:ext uri="{9D8B030D-6E8A-4147-A177-3AD203B41FA5}">
                      <a16:colId xmlns:a16="http://schemas.microsoft.com/office/drawing/2014/main" val="3602604964"/>
                    </a:ext>
                  </a:extLst>
                </a:gridCol>
                <a:gridCol w="881247">
                  <a:extLst>
                    <a:ext uri="{9D8B030D-6E8A-4147-A177-3AD203B41FA5}">
                      <a16:colId xmlns:a16="http://schemas.microsoft.com/office/drawing/2014/main" val="458003863"/>
                    </a:ext>
                  </a:extLst>
                </a:gridCol>
                <a:gridCol w="881247">
                  <a:extLst>
                    <a:ext uri="{9D8B030D-6E8A-4147-A177-3AD203B41FA5}">
                      <a16:colId xmlns:a16="http://schemas.microsoft.com/office/drawing/2014/main" val="2351116648"/>
                    </a:ext>
                  </a:extLst>
                </a:gridCol>
              </a:tblGrid>
              <a:tr h="399738">
                <a:tc>
                  <a:txBody>
                    <a:bodyPr/>
                    <a:lstStyle/>
                    <a:p>
                      <a:pPr marL="0" marR="0" algn="ctr">
                        <a:lnSpc>
                          <a:spcPct val="107000"/>
                        </a:lnSpc>
                        <a:spcBef>
                          <a:spcPts val="0"/>
                        </a:spcBef>
                        <a:spcAft>
                          <a:spcPts val="0"/>
                        </a:spcAft>
                      </a:pPr>
                      <a:r>
                        <a:rPr lang="en-US" sz="900" dirty="0">
                          <a:effectLst/>
                        </a:rPr>
                        <a:t>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gridSpan="5">
                  <a:txBody>
                    <a:bodyPr/>
                    <a:lstStyle/>
                    <a:p>
                      <a:pPr marL="0" marR="0" algn="l">
                        <a:lnSpc>
                          <a:spcPct val="107000"/>
                        </a:lnSpc>
                        <a:spcBef>
                          <a:spcPts val="0"/>
                        </a:spcBef>
                        <a:spcAft>
                          <a:spcPts val="0"/>
                        </a:spcAft>
                      </a:pPr>
                      <a:r>
                        <a:rPr lang="en-US" sz="900" dirty="0">
                          <a:effectLst/>
                        </a:rPr>
                        <a:t>Asset List - Client Company – April 2023</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8330604"/>
                  </a:ext>
                </a:extLst>
              </a:tr>
              <a:tr h="865084">
                <a:tc>
                  <a:txBody>
                    <a:bodyPr/>
                    <a:lstStyle/>
                    <a:p>
                      <a:pPr marL="0" marR="0" algn="ctr">
                        <a:lnSpc>
                          <a:spcPct val="107000"/>
                        </a:lnSpc>
                        <a:spcBef>
                          <a:spcPts val="0"/>
                        </a:spcBef>
                        <a:spcAft>
                          <a:spcPts val="0"/>
                        </a:spcAft>
                      </a:pPr>
                      <a:r>
                        <a:rPr lang="en-US" sz="800" dirty="0">
                          <a:effectLst/>
                        </a:rPr>
                        <a:t>Device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800" dirty="0">
                          <a:effectLst/>
                        </a:rPr>
                        <a:t>Model</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800">
                          <a:effectLst/>
                        </a:rPr>
                        <a:t>Quantity</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800">
                          <a:effectLst/>
                        </a:rPr>
                        <a:t>Location</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800">
                          <a:effectLst/>
                        </a:rPr>
                        <a:t>Serial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800">
                          <a:effectLst/>
                        </a:rPr>
                        <a:t>Comments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133341703"/>
                  </a:ext>
                </a:extLst>
              </a:tr>
              <a:tr h="323596">
                <a:tc gridSpan="6">
                  <a:txBody>
                    <a:bodyPr/>
                    <a:lstStyle/>
                    <a:p>
                      <a:pPr marL="0" marR="0" algn="ctr">
                        <a:lnSpc>
                          <a:spcPct val="107000"/>
                        </a:lnSpc>
                        <a:spcBef>
                          <a:spcPts val="0"/>
                        </a:spcBef>
                        <a:spcAft>
                          <a:spcPts val="0"/>
                        </a:spcAft>
                      </a:pPr>
                      <a:r>
                        <a:rPr lang="en-US" sz="900">
                          <a:effectLst/>
                        </a:rPr>
                        <a:t>New Items – To Be Purchased</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34446459"/>
                  </a:ext>
                </a:extLst>
              </a:tr>
              <a:tr h="323596">
                <a:tc>
                  <a:txBody>
                    <a:bodyPr/>
                    <a:lstStyle/>
                    <a:p>
                      <a:pPr marL="0" marR="0">
                        <a:lnSpc>
                          <a:spcPct val="107000"/>
                        </a:lnSpc>
                        <a:spcBef>
                          <a:spcPts val="0"/>
                        </a:spcBef>
                        <a:spcAft>
                          <a:spcPts val="0"/>
                        </a:spcAft>
                      </a:pPr>
                      <a:r>
                        <a:rPr lang="en-US" sz="900">
                          <a:effectLst/>
                        </a:rPr>
                        <a:t>Routerr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MNSi for Business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Hallway</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3546786290"/>
                  </a:ext>
                </a:extLst>
              </a:tr>
              <a:tr h="323596">
                <a:tc>
                  <a:txBody>
                    <a:bodyPr/>
                    <a:lstStyle/>
                    <a:p>
                      <a:pPr marL="0" marR="0">
                        <a:lnSpc>
                          <a:spcPct val="107000"/>
                        </a:lnSpc>
                        <a:spcBef>
                          <a:spcPts val="0"/>
                        </a:spcBef>
                        <a:spcAft>
                          <a:spcPts val="0"/>
                        </a:spcAft>
                      </a:pPr>
                      <a:r>
                        <a:rPr lang="en-US" sz="900">
                          <a:effectLst/>
                        </a:rPr>
                        <a:t>Laptops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HP Elite Dragonfly Notebook</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gn="ctr">
                        <a:lnSpc>
                          <a:spcPct val="107000"/>
                        </a:lnSpc>
                        <a:spcBef>
                          <a:spcPts val="0"/>
                        </a:spcBef>
                        <a:spcAft>
                          <a:spcPts val="0"/>
                        </a:spcAft>
                      </a:pPr>
                      <a:r>
                        <a:rPr lang="en-US" sz="900">
                          <a:effectLst/>
                        </a:rPr>
                        <a:t>70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1301603186"/>
                  </a:ext>
                </a:extLst>
              </a:tr>
              <a:tr h="635267">
                <a:tc>
                  <a:txBody>
                    <a:bodyPr/>
                    <a:lstStyle/>
                    <a:p>
                      <a:pPr marL="0" marR="0">
                        <a:lnSpc>
                          <a:spcPct val="107000"/>
                        </a:lnSpc>
                        <a:spcBef>
                          <a:spcPts val="0"/>
                        </a:spcBef>
                        <a:spcAft>
                          <a:spcPts val="0"/>
                        </a:spcAft>
                      </a:pPr>
                      <a:r>
                        <a:rPr lang="en-US" sz="900">
                          <a:effectLst/>
                        </a:rPr>
                        <a:t>IT RACK</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dirty="0">
                          <a:effectLst/>
                        </a:rPr>
                        <a:t>7k BTU Air-Conditioned Server Rack</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Server Room</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2245540775"/>
                  </a:ext>
                </a:extLst>
              </a:tr>
              <a:tr h="635267">
                <a:tc>
                  <a:txBody>
                    <a:bodyPr/>
                    <a:lstStyle/>
                    <a:p>
                      <a:pPr marL="0" marR="0">
                        <a:lnSpc>
                          <a:spcPct val="107000"/>
                        </a:lnSpc>
                        <a:spcBef>
                          <a:spcPts val="0"/>
                        </a:spcBef>
                        <a:spcAft>
                          <a:spcPts val="0"/>
                        </a:spcAft>
                      </a:pPr>
                      <a:r>
                        <a:rPr lang="en-US" sz="900">
                          <a:effectLst/>
                        </a:rPr>
                        <a:t>Staff Desk</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Altamae 48” Adjustable Height Standing Desk</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dirty="0">
                          <a:effectLst/>
                        </a:rPr>
                        <a:t>50</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3052279777"/>
                  </a:ext>
                </a:extLst>
              </a:tr>
              <a:tr h="323596">
                <a:tc gridSpan="6">
                  <a:txBody>
                    <a:bodyPr/>
                    <a:lstStyle/>
                    <a:p>
                      <a:pPr marL="0" marR="0" algn="ctr">
                        <a:lnSpc>
                          <a:spcPct val="107000"/>
                        </a:lnSpc>
                        <a:spcBef>
                          <a:spcPts val="0"/>
                        </a:spcBef>
                        <a:spcAft>
                          <a:spcPts val="0"/>
                        </a:spcAft>
                      </a:pPr>
                      <a:r>
                        <a:rPr lang="en-US" sz="900">
                          <a:effectLst/>
                        </a:rPr>
                        <a:t>Existing Technology – To Be Re-Used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26169483"/>
                  </a:ext>
                </a:extLst>
              </a:tr>
              <a:tr h="635267">
                <a:tc>
                  <a:txBody>
                    <a:bodyPr/>
                    <a:lstStyle/>
                    <a:p>
                      <a:pPr marL="0" marR="0">
                        <a:lnSpc>
                          <a:spcPct val="107000"/>
                        </a:lnSpc>
                        <a:spcBef>
                          <a:spcPts val="0"/>
                        </a:spcBef>
                        <a:spcAft>
                          <a:spcPts val="0"/>
                        </a:spcAft>
                      </a:pPr>
                      <a:r>
                        <a:rPr lang="en-US" sz="900">
                          <a:effectLst/>
                        </a:rPr>
                        <a:t>Switches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Cisco Catalyst 9200L 48 Port PoE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2</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Sever Room</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458456710"/>
                  </a:ext>
                </a:extLst>
              </a:tr>
              <a:tr h="635267">
                <a:tc>
                  <a:txBody>
                    <a:bodyPr/>
                    <a:lstStyle/>
                    <a:p>
                      <a:pPr marL="0" marR="0">
                        <a:lnSpc>
                          <a:spcPct val="107000"/>
                        </a:lnSpc>
                        <a:spcBef>
                          <a:spcPts val="0"/>
                        </a:spcBef>
                        <a:spcAft>
                          <a:spcPts val="0"/>
                        </a:spcAft>
                      </a:pPr>
                      <a:r>
                        <a:rPr lang="en-US" sz="900">
                          <a:effectLst/>
                        </a:rPr>
                        <a:t>Firewall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Cisco ASA 5516-X</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Server Room</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3062902097"/>
                  </a:ext>
                </a:extLst>
              </a:tr>
              <a:tr h="635267">
                <a:tc>
                  <a:txBody>
                    <a:bodyPr/>
                    <a:lstStyle/>
                    <a:p>
                      <a:pPr marL="0" marR="0">
                        <a:lnSpc>
                          <a:spcPct val="107000"/>
                        </a:lnSpc>
                        <a:spcBef>
                          <a:spcPts val="0"/>
                        </a:spcBef>
                        <a:spcAft>
                          <a:spcPts val="0"/>
                        </a:spcAft>
                      </a:pPr>
                      <a:r>
                        <a:rPr lang="en-US" sz="900">
                          <a:effectLst/>
                        </a:rPr>
                        <a:t>UPS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715W Power supply</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Server Room</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2446603227"/>
                  </a:ext>
                </a:extLst>
              </a:tr>
              <a:tr h="323596">
                <a:tc>
                  <a:txBody>
                    <a:bodyPr/>
                    <a:lstStyle/>
                    <a:p>
                      <a:pPr marL="0" marR="0">
                        <a:lnSpc>
                          <a:spcPct val="107000"/>
                        </a:lnSpc>
                        <a:spcBef>
                          <a:spcPts val="0"/>
                        </a:spcBef>
                        <a:spcAft>
                          <a:spcPts val="0"/>
                        </a:spcAft>
                      </a:pPr>
                      <a:r>
                        <a:rPr lang="en-US" sz="900">
                          <a:effectLst/>
                        </a:rPr>
                        <a:t>Monitors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Dell S2421NXs @ 60hz</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20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dirty="0">
                          <a:effectLst/>
                        </a:rPr>
                        <a:t>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4119102011"/>
                  </a:ext>
                </a:extLst>
              </a:tr>
              <a:tr h="323596">
                <a:tc>
                  <a:txBody>
                    <a:bodyPr/>
                    <a:lstStyle/>
                    <a:p>
                      <a:pPr marL="0" marR="0">
                        <a:lnSpc>
                          <a:spcPct val="107000"/>
                        </a:lnSpc>
                        <a:spcBef>
                          <a:spcPts val="0"/>
                        </a:spcBef>
                        <a:spcAft>
                          <a:spcPts val="0"/>
                        </a:spcAft>
                      </a:pPr>
                      <a:r>
                        <a:rPr lang="en-US" sz="900">
                          <a:effectLst/>
                        </a:rPr>
                        <a:t>Keyboard</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Logitech</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20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3635634243"/>
                  </a:ext>
                </a:extLst>
              </a:tr>
              <a:tr h="323596">
                <a:tc>
                  <a:txBody>
                    <a:bodyPr/>
                    <a:lstStyle/>
                    <a:p>
                      <a:pPr marL="0" marR="0">
                        <a:lnSpc>
                          <a:spcPct val="107000"/>
                        </a:lnSpc>
                        <a:spcBef>
                          <a:spcPts val="0"/>
                        </a:spcBef>
                        <a:spcAft>
                          <a:spcPts val="0"/>
                        </a:spcAft>
                      </a:pPr>
                      <a:r>
                        <a:rPr lang="en-US" sz="900">
                          <a:effectLst/>
                        </a:rPr>
                        <a:t>Mouse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Logitech</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gn="ctr">
                        <a:lnSpc>
                          <a:spcPct val="107000"/>
                        </a:lnSpc>
                        <a:spcBef>
                          <a:spcPts val="0"/>
                        </a:spcBef>
                        <a:spcAft>
                          <a:spcPts val="0"/>
                        </a:spcAft>
                      </a:pPr>
                      <a:r>
                        <a:rPr lang="en-US" sz="900">
                          <a:effectLst/>
                        </a:rPr>
                        <a:t>20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4133645149"/>
                  </a:ext>
                </a:extLst>
              </a:tr>
              <a:tr h="635267">
                <a:tc rowSpan="2">
                  <a:txBody>
                    <a:bodyPr/>
                    <a:lstStyle/>
                    <a:p>
                      <a:pPr marL="0" marR="0" algn="just">
                        <a:lnSpc>
                          <a:spcPct val="107000"/>
                        </a:lnSpc>
                        <a:spcBef>
                          <a:spcPts val="0"/>
                        </a:spcBef>
                        <a:spcAft>
                          <a:spcPts val="0"/>
                        </a:spcAft>
                      </a:pPr>
                      <a:r>
                        <a:rPr lang="en-US" sz="900">
                          <a:effectLst/>
                        </a:rPr>
                        <a:t>Printers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Label Printers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2</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Production Area</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3552387619"/>
                  </a:ext>
                </a:extLst>
              </a:tr>
              <a:tr h="323596">
                <a:tc vMerge="1">
                  <a:txBody>
                    <a:bodyPr/>
                    <a:lstStyle/>
                    <a:p>
                      <a:endParaRPr lang="en-US"/>
                    </a:p>
                  </a:txBody>
                  <a:tcPr/>
                </a:tc>
                <a:tc>
                  <a:txBody>
                    <a:bodyPr/>
                    <a:lstStyle/>
                    <a:p>
                      <a:pPr marL="0" marR="0">
                        <a:lnSpc>
                          <a:spcPct val="107000"/>
                        </a:lnSpc>
                        <a:spcBef>
                          <a:spcPts val="0"/>
                        </a:spcBef>
                        <a:spcAft>
                          <a:spcPts val="0"/>
                        </a:spcAft>
                      </a:pPr>
                      <a:r>
                        <a:rPr lang="en-US" sz="900">
                          <a:effectLst/>
                        </a:rPr>
                        <a:t>Office Printers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3</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499310734"/>
                  </a:ext>
                </a:extLst>
              </a:tr>
              <a:tr h="323596">
                <a:tc>
                  <a:txBody>
                    <a:bodyPr/>
                    <a:lstStyle/>
                    <a:p>
                      <a:pPr marL="0" marR="0">
                        <a:lnSpc>
                          <a:spcPct val="107000"/>
                        </a:lnSpc>
                        <a:spcBef>
                          <a:spcPts val="0"/>
                        </a:spcBef>
                        <a:spcAft>
                          <a:spcPts val="0"/>
                        </a:spcAft>
                      </a:pPr>
                      <a:r>
                        <a:rPr lang="en-US" sz="900">
                          <a:effectLst/>
                        </a:rPr>
                        <a:t>Cat 5e Cable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Various Manufacturers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All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49316325"/>
                  </a:ext>
                </a:extLst>
              </a:tr>
              <a:tr h="323596">
                <a:tc>
                  <a:txBody>
                    <a:bodyPr/>
                    <a:lstStyle/>
                    <a:p>
                      <a:pPr marL="0" marR="0">
                        <a:lnSpc>
                          <a:spcPct val="107000"/>
                        </a:lnSpc>
                        <a:spcBef>
                          <a:spcPts val="0"/>
                        </a:spcBef>
                        <a:spcAft>
                          <a:spcPts val="0"/>
                        </a:spcAft>
                      </a:pPr>
                      <a:r>
                        <a:rPr lang="en-US" sz="900">
                          <a:effectLst/>
                        </a:rPr>
                        <a:t>Fiber Cable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Various Manufacturers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All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1668206496"/>
                  </a:ext>
                </a:extLst>
              </a:tr>
              <a:tr h="323596">
                <a:tc gridSpan="6">
                  <a:txBody>
                    <a:bodyPr/>
                    <a:lstStyle/>
                    <a:p>
                      <a:pPr marL="0" marR="0" algn="ctr">
                        <a:lnSpc>
                          <a:spcPct val="107000"/>
                        </a:lnSpc>
                        <a:spcBef>
                          <a:spcPts val="0"/>
                        </a:spcBef>
                        <a:spcAft>
                          <a:spcPts val="0"/>
                        </a:spcAft>
                      </a:pPr>
                      <a:r>
                        <a:rPr lang="en-US" sz="900">
                          <a:effectLst/>
                        </a:rPr>
                        <a:t>Existing Items – To Be Discarded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763252001"/>
                  </a:ext>
                </a:extLst>
              </a:tr>
              <a:tr h="1612913">
                <a:tc>
                  <a:txBody>
                    <a:bodyPr/>
                    <a:lstStyle/>
                    <a:p>
                      <a:pPr marL="0" marR="0">
                        <a:lnSpc>
                          <a:spcPct val="107000"/>
                        </a:lnSpc>
                        <a:spcBef>
                          <a:spcPts val="0"/>
                        </a:spcBef>
                        <a:spcAft>
                          <a:spcPts val="0"/>
                        </a:spcAft>
                      </a:pPr>
                      <a:r>
                        <a:rPr lang="en-US" sz="900">
                          <a:effectLst/>
                        </a:rPr>
                        <a:t>Laptops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Dell Inspiron 5000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70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gn="ctr">
                        <a:lnSpc>
                          <a:spcPct val="107000"/>
                        </a:lnSpc>
                        <a:spcBef>
                          <a:spcPts val="0"/>
                        </a:spcBef>
                        <a:spcAft>
                          <a:spcPts val="0"/>
                        </a:spcAft>
                      </a:pPr>
                      <a:r>
                        <a:rPr lang="en-US" sz="900" dirty="0">
                          <a:effectLst/>
                        </a:rPr>
                        <a:t> Return</a:t>
                      </a:r>
                      <a:br>
                        <a:rPr lang="en-US" sz="900" dirty="0">
                          <a:effectLst/>
                        </a:rPr>
                      </a:br>
                      <a:r>
                        <a:rPr lang="en-US" sz="900" dirty="0">
                          <a:effectLst/>
                        </a:rPr>
                        <a:t>on lease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extLst>
                  <a:ext uri="{0D108BD9-81ED-4DB2-BD59-A6C34878D82A}">
                    <a16:rowId xmlns:a16="http://schemas.microsoft.com/office/drawing/2014/main" val="1297649968"/>
                  </a:ext>
                </a:extLst>
              </a:tr>
            </a:tbl>
          </a:graphicData>
        </a:graphic>
      </p:graphicFrame>
    </p:spTree>
    <p:extLst>
      <p:ext uri="{BB962C8B-B14F-4D97-AF65-F5344CB8AC3E}">
        <p14:creationId xmlns:p14="http://schemas.microsoft.com/office/powerpoint/2010/main" val="24312482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52</a:t>
            </a:fld>
            <a:endParaRPr lang="en-US" sz="2400" dirty="0"/>
          </a:p>
        </p:txBody>
      </p:sp>
      <p:graphicFrame>
        <p:nvGraphicFramePr>
          <p:cNvPr id="2" name="Table 1">
            <a:extLst>
              <a:ext uri="{FF2B5EF4-FFF2-40B4-BE49-F238E27FC236}">
                <a16:creationId xmlns:a16="http://schemas.microsoft.com/office/drawing/2014/main" id="{77919707-80BD-3DDA-1F49-E30BC7F73C4F}"/>
              </a:ext>
            </a:extLst>
          </p:cNvPr>
          <p:cNvGraphicFramePr>
            <a:graphicFrameLocks noGrp="1"/>
          </p:cNvGraphicFramePr>
          <p:nvPr/>
        </p:nvGraphicFramePr>
        <p:xfrm>
          <a:off x="0" y="0"/>
          <a:ext cx="12192000" cy="6858002"/>
        </p:xfrm>
        <a:graphic>
          <a:graphicData uri="http://schemas.openxmlformats.org/drawingml/2006/table">
            <a:tbl>
              <a:tblPr>
                <a:tableStyleId>{5C22544A-7EE6-4342-B048-85BDC9FD1C3A}</a:tableStyleId>
              </a:tblPr>
              <a:tblGrid>
                <a:gridCol w="3735358">
                  <a:extLst>
                    <a:ext uri="{9D8B030D-6E8A-4147-A177-3AD203B41FA5}">
                      <a16:colId xmlns:a16="http://schemas.microsoft.com/office/drawing/2014/main" val="1629853495"/>
                    </a:ext>
                  </a:extLst>
                </a:gridCol>
                <a:gridCol w="3735358">
                  <a:extLst>
                    <a:ext uri="{9D8B030D-6E8A-4147-A177-3AD203B41FA5}">
                      <a16:colId xmlns:a16="http://schemas.microsoft.com/office/drawing/2014/main" val="790093397"/>
                    </a:ext>
                  </a:extLst>
                </a:gridCol>
                <a:gridCol w="1486298">
                  <a:extLst>
                    <a:ext uri="{9D8B030D-6E8A-4147-A177-3AD203B41FA5}">
                      <a16:colId xmlns:a16="http://schemas.microsoft.com/office/drawing/2014/main" val="3886010036"/>
                    </a:ext>
                  </a:extLst>
                </a:gridCol>
                <a:gridCol w="1486298">
                  <a:extLst>
                    <a:ext uri="{9D8B030D-6E8A-4147-A177-3AD203B41FA5}">
                      <a16:colId xmlns:a16="http://schemas.microsoft.com/office/drawing/2014/main" val="3602604964"/>
                    </a:ext>
                  </a:extLst>
                </a:gridCol>
                <a:gridCol w="874344">
                  <a:extLst>
                    <a:ext uri="{9D8B030D-6E8A-4147-A177-3AD203B41FA5}">
                      <a16:colId xmlns:a16="http://schemas.microsoft.com/office/drawing/2014/main" val="458003863"/>
                    </a:ext>
                  </a:extLst>
                </a:gridCol>
                <a:gridCol w="874344">
                  <a:extLst>
                    <a:ext uri="{9D8B030D-6E8A-4147-A177-3AD203B41FA5}">
                      <a16:colId xmlns:a16="http://schemas.microsoft.com/office/drawing/2014/main" val="2351116648"/>
                    </a:ext>
                  </a:extLst>
                </a:gridCol>
              </a:tblGrid>
              <a:tr h="267483">
                <a:tc>
                  <a:txBody>
                    <a:bodyPr/>
                    <a:lstStyle/>
                    <a:p>
                      <a:pPr marL="0" marR="0" algn="ctr">
                        <a:lnSpc>
                          <a:spcPct val="107000"/>
                        </a:lnSpc>
                        <a:spcBef>
                          <a:spcPts val="0"/>
                        </a:spcBef>
                        <a:spcAft>
                          <a:spcPts val="0"/>
                        </a:spcAft>
                      </a:pPr>
                      <a:r>
                        <a:rPr lang="en-US" sz="900" dirty="0">
                          <a:effectLst/>
                        </a:rPr>
                        <a:t>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gridSpan="5">
                  <a:txBody>
                    <a:bodyPr/>
                    <a:lstStyle/>
                    <a:p>
                      <a:pPr marL="0" marR="0" algn="l">
                        <a:lnSpc>
                          <a:spcPct val="107000"/>
                        </a:lnSpc>
                        <a:spcBef>
                          <a:spcPts val="0"/>
                        </a:spcBef>
                        <a:spcAft>
                          <a:spcPts val="0"/>
                        </a:spcAft>
                      </a:pPr>
                      <a:r>
                        <a:rPr lang="en-US" sz="900" dirty="0">
                          <a:effectLst/>
                        </a:rPr>
                        <a:t>Asset List - Client Company – April 2023</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8330604"/>
                  </a:ext>
                </a:extLst>
              </a:tr>
              <a:tr h="578867">
                <a:tc>
                  <a:txBody>
                    <a:bodyPr/>
                    <a:lstStyle/>
                    <a:p>
                      <a:pPr marL="0" marR="0" algn="ctr">
                        <a:lnSpc>
                          <a:spcPct val="107000"/>
                        </a:lnSpc>
                        <a:spcBef>
                          <a:spcPts val="0"/>
                        </a:spcBef>
                        <a:spcAft>
                          <a:spcPts val="0"/>
                        </a:spcAft>
                      </a:pPr>
                      <a:r>
                        <a:rPr lang="en-US" sz="800" dirty="0">
                          <a:effectLst/>
                        </a:rPr>
                        <a:t>Device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800" dirty="0">
                          <a:effectLst/>
                        </a:rPr>
                        <a:t>Model</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800">
                          <a:effectLst/>
                        </a:rPr>
                        <a:t>Quantity</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800">
                          <a:effectLst/>
                        </a:rPr>
                        <a:t>Location</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800">
                          <a:effectLst/>
                        </a:rPr>
                        <a:t>Serial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800">
                          <a:effectLst/>
                        </a:rPr>
                        <a:t>Comments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133341703"/>
                  </a:ext>
                </a:extLst>
              </a:tr>
              <a:tr h="216533">
                <a:tc gridSpan="6">
                  <a:txBody>
                    <a:bodyPr/>
                    <a:lstStyle/>
                    <a:p>
                      <a:pPr marL="0" marR="0" algn="ctr">
                        <a:lnSpc>
                          <a:spcPct val="107000"/>
                        </a:lnSpc>
                        <a:spcBef>
                          <a:spcPts val="0"/>
                        </a:spcBef>
                        <a:spcAft>
                          <a:spcPts val="0"/>
                        </a:spcAft>
                      </a:pPr>
                      <a:r>
                        <a:rPr lang="en-US" sz="900">
                          <a:effectLst/>
                        </a:rPr>
                        <a:t>New Items – To Be Purchased</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34446459"/>
                  </a:ext>
                </a:extLst>
              </a:tr>
              <a:tr h="216533">
                <a:tc>
                  <a:txBody>
                    <a:bodyPr/>
                    <a:lstStyle/>
                    <a:p>
                      <a:pPr marL="0" marR="0">
                        <a:lnSpc>
                          <a:spcPct val="107000"/>
                        </a:lnSpc>
                        <a:spcBef>
                          <a:spcPts val="0"/>
                        </a:spcBef>
                        <a:spcAft>
                          <a:spcPts val="0"/>
                        </a:spcAft>
                      </a:pPr>
                      <a:r>
                        <a:rPr lang="en-US" sz="900">
                          <a:effectLst/>
                        </a:rPr>
                        <a:t>Routerr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MNSi for Business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Hallway</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3546786290"/>
                  </a:ext>
                </a:extLst>
              </a:tr>
              <a:tr h="216533">
                <a:tc>
                  <a:txBody>
                    <a:bodyPr/>
                    <a:lstStyle/>
                    <a:p>
                      <a:pPr marL="0" marR="0">
                        <a:lnSpc>
                          <a:spcPct val="107000"/>
                        </a:lnSpc>
                        <a:spcBef>
                          <a:spcPts val="0"/>
                        </a:spcBef>
                        <a:spcAft>
                          <a:spcPts val="0"/>
                        </a:spcAft>
                      </a:pPr>
                      <a:r>
                        <a:rPr lang="en-US" sz="900">
                          <a:effectLst/>
                        </a:rPr>
                        <a:t>Laptops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HP Elite Dragonfly Notebook</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gn="ctr">
                        <a:lnSpc>
                          <a:spcPct val="107000"/>
                        </a:lnSpc>
                        <a:spcBef>
                          <a:spcPts val="0"/>
                        </a:spcBef>
                        <a:spcAft>
                          <a:spcPts val="0"/>
                        </a:spcAft>
                      </a:pPr>
                      <a:r>
                        <a:rPr lang="en-US" sz="900">
                          <a:effectLst/>
                        </a:rPr>
                        <a:t>70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1301603186"/>
                  </a:ext>
                </a:extLst>
              </a:tr>
              <a:tr h="425086">
                <a:tc>
                  <a:txBody>
                    <a:bodyPr/>
                    <a:lstStyle/>
                    <a:p>
                      <a:pPr marL="0" marR="0">
                        <a:lnSpc>
                          <a:spcPct val="107000"/>
                        </a:lnSpc>
                        <a:spcBef>
                          <a:spcPts val="0"/>
                        </a:spcBef>
                        <a:spcAft>
                          <a:spcPts val="0"/>
                        </a:spcAft>
                      </a:pPr>
                      <a:r>
                        <a:rPr lang="en-US" sz="900">
                          <a:effectLst/>
                        </a:rPr>
                        <a:t>IT RACK</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7k BTU Air-Conditioned Server Rack</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Server Room</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2245540775"/>
                  </a:ext>
                </a:extLst>
              </a:tr>
              <a:tr h="425086">
                <a:tc>
                  <a:txBody>
                    <a:bodyPr/>
                    <a:lstStyle/>
                    <a:p>
                      <a:pPr marL="0" marR="0">
                        <a:lnSpc>
                          <a:spcPct val="107000"/>
                        </a:lnSpc>
                        <a:spcBef>
                          <a:spcPts val="0"/>
                        </a:spcBef>
                        <a:spcAft>
                          <a:spcPts val="0"/>
                        </a:spcAft>
                      </a:pPr>
                      <a:r>
                        <a:rPr lang="en-US" sz="900">
                          <a:effectLst/>
                        </a:rPr>
                        <a:t>Staff Desk</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Altamae 48” Adjustable Height Standing Desk</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50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3052279777"/>
                  </a:ext>
                </a:extLst>
              </a:tr>
              <a:tr h="216533">
                <a:tc gridSpan="6">
                  <a:txBody>
                    <a:bodyPr/>
                    <a:lstStyle/>
                    <a:p>
                      <a:pPr marL="0" marR="0" algn="ctr">
                        <a:lnSpc>
                          <a:spcPct val="107000"/>
                        </a:lnSpc>
                        <a:spcBef>
                          <a:spcPts val="0"/>
                        </a:spcBef>
                        <a:spcAft>
                          <a:spcPts val="0"/>
                        </a:spcAft>
                      </a:pPr>
                      <a:r>
                        <a:rPr lang="en-US" sz="900">
                          <a:effectLst/>
                        </a:rPr>
                        <a:t>Existing Technology – To Be Re-Used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26169483"/>
                  </a:ext>
                </a:extLst>
              </a:tr>
              <a:tr h="425086">
                <a:tc>
                  <a:txBody>
                    <a:bodyPr/>
                    <a:lstStyle/>
                    <a:p>
                      <a:pPr marL="0" marR="0">
                        <a:lnSpc>
                          <a:spcPct val="107000"/>
                        </a:lnSpc>
                        <a:spcBef>
                          <a:spcPts val="0"/>
                        </a:spcBef>
                        <a:spcAft>
                          <a:spcPts val="0"/>
                        </a:spcAft>
                      </a:pPr>
                      <a:r>
                        <a:rPr lang="en-US" sz="900">
                          <a:effectLst/>
                        </a:rPr>
                        <a:t>Switches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Cisco Catalyst 9200L 48 Port PoE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2</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Sever Room</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458456710"/>
                  </a:ext>
                </a:extLst>
              </a:tr>
              <a:tr h="425086">
                <a:tc>
                  <a:txBody>
                    <a:bodyPr/>
                    <a:lstStyle/>
                    <a:p>
                      <a:pPr marL="0" marR="0">
                        <a:lnSpc>
                          <a:spcPct val="107000"/>
                        </a:lnSpc>
                        <a:spcBef>
                          <a:spcPts val="0"/>
                        </a:spcBef>
                        <a:spcAft>
                          <a:spcPts val="0"/>
                        </a:spcAft>
                      </a:pPr>
                      <a:r>
                        <a:rPr lang="en-US" sz="900">
                          <a:effectLst/>
                        </a:rPr>
                        <a:t>Firewall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Cisco ASA 5516-X</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Server Room</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3062902097"/>
                  </a:ext>
                </a:extLst>
              </a:tr>
              <a:tr h="425086">
                <a:tc>
                  <a:txBody>
                    <a:bodyPr/>
                    <a:lstStyle/>
                    <a:p>
                      <a:pPr marL="0" marR="0">
                        <a:lnSpc>
                          <a:spcPct val="107000"/>
                        </a:lnSpc>
                        <a:spcBef>
                          <a:spcPts val="0"/>
                        </a:spcBef>
                        <a:spcAft>
                          <a:spcPts val="0"/>
                        </a:spcAft>
                      </a:pPr>
                      <a:r>
                        <a:rPr lang="en-US" sz="900">
                          <a:effectLst/>
                        </a:rPr>
                        <a:t>UPS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715W Power supply</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Server Room</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2446603227"/>
                  </a:ext>
                </a:extLst>
              </a:tr>
              <a:tr h="216533">
                <a:tc>
                  <a:txBody>
                    <a:bodyPr/>
                    <a:lstStyle/>
                    <a:p>
                      <a:pPr marL="0" marR="0">
                        <a:lnSpc>
                          <a:spcPct val="107000"/>
                        </a:lnSpc>
                        <a:spcBef>
                          <a:spcPts val="0"/>
                        </a:spcBef>
                        <a:spcAft>
                          <a:spcPts val="0"/>
                        </a:spcAft>
                      </a:pPr>
                      <a:r>
                        <a:rPr lang="en-US" sz="900">
                          <a:effectLst/>
                        </a:rPr>
                        <a:t>Monitors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Dell S2421NXs @ 60hz</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20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4119102011"/>
                  </a:ext>
                </a:extLst>
              </a:tr>
              <a:tr h="216533">
                <a:tc>
                  <a:txBody>
                    <a:bodyPr/>
                    <a:lstStyle/>
                    <a:p>
                      <a:pPr marL="0" marR="0">
                        <a:lnSpc>
                          <a:spcPct val="107000"/>
                        </a:lnSpc>
                        <a:spcBef>
                          <a:spcPts val="0"/>
                        </a:spcBef>
                        <a:spcAft>
                          <a:spcPts val="0"/>
                        </a:spcAft>
                      </a:pPr>
                      <a:r>
                        <a:rPr lang="en-US" sz="900">
                          <a:effectLst/>
                        </a:rPr>
                        <a:t>Keyboard</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Logitech</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20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3635634243"/>
                  </a:ext>
                </a:extLst>
              </a:tr>
              <a:tr h="216533">
                <a:tc>
                  <a:txBody>
                    <a:bodyPr/>
                    <a:lstStyle/>
                    <a:p>
                      <a:pPr marL="0" marR="0">
                        <a:lnSpc>
                          <a:spcPct val="107000"/>
                        </a:lnSpc>
                        <a:spcBef>
                          <a:spcPts val="0"/>
                        </a:spcBef>
                        <a:spcAft>
                          <a:spcPts val="0"/>
                        </a:spcAft>
                      </a:pPr>
                      <a:r>
                        <a:rPr lang="en-US" sz="900">
                          <a:effectLst/>
                        </a:rPr>
                        <a:t>Mouse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Logitech</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gn="ctr">
                        <a:lnSpc>
                          <a:spcPct val="107000"/>
                        </a:lnSpc>
                        <a:spcBef>
                          <a:spcPts val="0"/>
                        </a:spcBef>
                        <a:spcAft>
                          <a:spcPts val="0"/>
                        </a:spcAft>
                      </a:pPr>
                      <a:r>
                        <a:rPr lang="en-US" sz="900">
                          <a:effectLst/>
                        </a:rPr>
                        <a:t>20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4133645149"/>
                  </a:ext>
                </a:extLst>
              </a:tr>
              <a:tr h="425086">
                <a:tc rowSpan="2">
                  <a:txBody>
                    <a:bodyPr/>
                    <a:lstStyle/>
                    <a:p>
                      <a:pPr marL="0" marR="0" algn="just">
                        <a:lnSpc>
                          <a:spcPct val="107000"/>
                        </a:lnSpc>
                        <a:spcBef>
                          <a:spcPts val="0"/>
                        </a:spcBef>
                        <a:spcAft>
                          <a:spcPts val="0"/>
                        </a:spcAft>
                      </a:pPr>
                      <a:r>
                        <a:rPr lang="en-US" sz="900">
                          <a:effectLst/>
                        </a:rPr>
                        <a:t>Printers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tc>
                  <a:txBody>
                    <a:bodyPr/>
                    <a:lstStyle/>
                    <a:p>
                      <a:pPr marL="0" marR="0">
                        <a:lnSpc>
                          <a:spcPct val="107000"/>
                        </a:lnSpc>
                        <a:spcBef>
                          <a:spcPts val="0"/>
                        </a:spcBef>
                        <a:spcAft>
                          <a:spcPts val="0"/>
                        </a:spcAft>
                      </a:pPr>
                      <a:r>
                        <a:rPr lang="en-US" sz="900">
                          <a:effectLst/>
                        </a:rPr>
                        <a:t>Label Printers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2</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Production Area</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3552387619"/>
                  </a:ext>
                </a:extLst>
              </a:tr>
              <a:tr h="216533">
                <a:tc vMerge="1">
                  <a:txBody>
                    <a:bodyPr/>
                    <a:lstStyle/>
                    <a:p>
                      <a:endParaRPr lang="en-US"/>
                    </a:p>
                  </a:txBody>
                  <a:tcPr/>
                </a:tc>
                <a:tc>
                  <a:txBody>
                    <a:bodyPr/>
                    <a:lstStyle/>
                    <a:p>
                      <a:pPr marL="0" marR="0">
                        <a:lnSpc>
                          <a:spcPct val="107000"/>
                        </a:lnSpc>
                        <a:spcBef>
                          <a:spcPts val="0"/>
                        </a:spcBef>
                        <a:spcAft>
                          <a:spcPts val="0"/>
                        </a:spcAft>
                      </a:pPr>
                      <a:r>
                        <a:rPr lang="en-US" sz="900">
                          <a:effectLst/>
                        </a:rPr>
                        <a:t>Office Printers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3</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499310734"/>
                  </a:ext>
                </a:extLst>
              </a:tr>
              <a:tr h="216533">
                <a:tc>
                  <a:txBody>
                    <a:bodyPr/>
                    <a:lstStyle/>
                    <a:p>
                      <a:pPr marL="0" marR="0">
                        <a:lnSpc>
                          <a:spcPct val="107000"/>
                        </a:lnSpc>
                        <a:spcBef>
                          <a:spcPts val="0"/>
                        </a:spcBef>
                        <a:spcAft>
                          <a:spcPts val="0"/>
                        </a:spcAft>
                      </a:pPr>
                      <a:r>
                        <a:rPr lang="en-US" sz="900">
                          <a:effectLst/>
                        </a:rPr>
                        <a:t>Cat 5e Cable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Various Manufacturers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All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49316325"/>
                  </a:ext>
                </a:extLst>
              </a:tr>
              <a:tr h="216533">
                <a:tc>
                  <a:txBody>
                    <a:bodyPr/>
                    <a:lstStyle/>
                    <a:p>
                      <a:pPr marL="0" marR="0">
                        <a:lnSpc>
                          <a:spcPct val="107000"/>
                        </a:lnSpc>
                        <a:spcBef>
                          <a:spcPts val="0"/>
                        </a:spcBef>
                        <a:spcAft>
                          <a:spcPts val="0"/>
                        </a:spcAft>
                      </a:pPr>
                      <a:r>
                        <a:rPr lang="en-US" sz="900">
                          <a:effectLst/>
                        </a:rPr>
                        <a:t>Fiber Cable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Various Manufacturers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All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extLst>
                  <a:ext uri="{0D108BD9-81ED-4DB2-BD59-A6C34878D82A}">
                    <a16:rowId xmlns:a16="http://schemas.microsoft.com/office/drawing/2014/main" val="1668206496"/>
                  </a:ext>
                </a:extLst>
              </a:tr>
              <a:tr h="216533">
                <a:tc gridSpan="6">
                  <a:txBody>
                    <a:bodyPr/>
                    <a:lstStyle/>
                    <a:p>
                      <a:pPr marL="0" marR="0" algn="ctr">
                        <a:lnSpc>
                          <a:spcPct val="107000"/>
                        </a:lnSpc>
                        <a:spcBef>
                          <a:spcPts val="0"/>
                        </a:spcBef>
                        <a:spcAft>
                          <a:spcPts val="0"/>
                        </a:spcAft>
                      </a:pPr>
                      <a:r>
                        <a:rPr lang="en-US" sz="900">
                          <a:effectLst/>
                        </a:rPr>
                        <a:t>Existing Items – To Be Discarded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763252001"/>
                  </a:ext>
                </a:extLst>
              </a:tr>
              <a:tr h="1079273">
                <a:tc>
                  <a:txBody>
                    <a:bodyPr/>
                    <a:lstStyle/>
                    <a:p>
                      <a:pPr marL="0" marR="0">
                        <a:lnSpc>
                          <a:spcPct val="107000"/>
                        </a:lnSpc>
                        <a:spcBef>
                          <a:spcPts val="0"/>
                        </a:spcBef>
                        <a:spcAft>
                          <a:spcPts val="0"/>
                        </a:spcAft>
                      </a:pPr>
                      <a:r>
                        <a:rPr lang="en-US" sz="900">
                          <a:effectLst/>
                        </a:rPr>
                        <a:t>Laptops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Dell Inspiron 5000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gn="ctr">
                        <a:lnSpc>
                          <a:spcPct val="107000"/>
                        </a:lnSpc>
                        <a:spcBef>
                          <a:spcPts val="0"/>
                        </a:spcBef>
                        <a:spcAft>
                          <a:spcPts val="0"/>
                        </a:spcAft>
                      </a:pPr>
                      <a:r>
                        <a:rPr lang="en-US" sz="900">
                          <a:effectLst/>
                        </a:rPr>
                        <a:t>70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Plant Wide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b"/>
                </a:tc>
                <a:tc>
                  <a:txBody>
                    <a:bodyPr/>
                    <a:lstStyle/>
                    <a:p>
                      <a:pPr marL="0" marR="0">
                        <a:lnSpc>
                          <a:spcPct val="107000"/>
                        </a:lnSpc>
                        <a:spcBef>
                          <a:spcPts val="0"/>
                        </a:spcBef>
                        <a:spcAft>
                          <a:spcPts val="0"/>
                        </a:spcAft>
                      </a:pPr>
                      <a:r>
                        <a:rPr lang="en-US" sz="9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tc>
                <a:tc>
                  <a:txBody>
                    <a:bodyPr/>
                    <a:lstStyle/>
                    <a:p>
                      <a:pPr marL="0" marR="0" algn="ctr">
                        <a:lnSpc>
                          <a:spcPct val="107000"/>
                        </a:lnSpc>
                        <a:spcBef>
                          <a:spcPts val="0"/>
                        </a:spcBef>
                        <a:spcAft>
                          <a:spcPts val="0"/>
                        </a:spcAft>
                      </a:pPr>
                      <a:r>
                        <a:rPr lang="en-US" sz="900" dirty="0">
                          <a:effectLst/>
                        </a:rPr>
                        <a:t> Return</a:t>
                      </a:r>
                      <a:br>
                        <a:rPr lang="en-US" sz="900" dirty="0">
                          <a:effectLst/>
                        </a:rPr>
                      </a:br>
                      <a:r>
                        <a:rPr lang="en-US" sz="900" dirty="0">
                          <a:effectLst/>
                        </a:rPr>
                        <a:t>on lease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344" marR="64344" marT="0" marB="0" anchor="ctr"/>
                </a:tc>
                <a:extLst>
                  <a:ext uri="{0D108BD9-81ED-4DB2-BD59-A6C34878D82A}">
                    <a16:rowId xmlns:a16="http://schemas.microsoft.com/office/drawing/2014/main" val="1297649968"/>
                  </a:ext>
                </a:extLst>
              </a:tr>
            </a:tbl>
          </a:graphicData>
        </a:graphic>
      </p:graphicFrame>
    </p:spTree>
    <p:extLst>
      <p:ext uri="{BB962C8B-B14F-4D97-AF65-F5344CB8AC3E}">
        <p14:creationId xmlns:p14="http://schemas.microsoft.com/office/powerpoint/2010/main" val="28921048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53</a:t>
            </a:fld>
            <a:endParaRPr lang="en-US" sz="2400" dirty="0"/>
          </a:p>
        </p:txBody>
      </p:sp>
      <p:pic>
        <p:nvPicPr>
          <p:cNvPr id="4" name="Picture 3">
            <a:extLst>
              <a:ext uri="{FF2B5EF4-FFF2-40B4-BE49-F238E27FC236}">
                <a16:creationId xmlns:a16="http://schemas.microsoft.com/office/drawing/2014/main" id="{35F205CC-1F9E-6603-D3DD-55BA64EF73A6}"/>
              </a:ext>
            </a:extLst>
          </p:cNvPr>
          <p:cNvPicPr>
            <a:picLocks noChangeAspect="1"/>
          </p:cNvPicPr>
          <p:nvPr/>
        </p:nvPicPr>
        <p:blipFill>
          <a:blip r:embed="rId4"/>
          <a:stretch>
            <a:fillRect/>
          </a:stretch>
        </p:blipFill>
        <p:spPr>
          <a:xfrm>
            <a:off x="0" y="38874"/>
            <a:ext cx="12192000" cy="6819126"/>
          </a:xfrm>
          <a:prstGeom prst="rect">
            <a:avLst/>
          </a:prstGeom>
        </p:spPr>
      </p:pic>
    </p:spTree>
    <p:extLst>
      <p:ext uri="{BB962C8B-B14F-4D97-AF65-F5344CB8AC3E}">
        <p14:creationId xmlns:p14="http://schemas.microsoft.com/office/powerpoint/2010/main" val="2533915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54</a:t>
            </a:fld>
            <a:endParaRPr lang="en-US" sz="2400" dirty="0"/>
          </a:p>
        </p:txBody>
      </p:sp>
      <p:pic>
        <p:nvPicPr>
          <p:cNvPr id="4" name="Picture 3">
            <a:extLst>
              <a:ext uri="{FF2B5EF4-FFF2-40B4-BE49-F238E27FC236}">
                <a16:creationId xmlns:a16="http://schemas.microsoft.com/office/drawing/2014/main" id="{35F205CC-1F9E-6603-D3DD-55BA64EF73A6}"/>
              </a:ext>
            </a:extLst>
          </p:cNvPr>
          <p:cNvPicPr>
            <a:picLocks noChangeAspect="1"/>
          </p:cNvPicPr>
          <p:nvPr/>
        </p:nvPicPr>
        <p:blipFill>
          <a:blip r:embed="rId4"/>
          <a:stretch>
            <a:fillRect/>
          </a:stretch>
        </p:blipFill>
        <p:spPr>
          <a:xfrm>
            <a:off x="-6075946" y="0"/>
            <a:ext cx="18267946" cy="10217473"/>
          </a:xfrm>
          <a:prstGeom prst="rect">
            <a:avLst/>
          </a:prstGeom>
        </p:spPr>
      </p:pic>
      <p:sp>
        <p:nvSpPr>
          <p:cNvPr id="2" name="Rectangle 1">
            <a:extLst>
              <a:ext uri="{FF2B5EF4-FFF2-40B4-BE49-F238E27FC236}">
                <a16:creationId xmlns:a16="http://schemas.microsoft.com/office/drawing/2014/main" id="{082E715E-0417-FD05-D17B-1644AED72BB6}"/>
              </a:ext>
            </a:extLst>
          </p:cNvPr>
          <p:cNvSpPr/>
          <p:nvPr/>
        </p:nvSpPr>
        <p:spPr>
          <a:xfrm>
            <a:off x="8267700" y="3162300"/>
            <a:ext cx="1438275" cy="2816304"/>
          </a:xfrm>
          <a:prstGeom prst="rect">
            <a:avLst/>
          </a:prstGeom>
          <a:blipFill>
            <a:blip r:embed="rId5"/>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6" name="Straight Arrow Connector 5">
            <a:extLst>
              <a:ext uri="{FF2B5EF4-FFF2-40B4-BE49-F238E27FC236}">
                <a16:creationId xmlns:a16="http://schemas.microsoft.com/office/drawing/2014/main" id="{9BE9F3CC-065E-45F9-3AD1-6CC37F65EB82}"/>
              </a:ext>
            </a:extLst>
          </p:cNvPr>
          <p:cNvCxnSpPr/>
          <p:nvPr/>
        </p:nvCxnSpPr>
        <p:spPr>
          <a:xfrm flipH="1" flipV="1">
            <a:off x="6991350" y="4705350"/>
            <a:ext cx="1276350" cy="152400"/>
          </a:xfrm>
          <a:prstGeom prst="straightConnector1">
            <a:avLst/>
          </a:prstGeom>
          <a:ln w="9525"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2359097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55</a:t>
            </a:fld>
            <a:endParaRPr lang="en-US" sz="2400" dirty="0"/>
          </a:p>
        </p:txBody>
      </p:sp>
      <p:pic>
        <p:nvPicPr>
          <p:cNvPr id="4" name="Picture 3">
            <a:extLst>
              <a:ext uri="{FF2B5EF4-FFF2-40B4-BE49-F238E27FC236}">
                <a16:creationId xmlns:a16="http://schemas.microsoft.com/office/drawing/2014/main" id="{35F205CC-1F9E-6603-D3DD-55BA64EF73A6}"/>
              </a:ext>
            </a:extLst>
          </p:cNvPr>
          <p:cNvPicPr>
            <a:picLocks noChangeAspect="1"/>
          </p:cNvPicPr>
          <p:nvPr/>
        </p:nvPicPr>
        <p:blipFill>
          <a:blip r:embed="rId4"/>
          <a:stretch>
            <a:fillRect/>
          </a:stretch>
        </p:blipFill>
        <p:spPr>
          <a:xfrm>
            <a:off x="-15560756" y="-8610600"/>
            <a:ext cx="27752756" cy="15468600"/>
          </a:xfrm>
          <a:prstGeom prst="rect">
            <a:avLst/>
          </a:prstGeom>
        </p:spPr>
      </p:pic>
      <p:sp>
        <p:nvSpPr>
          <p:cNvPr id="2" name="Rectangle 1">
            <a:extLst>
              <a:ext uri="{FF2B5EF4-FFF2-40B4-BE49-F238E27FC236}">
                <a16:creationId xmlns:a16="http://schemas.microsoft.com/office/drawing/2014/main" id="{2F7F7B35-B617-F059-CDB1-E5221A286E7F}"/>
              </a:ext>
            </a:extLst>
          </p:cNvPr>
          <p:cNvSpPr/>
          <p:nvPr/>
        </p:nvSpPr>
        <p:spPr>
          <a:xfrm>
            <a:off x="3148013" y="1152525"/>
            <a:ext cx="1962150" cy="1428750"/>
          </a:xfrm>
          <a:prstGeom prst="rect">
            <a:avLst/>
          </a:prstGeom>
          <a:blipFill>
            <a:blip r:embed="rId5"/>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 name="Rectangle 4">
            <a:extLst>
              <a:ext uri="{FF2B5EF4-FFF2-40B4-BE49-F238E27FC236}">
                <a16:creationId xmlns:a16="http://schemas.microsoft.com/office/drawing/2014/main" id="{B001AEB4-C82B-E6C5-DEA1-7A8D9BBE5AD1}"/>
              </a:ext>
            </a:extLst>
          </p:cNvPr>
          <p:cNvSpPr/>
          <p:nvPr/>
        </p:nvSpPr>
        <p:spPr>
          <a:xfrm>
            <a:off x="952501" y="3143250"/>
            <a:ext cx="2195512" cy="2162175"/>
          </a:xfrm>
          <a:prstGeom prst="rect">
            <a:avLst/>
          </a:prstGeom>
          <a:blipFill>
            <a:blip r:embed="rId6"/>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6" name="Rectangle 5">
            <a:extLst>
              <a:ext uri="{FF2B5EF4-FFF2-40B4-BE49-F238E27FC236}">
                <a16:creationId xmlns:a16="http://schemas.microsoft.com/office/drawing/2014/main" id="{99F81A7F-0E9E-7D3B-285E-5C000B390E28}"/>
              </a:ext>
            </a:extLst>
          </p:cNvPr>
          <p:cNvSpPr/>
          <p:nvPr/>
        </p:nvSpPr>
        <p:spPr>
          <a:xfrm>
            <a:off x="7141370" y="1819274"/>
            <a:ext cx="2195512" cy="2162175"/>
          </a:xfrm>
          <a:prstGeom prst="rect">
            <a:avLst/>
          </a:prstGeom>
          <a:blipFill>
            <a:blip r:embed="rId7"/>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8" name="Straight Arrow Connector 7">
            <a:extLst>
              <a:ext uri="{FF2B5EF4-FFF2-40B4-BE49-F238E27FC236}">
                <a16:creationId xmlns:a16="http://schemas.microsoft.com/office/drawing/2014/main" id="{91CDB262-B4C4-5462-37F9-D323DED674F8}"/>
              </a:ext>
            </a:extLst>
          </p:cNvPr>
          <p:cNvCxnSpPr/>
          <p:nvPr/>
        </p:nvCxnSpPr>
        <p:spPr>
          <a:xfrm>
            <a:off x="3148013" y="4224337"/>
            <a:ext cx="981075" cy="1081088"/>
          </a:xfrm>
          <a:prstGeom prst="straightConnector1">
            <a:avLst/>
          </a:prstGeom>
          <a:ln w="9525"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 name="Straight Arrow Connector 9">
            <a:extLst>
              <a:ext uri="{FF2B5EF4-FFF2-40B4-BE49-F238E27FC236}">
                <a16:creationId xmlns:a16="http://schemas.microsoft.com/office/drawing/2014/main" id="{3864A8AA-2E45-CE16-82D4-E8877A625C37}"/>
              </a:ext>
            </a:extLst>
          </p:cNvPr>
          <p:cNvCxnSpPr/>
          <p:nvPr/>
        </p:nvCxnSpPr>
        <p:spPr>
          <a:xfrm flipH="1">
            <a:off x="4654154" y="2581275"/>
            <a:ext cx="456009" cy="1133475"/>
          </a:xfrm>
          <a:prstGeom prst="straightConnector1">
            <a:avLst/>
          </a:prstGeom>
          <a:ln w="9525"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 name="Straight Arrow Connector 11">
            <a:extLst>
              <a:ext uri="{FF2B5EF4-FFF2-40B4-BE49-F238E27FC236}">
                <a16:creationId xmlns:a16="http://schemas.microsoft.com/office/drawing/2014/main" id="{012454F1-03D0-7411-C94D-BD81D17E5E68}"/>
              </a:ext>
            </a:extLst>
          </p:cNvPr>
          <p:cNvCxnSpPr/>
          <p:nvPr/>
        </p:nvCxnSpPr>
        <p:spPr>
          <a:xfrm flipH="1">
            <a:off x="6460927" y="3981449"/>
            <a:ext cx="680443" cy="2952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80213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56</a:t>
            </a:fld>
            <a:endParaRPr lang="en-US" sz="2400" dirty="0"/>
          </a:p>
        </p:txBody>
      </p:sp>
      <p:pic>
        <p:nvPicPr>
          <p:cNvPr id="4" name="Picture 3">
            <a:extLst>
              <a:ext uri="{FF2B5EF4-FFF2-40B4-BE49-F238E27FC236}">
                <a16:creationId xmlns:a16="http://schemas.microsoft.com/office/drawing/2014/main" id="{35F205CC-1F9E-6603-D3DD-55BA64EF73A6}"/>
              </a:ext>
            </a:extLst>
          </p:cNvPr>
          <p:cNvPicPr>
            <a:picLocks noChangeAspect="1"/>
          </p:cNvPicPr>
          <p:nvPr/>
        </p:nvPicPr>
        <p:blipFill>
          <a:blip r:embed="rId4"/>
          <a:stretch>
            <a:fillRect/>
          </a:stretch>
        </p:blipFill>
        <p:spPr>
          <a:xfrm>
            <a:off x="-1" y="0"/>
            <a:ext cx="12261503" cy="6858000"/>
          </a:xfrm>
          <a:prstGeom prst="rect">
            <a:avLst/>
          </a:prstGeom>
        </p:spPr>
      </p:pic>
    </p:spTree>
    <p:extLst>
      <p:ext uri="{BB962C8B-B14F-4D97-AF65-F5344CB8AC3E}">
        <p14:creationId xmlns:p14="http://schemas.microsoft.com/office/powerpoint/2010/main" val="38714953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57</a:t>
            </a:fld>
            <a:endParaRPr lang="en-US" sz="2400" dirty="0"/>
          </a:p>
        </p:txBody>
      </p:sp>
      <p:sp>
        <p:nvSpPr>
          <p:cNvPr id="2" name="Rectangle 1">
            <a:extLst>
              <a:ext uri="{FF2B5EF4-FFF2-40B4-BE49-F238E27FC236}">
                <a16:creationId xmlns:a16="http://schemas.microsoft.com/office/drawing/2014/main" id="{8A253495-EB0C-2484-F8D1-1DE1DCE76668}"/>
              </a:ext>
            </a:extLst>
          </p:cNvPr>
          <p:cNvSpPr/>
          <p:nvPr/>
        </p:nvSpPr>
        <p:spPr>
          <a:xfrm>
            <a:off x="0" y="0"/>
            <a:ext cx="6096000" cy="6858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 name="Rectangle 4">
            <a:extLst>
              <a:ext uri="{FF2B5EF4-FFF2-40B4-BE49-F238E27FC236}">
                <a16:creationId xmlns:a16="http://schemas.microsoft.com/office/drawing/2014/main" id="{AE7A700F-B674-DCB9-D891-9D507EA41ABD}"/>
              </a:ext>
            </a:extLst>
          </p:cNvPr>
          <p:cNvSpPr/>
          <p:nvPr/>
        </p:nvSpPr>
        <p:spPr>
          <a:xfrm>
            <a:off x="6096000" y="0"/>
            <a:ext cx="6096000" cy="6858000"/>
          </a:xfrm>
          <a:prstGeom prst="rect">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26918568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58</a:t>
            </a:fld>
            <a:endParaRPr lang="en-US" sz="2400" dirty="0"/>
          </a:p>
        </p:txBody>
      </p:sp>
      <p:pic>
        <p:nvPicPr>
          <p:cNvPr id="4" name="Picture 3" descr="Table&#10;&#10;Description automatically generated">
            <a:extLst>
              <a:ext uri="{FF2B5EF4-FFF2-40B4-BE49-F238E27FC236}">
                <a16:creationId xmlns:a16="http://schemas.microsoft.com/office/drawing/2014/main" id="{B3D67828-D018-3184-5265-A2668D16A6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6808"/>
            <a:ext cx="12192000" cy="6874807"/>
          </a:xfrm>
          <a:prstGeom prst="rect">
            <a:avLst/>
          </a:prstGeom>
        </p:spPr>
      </p:pic>
    </p:spTree>
    <p:extLst>
      <p:ext uri="{BB962C8B-B14F-4D97-AF65-F5344CB8AC3E}">
        <p14:creationId xmlns:p14="http://schemas.microsoft.com/office/powerpoint/2010/main" val="2682551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FDE37399-B88F-C1E9-EBED-61CA8F26E50E}"/>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pPr/>
              <a:t>59</a:t>
            </a:fld>
            <a:endParaRPr lang="en-US" sz="2400" dirty="0"/>
          </a:p>
        </p:txBody>
      </p:sp>
      <p:sp>
        <p:nvSpPr>
          <p:cNvPr id="8" name="Title 14">
            <a:extLst>
              <a:ext uri="{FF2B5EF4-FFF2-40B4-BE49-F238E27FC236}">
                <a16:creationId xmlns:a16="http://schemas.microsoft.com/office/drawing/2014/main" id="{0D9D5E02-581C-857B-4F42-A4435EDFE7E7}"/>
              </a:ext>
            </a:extLst>
          </p:cNvPr>
          <p:cNvSpPr>
            <a:spLocks noGrp="1"/>
          </p:cNvSpPr>
          <p:nvPr>
            <p:ph type="title"/>
          </p:nvPr>
        </p:nvSpPr>
        <p:spPr>
          <a:xfrm>
            <a:off x="329680" y="333392"/>
            <a:ext cx="11532637" cy="693151"/>
          </a:xfrm>
        </p:spPr>
        <p:style>
          <a:lnRef idx="2">
            <a:schemeClr val="dk1"/>
          </a:lnRef>
          <a:fillRef idx="1">
            <a:schemeClr val="lt1"/>
          </a:fillRef>
          <a:effectRef idx="0">
            <a:schemeClr val="dk1"/>
          </a:effectRef>
          <a:fontRef idx="minor">
            <a:schemeClr val="dk1"/>
          </a:fontRef>
        </p:style>
        <p:txBody>
          <a:bodyPr/>
          <a:lstStyle/>
          <a:p>
            <a:pPr algn="l">
              <a:lnSpc>
                <a:spcPct val="100000"/>
              </a:lnSpc>
            </a:pPr>
            <a:r>
              <a:rPr lang="en-US" sz="3600" dirty="0"/>
              <a:t>Project Review by Phase – Physical Design:</a:t>
            </a:r>
            <a:r>
              <a:rPr lang="en-US" sz="4000" dirty="0"/>
              <a:t> </a:t>
            </a:r>
          </a:p>
        </p:txBody>
      </p:sp>
      <p:graphicFrame>
        <p:nvGraphicFramePr>
          <p:cNvPr id="2" name="Table 1">
            <a:extLst>
              <a:ext uri="{FF2B5EF4-FFF2-40B4-BE49-F238E27FC236}">
                <a16:creationId xmlns:a16="http://schemas.microsoft.com/office/drawing/2014/main" id="{E51A27FB-7520-7A93-35DF-13F0FDC77604}"/>
              </a:ext>
            </a:extLst>
          </p:cNvPr>
          <p:cNvGraphicFramePr>
            <a:graphicFrameLocks noGrp="1"/>
          </p:cNvGraphicFramePr>
          <p:nvPr>
            <p:extLst>
              <p:ext uri="{D42A27DB-BD31-4B8C-83A1-F6EECF244321}">
                <p14:modId xmlns:p14="http://schemas.microsoft.com/office/powerpoint/2010/main" val="3305632025"/>
              </p:ext>
            </p:extLst>
          </p:nvPr>
        </p:nvGraphicFramePr>
        <p:xfrm>
          <a:off x="329680" y="1678723"/>
          <a:ext cx="5194502" cy="2457261"/>
        </p:xfrm>
        <a:graphic>
          <a:graphicData uri="http://schemas.openxmlformats.org/drawingml/2006/table">
            <a:tbl>
              <a:tblPr>
                <a:tableStyleId>{5C22544A-7EE6-4342-B048-85BDC9FD1C3A}</a:tableStyleId>
              </a:tblPr>
              <a:tblGrid>
                <a:gridCol w="588173">
                  <a:extLst>
                    <a:ext uri="{9D8B030D-6E8A-4147-A177-3AD203B41FA5}">
                      <a16:colId xmlns:a16="http://schemas.microsoft.com/office/drawing/2014/main" val="1750506219"/>
                    </a:ext>
                  </a:extLst>
                </a:gridCol>
                <a:gridCol w="2206030">
                  <a:extLst>
                    <a:ext uri="{9D8B030D-6E8A-4147-A177-3AD203B41FA5}">
                      <a16:colId xmlns:a16="http://schemas.microsoft.com/office/drawing/2014/main" val="3768363107"/>
                    </a:ext>
                  </a:extLst>
                </a:gridCol>
                <a:gridCol w="1143000">
                  <a:extLst>
                    <a:ext uri="{9D8B030D-6E8A-4147-A177-3AD203B41FA5}">
                      <a16:colId xmlns:a16="http://schemas.microsoft.com/office/drawing/2014/main" val="2366500429"/>
                    </a:ext>
                  </a:extLst>
                </a:gridCol>
                <a:gridCol w="409575">
                  <a:extLst>
                    <a:ext uri="{9D8B030D-6E8A-4147-A177-3AD203B41FA5}">
                      <a16:colId xmlns:a16="http://schemas.microsoft.com/office/drawing/2014/main" val="422414598"/>
                    </a:ext>
                  </a:extLst>
                </a:gridCol>
                <a:gridCol w="847724">
                  <a:extLst>
                    <a:ext uri="{9D8B030D-6E8A-4147-A177-3AD203B41FA5}">
                      <a16:colId xmlns:a16="http://schemas.microsoft.com/office/drawing/2014/main" val="3809203528"/>
                    </a:ext>
                  </a:extLst>
                </a:gridCol>
              </a:tblGrid>
              <a:tr h="198940">
                <a:tc>
                  <a:txBody>
                    <a:bodyPr/>
                    <a:lstStyle/>
                    <a:p>
                      <a:pPr marL="0" marR="0" algn="ctr">
                        <a:lnSpc>
                          <a:spcPct val="107000"/>
                        </a:lnSpc>
                        <a:spcBef>
                          <a:spcPts val="0"/>
                        </a:spcBef>
                        <a:spcAft>
                          <a:spcPts val="800"/>
                        </a:spcAft>
                      </a:pPr>
                      <a:r>
                        <a:rPr lang="en-US" sz="1000">
                          <a:effectLst/>
                        </a:rPr>
                        <a:t>Option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800"/>
                        </a:spcAft>
                      </a:pPr>
                      <a:r>
                        <a:rPr lang="en-US" sz="1000">
                          <a:effectLst/>
                        </a:rPr>
                        <a:t>Product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800"/>
                        </a:spcAft>
                      </a:pPr>
                      <a:r>
                        <a:rPr lang="en-US" sz="1000">
                          <a:effectLst/>
                        </a:rPr>
                        <a:t>Price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800"/>
                        </a:spcAft>
                      </a:pPr>
                      <a:r>
                        <a:rPr lang="en-US" sz="1000">
                          <a:effectLst/>
                        </a:rPr>
                        <a:t>Units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800"/>
                        </a:spcAft>
                      </a:pPr>
                      <a:r>
                        <a:rPr lang="en-US" sz="1000">
                          <a:effectLst/>
                        </a:rPr>
                        <a:t>Subtotal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66137469"/>
                  </a:ext>
                </a:extLst>
              </a:tr>
              <a:tr h="198940">
                <a:tc>
                  <a:txBody>
                    <a:bodyPr/>
                    <a:lstStyle/>
                    <a:p>
                      <a:pPr marL="0" marR="0" algn="ctr">
                        <a:lnSpc>
                          <a:spcPct val="107000"/>
                        </a:lnSpc>
                        <a:spcBef>
                          <a:spcPts val="0"/>
                        </a:spcBef>
                        <a:spcAft>
                          <a:spcPts val="800"/>
                        </a:spcAft>
                      </a:pPr>
                      <a:r>
                        <a:rPr lang="en-US" sz="1000">
                          <a:effectLst/>
                        </a:rPr>
                        <a:t>1A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800"/>
                        </a:spcAft>
                      </a:pPr>
                      <a:r>
                        <a:rPr lang="en-US" sz="1000">
                          <a:effectLst/>
                        </a:rPr>
                        <a:t>MNSi for Business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800"/>
                        </a:spcAft>
                      </a:pPr>
                      <a:r>
                        <a:rPr lang="en-US" sz="1000">
                          <a:effectLst/>
                        </a:rPr>
                        <a:t>$125.00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800"/>
                        </a:spcAft>
                      </a:pPr>
                      <a:r>
                        <a:rPr lang="en-US" sz="10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800"/>
                        </a:spcAft>
                      </a:pPr>
                      <a:r>
                        <a:rPr lang="en-US" sz="1000">
                          <a:effectLst/>
                        </a:rPr>
                        <a:t>$125.00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574982076"/>
                  </a:ext>
                </a:extLst>
              </a:tr>
              <a:tr h="198940">
                <a:tc>
                  <a:txBody>
                    <a:bodyPr/>
                    <a:lstStyle/>
                    <a:p>
                      <a:pPr marL="0" marR="0" algn="ctr">
                        <a:lnSpc>
                          <a:spcPct val="107000"/>
                        </a:lnSpc>
                        <a:spcBef>
                          <a:spcPts val="0"/>
                        </a:spcBef>
                        <a:spcAft>
                          <a:spcPts val="800"/>
                        </a:spcAft>
                      </a:pPr>
                      <a:r>
                        <a:rPr lang="en-US" sz="1000">
                          <a:effectLst/>
                        </a:rPr>
                        <a:t>2A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800"/>
                        </a:spcAft>
                      </a:pPr>
                      <a:r>
                        <a:rPr lang="en-US" sz="1000">
                          <a:effectLst/>
                        </a:rPr>
                        <a:t>HP Elite Dragonfly Notebook</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800"/>
                        </a:spcAft>
                      </a:pPr>
                      <a:r>
                        <a:rPr lang="en-US" sz="1000">
                          <a:effectLst/>
                        </a:rPr>
                        <a:t>$3053.38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800"/>
                        </a:spcAft>
                      </a:pPr>
                      <a:r>
                        <a:rPr lang="en-US" sz="1000">
                          <a:effectLst/>
                        </a:rPr>
                        <a:t>70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800"/>
                        </a:spcAft>
                      </a:pPr>
                      <a:r>
                        <a:rPr lang="en-US" sz="1000">
                          <a:effectLst/>
                        </a:rPr>
                        <a:t>$213,736.60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521091959"/>
                  </a:ext>
                </a:extLst>
              </a:tr>
              <a:tr h="871826">
                <a:tc>
                  <a:txBody>
                    <a:bodyPr/>
                    <a:lstStyle/>
                    <a:p>
                      <a:pPr marL="0" marR="0" algn="ctr">
                        <a:lnSpc>
                          <a:spcPct val="107000"/>
                        </a:lnSpc>
                        <a:spcBef>
                          <a:spcPts val="0"/>
                        </a:spcBef>
                        <a:spcAft>
                          <a:spcPts val="800"/>
                        </a:spcAft>
                      </a:pPr>
                      <a:r>
                        <a:rPr lang="en-US" sz="1000">
                          <a:effectLst/>
                        </a:rPr>
                        <a:t>3A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800"/>
                        </a:spcAft>
                      </a:pPr>
                      <a:r>
                        <a:rPr lang="en-US" sz="1100" dirty="0">
                          <a:effectLst/>
                        </a:rPr>
                        <a:t>7k BTU Air-Conditioned Server Rack</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457200" marR="0" algn="r">
                        <a:lnSpc>
                          <a:spcPct val="107000"/>
                        </a:lnSpc>
                        <a:spcBef>
                          <a:spcPts val="0"/>
                        </a:spcBef>
                        <a:spcAft>
                          <a:spcPts val="800"/>
                        </a:spcAft>
                      </a:pPr>
                      <a:r>
                        <a:rPr lang="en-US" sz="1100" kern="100" dirty="0">
                          <a:effectLst/>
                        </a:rPr>
                        <a:t>$3857.58</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800"/>
                        </a:spcAft>
                      </a:pPr>
                      <a:r>
                        <a:rPr lang="en-US" sz="10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800"/>
                        </a:spcAft>
                      </a:pPr>
                      <a:r>
                        <a:rPr lang="en-US" sz="1000">
                          <a:effectLst/>
                        </a:rPr>
                        <a:t>$3,857.58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032468005"/>
                  </a:ext>
                </a:extLst>
              </a:tr>
              <a:tr h="391795">
                <a:tc>
                  <a:txBody>
                    <a:bodyPr/>
                    <a:lstStyle/>
                    <a:p>
                      <a:pPr marL="0" marR="0" algn="ctr">
                        <a:lnSpc>
                          <a:spcPct val="107000"/>
                        </a:lnSpc>
                        <a:spcBef>
                          <a:spcPts val="0"/>
                        </a:spcBef>
                        <a:spcAft>
                          <a:spcPts val="800"/>
                        </a:spcAft>
                      </a:pPr>
                      <a:r>
                        <a:rPr lang="en-US" sz="1000">
                          <a:effectLst/>
                        </a:rPr>
                        <a:t>4A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800"/>
                        </a:spcAft>
                      </a:pPr>
                      <a:r>
                        <a:rPr lang="en-US" sz="1000">
                          <a:effectLst/>
                        </a:rPr>
                        <a:t>Altamae 48” Adjustable Height Standing Desk</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800"/>
                        </a:spcAft>
                      </a:pPr>
                      <a:r>
                        <a:rPr lang="en-US" sz="1000">
                          <a:effectLst/>
                        </a:rPr>
                        <a:t>$296.99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800"/>
                        </a:spcAft>
                      </a:pPr>
                      <a:r>
                        <a:rPr lang="en-US" sz="1000">
                          <a:effectLst/>
                        </a:rPr>
                        <a:t>50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800"/>
                        </a:spcAft>
                      </a:pPr>
                      <a:r>
                        <a:rPr lang="en-US" sz="1000">
                          <a:effectLst/>
                        </a:rPr>
                        <a:t>$14,849.50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633335850"/>
                  </a:ext>
                </a:extLst>
              </a:tr>
              <a:tr h="198940">
                <a:tc>
                  <a:txBody>
                    <a:bodyPr/>
                    <a:lstStyle/>
                    <a:p>
                      <a:pPr marL="0" marR="0">
                        <a:lnSpc>
                          <a:spcPct val="107000"/>
                        </a:lnSpc>
                        <a:spcBef>
                          <a:spcPts val="0"/>
                        </a:spcBef>
                        <a:spcAft>
                          <a:spcPts val="80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80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gridSpan="2">
                  <a:txBody>
                    <a:bodyPr/>
                    <a:lstStyle/>
                    <a:p>
                      <a:pPr marL="0" marR="0" algn="ctr">
                        <a:lnSpc>
                          <a:spcPct val="107000"/>
                        </a:lnSpc>
                        <a:spcBef>
                          <a:spcPts val="0"/>
                        </a:spcBef>
                        <a:spcAft>
                          <a:spcPts val="800"/>
                        </a:spcAft>
                      </a:pPr>
                      <a:r>
                        <a:rPr lang="en-US" sz="1000">
                          <a:effectLst/>
                        </a:rPr>
                        <a:t>Sub Total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hMerge="1">
                  <a:txBody>
                    <a:bodyPr/>
                    <a:lstStyle/>
                    <a:p>
                      <a:endParaRPr lang="en-US"/>
                    </a:p>
                  </a:txBody>
                  <a:tcPr/>
                </a:tc>
                <a:tc>
                  <a:txBody>
                    <a:bodyPr/>
                    <a:lstStyle/>
                    <a:p>
                      <a:pPr marL="0" marR="0" algn="r">
                        <a:lnSpc>
                          <a:spcPct val="107000"/>
                        </a:lnSpc>
                        <a:spcBef>
                          <a:spcPts val="0"/>
                        </a:spcBef>
                        <a:spcAft>
                          <a:spcPts val="800"/>
                        </a:spcAft>
                      </a:pPr>
                      <a:r>
                        <a:rPr lang="en-US" sz="1000">
                          <a:effectLst/>
                        </a:rPr>
                        <a:t>$2,32,568.68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656689006"/>
                  </a:ext>
                </a:extLst>
              </a:tr>
              <a:tr h="198940">
                <a:tc>
                  <a:txBody>
                    <a:bodyPr/>
                    <a:lstStyle/>
                    <a:p>
                      <a:pPr marL="0" marR="0">
                        <a:lnSpc>
                          <a:spcPct val="107000"/>
                        </a:lnSpc>
                        <a:spcBef>
                          <a:spcPts val="0"/>
                        </a:spcBef>
                        <a:spcAft>
                          <a:spcPts val="80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80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gridSpan="2">
                  <a:txBody>
                    <a:bodyPr/>
                    <a:lstStyle/>
                    <a:p>
                      <a:pPr marL="0" marR="0" algn="ctr">
                        <a:lnSpc>
                          <a:spcPct val="107000"/>
                        </a:lnSpc>
                        <a:spcBef>
                          <a:spcPts val="0"/>
                        </a:spcBef>
                        <a:spcAft>
                          <a:spcPts val="800"/>
                        </a:spcAft>
                      </a:pPr>
                      <a:r>
                        <a:rPr lang="en-US" sz="1000">
                          <a:effectLst/>
                        </a:rPr>
                        <a:t>HST 13%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hMerge="1">
                  <a:txBody>
                    <a:bodyPr/>
                    <a:lstStyle/>
                    <a:p>
                      <a:endParaRPr lang="en-US"/>
                    </a:p>
                  </a:txBody>
                  <a:tcPr/>
                </a:tc>
                <a:tc>
                  <a:txBody>
                    <a:bodyPr/>
                    <a:lstStyle/>
                    <a:p>
                      <a:pPr marL="0" marR="0" algn="r">
                        <a:lnSpc>
                          <a:spcPct val="107000"/>
                        </a:lnSpc>
                        <a:spcBef>
                          <a:spcPts val="0"/>
                        </a:spcBef>
                        <a:spcAft>
                          <a:spcPts val="800"/>
                        </a:spcAft>
                      </a:pPr>
                      <a:r>
                        <a:rPr lang="en-US" sz="1000">
                          <a:effectLst/>
                        </a:rPr>
                        <a:t>$30,233.93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606374871"/>
                  </a:ext>
                </a:extLst>
              </a:tr>
              <a:tr h="198940">
                <a:tc>
                  <a:txBody>
                    <a:bodyPr/>
                    <a:lstStyle/>
                    <a:p>
                      <a:pPr marL="0" marR="0">
                        <a:lnSpc>
                          <a:spcPct val="107000"/>
                        </a:lnSpc>
                        <a:spcBef>
                          <a:spcPts val="0"/>
                        </a:spcBef>
                        <a:spcAft>
                          <a:spcPts val="80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80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gridSpan="2">
                  <a:txBody>
                    <a:bodyPr/>
                    <a:lstStyle/>
                    <a:p>
                      <a:pPr marL="0" marR="0" algn="ctr">
                        <a:lnSpc>
                          <a:spcPct val="107000"/>
                        </a:lnSpc>
                        <a:spcBef>
                          <a:spcPts val="0"/>
                        </a:spcBef>
                        <a:spcAft>
                          <a:spcPts val="800"/>
                        </a:spcAft>
                      </a:pPr>
                      <a:r>
                        <a:rPr lang="en-US" sz="1000">
                          <a:effectLst/>
                        </a:rPr>
                        <a:t>Total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hMerge="1">
                  <a:txBody>
                    <a:bodyPr/>
                    <a:lstStyle/>
                    <a:p>
                      <a:endParaRPr lang="en-US"/>
                    </a:p>
                  </a:txBody>
                  <a:tcPr/>
                </a:tc>
                <a:tc>
                  <a:txBody>
                    <a:bodyPr/>
                    <a:lstStyle/>
                    <a:p>
                      <a:pPr marL="0" marR="0" algn="r">
                        <a:lnSpc>
                          <a:spcPct val="107000"/>
                        </a:lnSpc>
                        <a:spcBef>
                          <a:spcPts val="0"/>
                        </a:spcBef>
                        <a:spcAft>
                          <a:spcPts val="800"/>
                        </a:spcAft>
                      </a:pPr>
                      <a:r>
                        <a:rPr lang="en-US" sz="1000" dirty="0">
                          <a:effectLst/>
                        </a:rPr>
                        <a:t>$2,62,802.61</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59117139"/>
                  </a:ext>
                </a:extLst>
              </a:tr>
            </a:tbl>
          </a:graphicData>
        </a:graphic>
      </p:graphicFrame>
      <p:pic>
        <p:nvPicPr>
          <p:cNvPr id="5122" name="Picture 95856368" descr="pixel-clr">
            <a:extLst>
              <a:ext uri="{FF2B5EF4-FFF2-40B4-BE49-F238E27FC236}">
                <a16:creationId xmlns:a16="http://schemas.microsoft.com/office/drawing/2014/main" id="{0F77B60A-54A9-1D79-41E6-E72708F609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9680" y="1429512"/>
            <a:ext cx="365752" cy="45719"/>
          </a:xfrm>
          <a:prstGeom prst="rect">
            <a:avLst/>
          </a:prstGeom>
          <a:noFill/>
          <a:extLst>
            <a:ext uri="{909E8E84-426E-40DD-AFC4-6F175D3DCCD1}">
              <a14:hiddenFill xmlns:a14="http://schemas.microsoft.com/office/drawing/2010/main">
                <a:solidFill>
                  <a:srgbClr val="FFFFFF"/>
                </a:solidFill>
              </a14:hiddenFill>
            </a:ext>
          </a:extLst>
        </p:spPr>
      </p:pic>
      <p:pic>
        <p:nvPicPr>
          <p:cNvPr id="5121" name="Picture 95856366" descr="pixel-clr">
            <a:extLst>
              <a:ext uri="{FF2B5EF4-FFF2-40B4-BE49-F238E27FC236}">
                <a16:creationId xmlns:a16="http://schemas.microsoft.com/office/drawing/2014/main" id="{633C7B8E-C318-8B2E-2EDD-FAA4FF3691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9680" y="1429512"/>
            <a:ext cx="365752" cy="4571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a:extLst>
              <a:ext uri="{FF2B5EF4-FFF2-40B4-BE49-F238E27FC236}">
                <a16:creationId xmlns:a16="http://schemas.microsoft.com/office/drawing/2014/main" id="{A2263DE4-2DCE-7966-9C09-0FC86B1EAFC2}"/>
              </a:ext>
            </a:extLst>
          </p:cNvPr>
          <p:cNvGraphicFramePr>
            <a:graphicFrameLocks noGrp="1"/>
          </p:cNvGraphicFramePr>
          <p:nvPr>
            <p:extLst>
              <p:ext uri="{D42A27DB-BD31-4B8C-83A1-F6EECF244321}">
                <p14:modId xmlns:p14="http://schemas.microsoft.com/office/powerpoint/2010/main" val="2122564359"/>
              </p:ext>
            </p:extLst>
          </p:nvPr>
        </p:nvGraphicFramePr>
        <p:xfrm>
          <a:off x="9105900" y="1728871"/>
          <a:ext cx="2756103" cy="1704784"/>
        </p:xfrm>
        <a:graphic>
          <a:graphicData uri="http://schemas.openxmlformats.org/drawingml/2006/table">
            <a:tbl>
              <a:tblPr>
                <a:tableStyleId>{5C22544A-7EE6-4342-B048-85BDC9FD1C3A}</a:tableStyleId>
              </a:tblPr>
              <a:tblGrid>
                <a:gridCol w="755681">
                  <a:extLst>
                    <a:ext uri="{9D8B030D-6E8A-4147-A177-3AD203B41FA5}">
                      <a16:colId xmlns:a16="http://schemas.microsoft.com/office/drawing/2014/main" val="3052733369"/>
                    </a:ext>
                  </a:extLst>
                </a:gridCol>
                <a:gridCol w="1157899">
                  <a:extLst>
                    <a:ext uri="{9D8B030D-6E8A-4147-A177-3AD203B41FA5}">
                      <a16:colId xmlns:a16="http://schemas.microsoft.com/office/drawing/2014/main" val="1016703164"/>
                    </a:ext>
                  </a:extLst>
                </a:gridCol>
                <a:gridCol w="842523">
                  <a:extLst>
                    <a:ext uri="{9D8B030D-6E8A-4147-A177-3AD203B41FA5}">
                      <a16:colId xmlns:a16="http://schemas.microsoft.com/office/drawing/2014/main" val="2101983659"/>
                    </a:ext>
                  </a:extLst>
                </a:gridCol>
              </a:tblGrid>
              <a:tr h="213098">
                <a:tc>
                  <a:txBody>
                    <a:bodyPr/>
                    <a:lstStyle/>
                    <a:p>
                      <a:pPr marL="0" marR="0">
                        <a:lnSpc>
                          <a:spcPct val="107000"/>
                        </a:lnSpc>
                        <a:spcBef>
                          <a:spcPts val="0"/>
                        </a:spcBef>
                        <a:spcAft>
                          <a:spcPts val="800"/>
                        </a:spcAft>
                      </a:pPr>
                      <a:r>
                        <a:rPr lang="en-US" sz="1000">
                          <a:effectLst/>
                        </a:rPr>
                        <a:t>Option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800"/>
                        </a:spcAft>
                      </a:pPr>
                      <a:r>
                        <a:rPr lang="en-US" sz="1000" dirty="0">
                          <a:effectLst/>
                        </a:rPr>
                        <a:t>Hours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800"/>
                        </a:spcAft>
                      </a:pPr>
                      <a:r>
                        <a:rPr lang="en-US" sz="1000">
                          <a:effectLst/>
                        </a:rPr>
                        <a:t>Price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567098607"/>
                  </a:ext>
                </a:extLst>
              </a:tr>
              <a:tr h="213098">
                <a:tc>
                  <a:txBody>
                    <a:bodyPr/>
                    <a:lstStyle/>
                    <a:p>
                      <a:pPr marL="0" marR="0" algn="ctr">
                        <a:lnSpc>
                          <a:spcPct val="107000"/>
                        </a:lnSpc>
                        <a:spcBef>
                          <a:spcPts val="0"/>
                        </a:spcBef>
                        <a:spcAft>
                          <a:spcPts val="800"/>
                        </a:spcAft>
                      </a:pPr>
                      <a:r>
                        <a:rPr lang="en-US" sz="1000">
                          <a:effectLst/>
                        </a:rPr>
                        <a:t>1A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800"/>
                        </a:spcAft>
                      </a:pPr>
                      <a:r>
                        <a:rPr lang="en-US" sz="1000">
                          <a:effectLst/>
                        </a:rPr>
                        <a:t>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800"/>
                        </a:spcAft>
                      </a:pPr>
                      <a:r>
                        <a:rPr lang="en-US" sz="1000">
                          <a:effectLst/>
                        </a:rPr>
                        <a:t>$400.00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495480737"/>
                  </a:ext>
                </a:extLst>
              </a:tr>
              <a:tr h="213098">
                <a:tc>
                  <a:txBody>
                    <a:bodyPr/>
                    <a:lstStyle/>
                    <a:p>
                      <a:pPr marL="0" marR="0" algn="ctr">
                        <a:lnSpc>
                          <a:spcPct val="107000"/>
                        </a:lnSpc>
                        <a:spcBef>
                          <a:spcPts val="0"/>
                        </a:spcBef>
                        <a:spcAft>
                          <a:spcPts val="800"/>
                        </a:spcAft>
                      </a:pPr>
                      <a:r>
                        <a:rPr lang="en-US" sz="1000">
                          <a:effectLst/>
                        </a:rPr>
                        <a:t>2A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800"/>
                        </a:spcAft>
                      </a:pPr>
                      <a:r>
                        <a:rPr lang="en-US" sz="1000">
                          <a:effectLst/>
                        </a:rPr>
                        <a:t>17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800"/>
                        </a:spcAft>
                      </a:pPr>
                      <a:r>
                        <a:rPr lang="en-US" sz="1000">
                          <a:effectLst/>
                        </a:rPr>
                        <a:t>$1,700.00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081024907"/>
                  </a:ext>
                </a:extLst>
              </a:tr>
              <a:tr h="213098">
                <a:tc>
                  <a:txBody>
                    <a:bodyPr/>
                    <a:lstStyle/>
                    <a:p>
                      <a:pPr marL="0" marR="0" algn="ctr">
                        <a:lnSpc>
                          <a:spcPct val="107000"/>
                        </a:lnSpc>
                        <a:spcBef>
                          <a:spcPts val="0"/>
                        </a:spcBef>
                        <a:spcAft>
                          <a:spcPts val="800"/>
                        </a:spcAft>
                      </a:pPr>
                      <a:r>
                        <a:rPr lang="en-US" sz="1000">
                          <a:effectLst/>
                        </a:rPr>
                        <a:t>3A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800"/>
                        </a:spcAft>
                      </a:pPr>
                      <a:r>
                        <a:rPr lang="en-US" sz="1000">
                          <a:effectLst/>
                        </a:rPr>
                        <a:t>31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800"/>
                        </a:spcAft>
                      </a:pPr>
                      <a:r>
                        <a:rPr lang="en-US" sz="1000">
                          <a:effectLst/>
                        </a:rPr>
                        <a:t>$3,100.00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787750310"/>
                  </a:ext>
                </a:extLst>
              </a:tr>
              <a:tr h="213098">
                <a:tc>
                  <a:txBody>
                    <a:bodyPr/>
                    <a:lstStyle/>
                    <a:p>
                      <a:pPr marL="0" marR="0" algn="ctr">
                        <a:lnSpc>
                          <a:spcPct val="107000"/>
                        </a:lnSpc>
                        <a:spcBef>
                          <a:spcPts val="0"/>
                        </a:spcBef>
                        <a:spcAft>
                          <a:spcPts val="800"/>
                        </a:spcAft>
                      </a:pPr>
                      <a:r>
                        <a:rPr lang="en-US" sz="1000">
                          <a:effectLst/>
                        </a:rPr>
                        <a:t>4A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800"/>
                        </a:spcAft>
                      </a:pPr>
                      <a:r>
                        <a:rPr lang="en-US" sz="1000">
                          <a:effectLst/>
                        </a:rPr>
                        <a:t>12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800"/>
                        </a:spcAft>
                      </a:pPr>
                      <a:r>
                        <a:rPr lang="en-US" sz="1000">
                          <a:effectLst/>
                        </a:rPr>
                        <a:t>$1,200.00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41862766"/>
                  </a:ext>
                </a:extLst>
              </a:tr>
              <a:tr h="213098">
                <a:tc>
                  <a:txBody>
                    <a:bodyPr/>
                    <a:lstStyle/>
                    <a:p>
                      <a:pPr marL="0" marR="0">
                        <a:lnSpc>
                          <a:spcPct val="107000"/>
                        </a:lnSpc>
                        <a:spcBef>
                          <a:spcPts val="0"/>
                        </a:spcBef>
                        <a:spcAft>
                          <a:spcPts val="80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800"/>
                        </a:spcAft>
                      </a:pPr>
                      <a:r>
                        <a:rPr lang="en-US" sz="1000">
                          <a:effectLst/>
                        </a:rPr>
                        <a:t>Sub Total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800"/>
                        </a:spcAft>
                      </a:pPr>
                      <a:r>
                        <a:rPr lang="en-US" sz="1000">
                          <a:effectLst/>
                        </a:rPr>
                        <a:t>$6,400.00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162056625"/>
                  </a:ext>
                </a:extLst>
              </a:tr>
              <a:tr h="213098">
                <a:tc>
                  <a:txBody>
                    <a:bodyPr/>
                    <a:lstStyle/>
                    <a:p>
                      <a:pPr marL="0" marR="0">
                        <a:lnSpc>
                          <a:spcPct val="107000"/>
                        </a:lnSpc>
                        <a:spcBef>
                          <a:spcPts val="0"/>
                        </a:spcBef>
                        <a:spcAft>
                          <a:spcPts val="80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800"/>
                        </a:spcAft>
                      </a:pPr>
                      <a:r>
                        <a:rPr lang="en-US" sz="1000">
                          <a:effectLst/>
                        </a:rPr>
                        <a:t>HST 13%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800"/>
                        </a:spcAft>
                      </a:pPr>
                      <a:r>
                        <a:rPr lang="en-US" sz="1000">
                          <a:effectLst/>
                        </a:rPr>
                        <a:t>$832.00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987069258"/>
                  </a:ext>
                </a:extLst>
              </a:tr>
              <a:tr h="213098">
                <a:tc>
                  <a:txBody>
                    <a:bodyPr/>
                    <a:lstStyle/>
                    <a:p>
                      <a:pPr marL="0" marR="0">
                        <a:lnSpc>
                          <a:spcPct val="107000"/>
                        </a:lnSpc>
                        <a:spcBef>
                          <a:spcPts val="0"/>
                        </a:spcBef>
                        <a:spcAft>
                          <a:spcPts val="800"/>
                        </a:spcAft>
                      </a:pPr>
                      <a:r>
                        <a:rPr lang="en-US" sz="10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800"/>
                        </a:spcAft>
                      </a:pPr>
                      <a:r>
                        <a:rPr lang="en-US" sz="1000" dirty="0">
                          <a:effectLst/>
                        </a:rPr>
                        <a:t>Total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800"/>
                        </a:spcAft>
                      </a:pPr>
                      <a:r>
                        <a:rPr lang="en-US" sz="1000" dirty="0">
                          <a:effectLst/>
                        </a:rPr>
                        <a:t>$7,232.00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62158070"/>
                  </a:ext>
                </a:extLst>
              </a:tr>
            </a:tbl>
          </a:graphicData>
        </a:graphic>
      </p:graphicFrame>
      <p:graphicFrame>
        <p:nvGraphicFramePr>
          <p:cNvPr id="7" name="Table 6">
            <a:extLst>
              <a:ext uri="{FF2B5EF4-FFF2-40B4-BE49-F238E27FC236}">
                <a16:creationId xmlns:a16="http://schemas.microsoft.com/office/drawing/2014/main" id="{4606DE48-ED8D-6B83-2D21-5E80083655E1}"/>
              </a:ext>
            </a:extLst>
          </p:cNvPr>
          <p:cNvGraphicFramePr>
            <a:graphicFrameLocks noGrp="1"/>
          </p:cNvGraphicFramePr>
          <p:nvPr>
            <p:extLst>
              <p:ext uri="{D42A27DB-BD31-4B8C-83A1-F6EECF244321}">
                <p14:modId xmlns:p14="http://schemas.microsoft.com/office/powerpoint/2010/main" val="289869627"/>
              </p:ext>
            </p:extLst>
          </p:nvPr>
        </p:nvGraphicFramePr>
        <p:xfrm>
          <a:off x="9105899" y="4488409"/>
          <a:ext cx="2756103" cy="1626642"/>
        </p:xfrm>
        <a:graphic>
          <a:graphicData uri="http://schemas.openxmlformats.org/drawingml/2006/table">
            <a:tbl>
              <a:tblPr>
                <a:tableStyleId>{5C22544A-7EE6-4342-B048-85BDC9FD1C3A}</a:tableStyleId>
              </a:tblPr>
              <a:tblGrid>
                <a:gridCol w="1485900">
                  <a:extLst>
                    <a:ext uri="{9D8B030D-6E8A-4147-A177-3AD203B41FA5}">
                      <a16:colId xmlns:a16="http://schemas.microsoft.com/office/drawing/2014/main" val="395388945"/>
                    </a:ext>
                  </a:extLst>
                </a:gridCol>
                <a:gridCol w="1270203">
                  <a:extLst>
                    <a:ext uri="{9D8B030D-6E8A-4147-A177-3AD203B41FA5}">
                      <a16:colId xmlns:a16="http://schemas.microsoft.com/office/drawing/2014/main" val="919559691"/>
                    </a:ext>
                  </a:extLst>
                </a:gridCol>
              </a:tblGrid>
              <a:tr h="451586">
                <a:tc>
                  <a:txBody>
                    <a:bodyPr/>
                    <a:lstStyle/>
                    <a:p>
                      <a:pPr marL="0" marR="0" algn="ctr">
                        <a:lnSpc>
                          <a:spcPct val="107000"/>
                        </a:lnSpc>
                        <a:spcBef>
                          <a:spcPts val="0"/>
                        </a:spcBef>
                        <a:spcAft>
                          <a:spcPts val="800"/>
                        </a:spcAft>
                      </a:pPr>
                      <a:r>
                        <a:rPr lang="en-US" sz="1000">
                          <a:effectLst/>
                        </a:rPr>
                        <a:t>Item</a:t>
                      </a:r>
                      <a:br>
                        <a:rPr lang="en-US" sz="1000">
                          <a:effectLst/>
                        </a:rPr>
                      </a:br>
                      <a:r>
                        <a:rPr lang="en-US" sz="800">
                          <a:effectLst/>
                        </a:rPr>
                        <a:t>(Including Taxes)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800"/>
                        </a:spcAft>
                      </a:pPr>
                      <a:r>
                        <a:rPr lang="en-US" sz="1000" dirty="0">
                          <a:effectLst/>
                        </a:rPr>
                        <a:t>Price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729930410"/>
                  </a:ext>
                </a:extLst>
              </a:tr>
              <a:tr h="468567">
                <a:tc>
                  <a:txBody>
                    <a:bodyPr/>
                    <a:lstStyle/>
                    <a:p>
                      <a:pPr marL="0" marR="0">
                        <a:lnSpc>
                          <a:spcPct val="107000"/>
                        </a:lnSpc>
                        <a:spcBef>
                          <a:spcPts val="0"/>
                        </a:spcBef>
                        <a:spcAft>
                          <a:spcPts val="800"/>
                        </a:spcAft>
                      </a:pPr>
                      <a:r>
                        <a:rPr lang="en-US" sz="1000">
                          <a:effectLst/>
                        </a:rPr>
                        <a:t>Equipment Cost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800"/>
                        </a:spcAft>
                      </a:pPr>
                      <a:r>
                        <a:rPr lang="en-US" sz="1000">
                          <a:effectLst/>
                        </a:rPr>
                        <a:t>$2,62,802.61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062284668"/>
                  </a:ext>
                </a:extLst>
              </a:tr>
              <a:tr h="237922">
                <a:tc>
                  <a:txBody>
                    <a:bodyPr/>
                    <a:lstStyle/>
                    <a:p>
                      <a:pPr marL="0" marR="0">
                        <a:lnSpc>
                          <a:spcPct val="107000"/>
                        </a:lnSpc>
                        <a:spcBef>
                          <a:spcPts val="0"/>
                        </a:spcBef>
                        <a:spcAft>
                          <a:spcPts val="800"/>
                        </a:spcAft>
                      </a:pPr>
                      <a:r>
                        <a:rPr lang="en-US" sz="1000" dirty="0">
                          <a:effectLst/>
                        </a:rPr>
                        <a:t>Labor Cost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800"/>
                        </a:spcAft>
                      </a:pPr>
                      <a:r>
                        <a:rPr lang="en-US" sz="1000" dirty="0">
                          <a:effectLst/>
                        </a:rPr>
                        <a:t>$7,232.00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7180249"/>
                  </a:ext>
                </a:extLst>
              </a:tr>
              <a:tr h="468567">
                <a:tc>
                  <a:txBody>
                    <a:bodyPr/>
                    <a:lstStyle/>
                    <a:p>
                      <a:pPr marL="0" marR="0" algn="l">
                        <a:lnSpc>
                          <a:spcPct val="107000"/>
                        </a:lnSpc>
                        <a:spcBef>
                          <a:spcPts val="0"/>
                        </a:spcBef>
                        <a:spcAft>
                          <a:spcPts val="800"/>
                        </a:spcAft>
                      </a:pPr>
                      <a:r>
                        <a:rPr lang="en-US" sz="1000" dirty="0">
                          <a:effectLst/>
                        </a:rPr>
                        <a:t>Grand Total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800"/>
                        </a:spcAft>
                      </a:pPr>
                      <a:r>
                        <a:rPr lang="en-US" sz="1000" dirty="0">
                          <a:effectLst/>
                        </a:rPr>
                        <a:t>$2,70,034.61</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236895379"/>
                  </a:ext>
                </a:extLst>
              </a:tr>
            </a:tbl>
          </a:graphicData>
        </a:graphic>
      </p:graphicFrame>
      <p:sp>
        <p:nvSpPr>
          <p:cNvPr id="9" name="Text Placeholder 1">
            <a:extLst>
              <a:ext uri="{FF2B5EF4-FFF2-40B4-BE49-F238E27FC236}">
                <a16:creationId xmlns:a16="http://schemas.microsoft.com/office/drawing/2014/main" id="{761719F9-8C48-809C-92FD-E9A3282C9A43}"/>
              </a:ext>
            </a:extLst>
          </p:cNvPr>
          <p:cNvSpPr txBox="1">
            <a:spLocks/>
          </p:cNvSpPr>
          <p:nvPr/>
        </p:nvSpPr>
        <p:spPr>
          <a:xfrm>
            <a:off x="329680" y="1271498"/>
            <a:ext cx="2270644" cy="361746"/>
          </a:xfrm>
          <a:prstGeom prst="rect">
            <a:avLst/>
          </a:prstGeom>
          <a:solidFill>
            <a:sysClr val="window" lastClr="FFFFFF"/>
          </a:solidFill>
          <a:ln w="12700" cap="flat" cmpd="sng" algn="ctr">
            <a:solidFill>
              <a:sysClr val="windowText" lastClr="000000"/>
            </a:solidFill>
            <a:prstDash val="solid"/>
            <a:miter lim="800000"/>
          </a:ln>
          <a:effectLst/>
        </p:spPr>
        <p:txBody>
          <a:bodyPr vert="horz" lIns="91440" tIns="45720" rIns="91440" bIns="45720" numCol="1" rtlCol="0">
            <a:normAutofit lnSpcReduction="10000"/>
          </a:bodyPr>
          <a:lstStyle>
            <a:lvl1pPr marL="0" indent="0" algn="ctr" defTabSz="914400" rtl="0" eaLnBrk="1" latinLnBrk="0" hangingPunct="1">
              <a:lnSpc>
                <a:spcPct val="150000"/>
              </a:lnSpc>
              <a:spcBef>
                <a:spcPts val="1000"/>
              </a:spcBef>
              <a:buFont typeface="Arial" panose="020B0604020202020204" pitchFamily="34" charset="0"/>
              <a:buNone/>
              <a:defRPr sz="320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57150" algn="just">
              <a:lnSpc>
                <a:spcPct val="120000"/>
              </a:lnSpc>
              <a:defRPr/>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Equipment Cost Analysis</a:t>
            </a:r>
          </a:p>
        </p:txBody>
      </p:sp>
      <p:sp>
        <p:nvSpPr>
          <p:cNvPr id="10" name="Text Placeholder 1">
            <a:extLst>
              <a:ext uri="{FF2B5EF4-FFF2-40B4-BE49-F238E27FC236}">
                <a16:creationId xmlns:a16="http://schemas.microsoft.com/office/drawing/2014/main" id="{6734BB42-05DF-F112-EA73-6E17D0663AAE}"/>
              </a:ext>
            </a:extLst>
          </p:cNvPr>
          <p:cNvSpPr txBox="1">
            <a:spLocks/>
          </p:cNvSpPr>
          <p:nvPr/>
        </p:nvSpPr>
        <p:spPr>
          <a:xfrm>
            <a:off x="9105899" y="3996410"/>
            <a:ext cx="2270644" cy="361746"/>
          </a:xfrm>
          <a:prstGeom prst="rect">
            <a:avLst/>
          </a:prstGeom>
          <a:solidFill>
            <a:sysClr val="window" lastClr="FFFFFF"/>
          </a:solidFill>
          <a:ln w="12700" cap="flat" cmpd="sng" algn="ctr">
            <a:solidFill>
              <a:sysClr val="windowText" lastClr="000000"/>
            </a:solidFill>
            <a:prstDash val="solid"/>
            <a:miter lim="800000"/>
          </a:ln>
          <a:effectLst/>
        </p:spPr>
        <p:txBody>
          <a:bodyPr vert="horz" lIns="91440" tIns="45720" rIns="91440" bIns="45720" numCol="1" rtlCol="0">
            <a:normAutofit lnSpcReduction="10000"/>
          </a:bodyPr>
          <a:lstStyle>
            <a:lvl1pPr marL="0" indent="0" algn="ctr" defTabSz="914400" rtl="0" eaLnBrk="1" latinLnBrk="0" hangingPunct="1">
              <a:lnSpc>
                <a:spcPct val="150000"/>
              </a:lnSpc>
              <a:spcBef>
                <a:spcPts val="1000"/>
              </a:spcBef>
              <a:buFont typeface="Arial" panose="020B0604020202020204" pitchFamily="34" charset="0"/>
              <a:buNone/>
              <a:defRPr sz="320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57150" algn="just">
              <a:lnSpc>
                <a:spcPct val="120000"/>
              </a:lnSpc>
              <a:defRPr/>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Total Cost Summary</a:t>
            </a:r>
          </a:p>
        </p:txBody>
      </p:sp>
      <p:sp>
        <p:nvSpPr>
          <p:cNvPr id="12" name="Text Placeholder 1">
            <a:extLst>
              <a:ext uri="{FF2B5EF4-FFF2-40B4-BE49-F238E27FC236}">
                <a16:creationId xmlns:a16="http://schemas.microsoft.com/office/drawing/2014/main" id="{9C4727D9-6985-F260-F9AE-372649996BBE}"/>
              </a:ext>
            </a:extLst>
          </p:cNvPr>
          <p:cNvSpPr txBox="1">
            <a:spLocks/>
          </p:cNvSpPr>
          <p:nvPr/>
        </p:nvSpPr>
        <p:spPr>
          <a:xfrm>
            <a:off x="9105899" y="1271498"/>
            <a:ext cx="2270644" cy="361746"/>
          </a:xfrm>
          <a:prstGeom prst="rect">
            <a:avLst/>
          </a:prstGeom>
          <a:solidFill>
            <a:sysClr val="window" lastClr="FFFFFF"/>
          </a:solidFill>
          <a:ln w="12700" cap="flat" cmpd="sng" algn="ctr">
            <a:solidFill>
              <a:sysClr val="windowText" lastClr="000000"/>
            </a:solidFill>
            <a:prstDash val="solid"/>
            <a:miter lim="800000"/>
          </a:ln>
          <a:effectLst/>
        </p:spPr>
        <p:txBody>
          <a:bodyPr vert="horz" lIns="91440" tIns="45720" rIns="91440" bIns="45720" numCol="1" rtlCol="0">
            <a:normAutofit lnSpcReduction="10000"/>
          </a:bodyPr>
          <a:lstStyle>
            <a:lvl1pPr marL="0" indent="0" algn="ctr" defTabSz="914400" rtl="0" eaLnBrk="1" latinLnBrk="0" hangingPunct="1">
              <a:lnSpc>
                <a:spcPct val="150000"/>
              </a:lnSpc>
              <a:spcBef>
                <a:spcPts val="1000"/>
              </a:spcBef>
              <a:buFont typeface="Arial" panose="020B0604020202020204" pitchFamily="34" charset="0"/>
              <a:buNone/>
              <a:defRPr sz="320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57150" algn="just">
              <a:lnSpc>
                <a:spcPct val="120000"/>
              </a:lnSpc>
              <a:defRPr/>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Labor Cost Analysis</a:t>
            </a:r>
          </a:p>
        </p:txBody>
      </p:sp>
    </p:spTree>
    <p:extLst>
      <p:ext uri="{BB962C8B-B14F-4D97-AF65-F5344CB8AC3E}">
        <p14:creationId xmlns:p14="http://schemas.microsoft.com/office/powerpoint/2010/main" val="32048026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extLst>
              <a:ext uri="{BEBA8EAE-BF5A-486C-A8C5-ECC9F3942E4B}">
                <a14:imgProps xmlns:a14="http://schemas.microsoft.com/office/drawing/2010/main">
                  <a14:imgLayer r:embed="rId3">
                    <a14:imgEffect>
                      <a14:sharpenSoften amount="-100000"/>
                    </a14:imgEffect>
                  </a14:imgLayer>
                </a14:imgProps>
              </a:ext>
            </a:extLst>
          </a:blip>
          <a:srcRect/>
          <a:stretch/>
        </p:blipFill>
        <p:spPr>
          <a:xfrm>
            <a:off x="0" y="0"/>
            <a:ext cx="12191999" cy="6857999"/>
          </a:xfrm>
          <a:solidFill>
            <a:schemeClr val="tx1"/>
          </a:solidFill>
        </p:spPr>
      </p:pic>
      <p:sp>
        <p:nvSpPr>
          <p:cNvPr id="7" name="Text Placeholder 6">
            <a:extLst>
              <a:ext uri="{FF2B5EF4-FFF2-40B4-BE49-F238E27FC236}">
                <a16:creationId xmlns:a16="http://schemas.microsoft.com/office/drawing/2014/main" id="{5D865526-EC39-4780-A2A8-274A80A5C19B}"/>
              </a:ext>
            </a:extLst>
          </p:cNvPr>
          <p:cNvSpPr>
            <a:spLocks noGrp="1"/>
          </p:cNvSpPr>
          <p:nvPr>
            <p:ph type="body" idx="1"/>
          </p:nvPr>
        </p:nvSpPr>
        <p:spPr>
          <a:xfrm>
            <a:off x="3170765" y="2724942"/>
            <a:ext cx="5850468" cy="1408114"/>
          </a:xfrm>
        </p:spPr>
        <p:txBody>
          <a:bodyPr/>
          <a:lstStyle/>
          <a:p>
            <a:pPr>
              <a:spcBef>
                <a:spcPts val="0"/>
              </a:spcBef>
            </a:pPr>
            <a:r>
              <a:rPr lang="en-US" sz="5400" dirty="0"/>
              <a:t>Thank You</a:t>
            </a:r>
          </a:p>
        </p:txBody>
      </p:sp>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1397428" y="341702"/>
            <a:ext cx="3984098" cy="857076"/>
          </a:xfrm>
        </p:spPr>
        <p:txBody>
          <a:bodyPr/>
          <a:lstStyle/>
          <a:p>
            <a:pPr algn="l"/>
            <a:r>
              <a:rPr lang="en-US" sz="1800" b="1" dirty="0">
                <a:solidFill>
                  <a:srgbClr val="C00000"/>
                </a:solidFill>
              </a:rPr>
              <a:t>Client Company</a:t>
            </a:r>
          </a:p>
        </p:txBody>
      </p:sp>
      <p:pic>
        <p:nvPicPr>
          <p:cNvPr id="5" name="Picture 4">
            <a:extLst>
              <a:ext uri="{FF2B5EF4-FFF2-40B4-BE49-F238E27FC236}">
                <a16:creationId xmlns:a16="http://schemas.microsoft.com/office/drawing/2014/main" id="{982F246A-978C-9786-D2D3-C3CDB02F409F}"/>
              </a:ext>
            </a:extLst>
          </p:cNvPr>
          <p:cNvPicPr>
            <a:picLocks noChangeAspect="1"/>
          </p:cNvPicPr>
          <p:nvPr/>
        </p:nvPicPr>
        <p:blipFill>
          <a:blip r:embed="rId4">
            <a:extLst>
              <a:ext uri="{837473B0-CC2E-450A-ABE3-18F120FF3D39}">
                <a1611:picAttrSrcUrl xmlns:a1611="http://schemas.microsoft.com/office/drawing/2016/11/main" r:id="rId5"/>
              </a:ext>
            </a:extLst>
          </a:blip>
          <a:srcRect/>
          <a:stretch/>
        </p:blipFill>
        <p:spPr>
          <a:xfrm>
            <a:off x="136345" y="349878"/>
            <a:ext cx="1379177" cy="1050903"/>
          </a:xfrm>
          <a:prstGeom prst="rect">
            <a:avLst/>
          </a:prstGeom>
        </p:spPr>
      </p:pic>
      <p:sp>
        <p:nvSpPr>
          <p:cNvPr id="6" name="Title 8">
            <a:extLst>
              <a:ext uri="{FF2B5EF4-FFF2-40B4-BE49-F238E27FC236}">
                <a16:creationId xmlns:a16="http://schemas.microsoft.com/office/drawing/2014/main" id="{1F0A43CB-F8DC-62C9-115D-D5604622AE3B}"/>
              </a:ext>
            </a:extLst>
          </p:cNvPr>
          <p:cNvSpPr txBox="1">
            <a:spLocks/>
          </p:cNvSpPr>
          <p:nvPr/>
        </p:nvSpPr>
        <p:spPr>
          <a:xfrm>
            <a:off x="8679921" y="341702"/>
            <a:ext cx="1859968" cy="857076"/>
          </a:xfrm>
          <a:prstGeom prst="rect">
            <a:avLst/>
          </a:prstGeom>
        </p:spPr>
        <p:txBody>
          <a:bodyPr vert="horz" lIns="91440" tIns="45720" rIns="91440" bIns="45720" rtlCol="0" anchor="ctr">
            <a:noAutofit/>
          </a:bodyPr>
          <a:lstStyle>
            <a:lvl1pPr algn="ctr" defTabSz="914400" rtl="0" eaLnBrk="1" latinLnBrk="0" hangingPunct="1">
              <a:lnSpc>
                <a:spcPct val="150000"/>
              </a:lnSpc>
              <a:spcBef>
                <a:spcPts val="1000"/>
              </a:spcBef>
              <a:buNone/>
              <a:defRPr sz="4000" kern="1200" cap="all" spc="300" baseline="0">
                <a:solidFill>
                  <a:schemeClr val="tx1"/>
                </a:solidFill>
                <a:latin typeface="+mj-lt"/>
                <a:ea typeface="+mj-ea"/>
                <a:cs typeface="+mj-cs"/>
              </a:defRPr>
            </a:lvl1pPr>
          </a:lstStyle>
          <a:p>
            <a:pPr algn="r">
              <a:lnSpc>
                <a:spcPct val="100000"/>
              </a:lnSpc>
            </a:pPr>
            <a:r>
              <a:rPr lang="en-US" sz="2000" b="1" dirty="0">
                <a:solidFill>
                  <a:srgbClr val="C00000"/>
                </a:solidFill>
              </a:rPr>
              <a:t>PTHK</a:t>
            </a:r>
            <a:endParaRPr lang="en-US" sz="2800" b="1" dirty="0">
              <a:solidFill>
                <a:srgbClr val="C00000"/>
              </a:solidFill>
            </a:endParaRPr>
          </a:p>
          <a:p>
            <a:pPr algn="r">
              <a:lnSpc>
                <a:spcPct val="100000"/>
              </a:lnSpc>
            </a:pPr>
            <a:r>
              <a:rPr lang="en-US" sz="2000" dirty="0">
                <a:solidFill>
                  <a:schemeClr val="bg1"/>
                </a:solidFill>
              </a:rPr>
              <a:t>Group 5</a:t>
            </a:r>
          </a:p>
        </p:txBody>
      </p:sp>
      <p:pic>
        <p:nvPicPr>
          <p:cNvPr id="11" name="Picture 10" descr="A picture containing text, mug&#10;&#10;Description automatically generated">
            <a:extLst>
              <a:ext uri="{FF2B5EF4-FFF2-40B4-BE49-F238E27FC236}">
                <a16:creationId xmlns:a16="http://schemas.microsoft.com/office/drawing/2014/main" id="{45BCCF67-03B9-DFF0-94BA-8F193675299D}"/>
              </a:ext>
            </a:extLst>
          </p:cNvPr>
          <p:cNvPicPr>
            <a:picLocks noChangeAspect="1"/>
          </p:cNvPicPr>
          <p:nvPr/>
        </p:nvPicPr>
        <p:blipFill rotWithShape="1">
          <a:blip r:embed="rId6"/>
          <a:srcRect l="19860" t="5721" r="18582" b="11581"/>
          <a:stretch/>
        </p:blipFill>
        <p:spPr>
          <a:xfrm>
            <a:off x="10676477" y="139699"/>
            <a:ext cx="1379177" cy="1261083"/>
          </a:xfrm>
          <a:prstGeom prst="rect">
            <a:avLst/>
          </a:prstGeom>
        </p:spPr>
      </p:pic>
      <p:sp>
        <p:nvSpPr>
          <p:cNvPr id="2" name="Slide Number Placeholder 6">
            <a:extLst>
              <a:ext uri="{FF2B5EF4-FFF2-40B4-BE49-F238E27FC236}">
                <a16:creationId xmlns:a16="http://schemas.microsoft.com/office/drawing/2014/main" id="{5C02738D-69F8-2F9B-2FFA-006631514908}"/>
              </a:ext>
            </a:extLst>
          </p:cNvPr>
          <p:cNvSpPr txBox="1">
            <a:spLocks/>
          </p:cNvSpPr>
          <p:nvPr/>
        </p:nvSpPr>
        <p:spPr>
          <a:xfrm>
            <a:off x="11468100" y="6245304"/>
            <a:ext cx="627646" cy="3651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1800" kern="1200" spc="3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8C2E478F-E849-4A8C-AF1F-CBCC78A7CBFA}" type="slidenum">
              <a:rPr lang="en-US" sz="2400" smtClean="0">
                <a:solidFill>
                  <a:schemeClr val="bg1"/>
                </a:solidFill>
              </a:rPr>
              <a:pPr/>
              <a:t>60</a:t>
            </a:fld>
            <a:endParaRPr lang="en-US" sz="2400" dirty="0">
              <a:solidFill>
                <a:schemeClr val="bg1"/>
              </a:solidFill>
            </a:endParaRPr>
          </a:p>
        </p:txBody>
      </p:sp>
    </p:spTree>
    <p:extLst>
      <p:ext uri="{BB962C8B-B14F-4D97-AF65-F5344CB8AC3E}">
        <p14:creationId xmlns:p14="http://schemas.microsoft.com/office/powerpoint/2010/main" val="17952157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themeOverride>
</file>

<file path=ppt/theme/themeOverride2.xml><?xml version="1.0" encoding="utf-8"?>
<a:themeOverride xmlns:a="http://schemas.openxmlformats.org/drawingml/2006/main">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themeOverride>
</file>

<file path=ppt/theme/themeOverride3.xml><?xml version="1.0" encoding="utf-8"?>
<a:themeOverride xmlns:a="http://schemas.openxmlformats.org/drawingml/2006/main">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themeOverride>
</file>

<file path=ppt/theme/themeOverride4.xml><?xml version="1.0" encoding="utf-8"?>
<a:themeOverride xmlns:a="http://schemas.openxmlformats.org/drawingml/2006/main">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D9F223-918A-45AF-9B53-56AB9E5E2182}">
  <ds:schemaRefs>
    <ds:schemaRef ds:uri="http://purl.org/dc/dcmitype/"/>
    <ds:schemaRef ds:uri="71af3243-3dd4-4a8d-8c0d-dd76da1f02a5"/>
    <ds:schemaRef ds:uri="http://purl.org/dc/elements/1.1/"/>
    <ds:schemaRef ds:uri="http://schemas.microsoft.com/office/2006/metadata/properties"/>
    <ds:schemaRef ds:uri="16c05727-aa75-4e4a-9b5f-8a80a116589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http://purl.org/dc/terms/"/>
  </ds:schemaRefs>
</ds:datastoreItem>
</file>

<file path=customXml/itemProps2.xml><?xml version="1.0" encoding="utf-8"?>
<ds:datastoreItem xmlns:ds="http://schemas.openxmlformats.org/officeDocument/2006/customXml" ds:itemID="{1B7E2D32-4FDD-4266-880C-17595B801432}">
  <ds:schemaRefs>
    <ds:schemaRef ds:uri="http://schemas.microsoft.com/sharepoint/v3/contenttype/forms"/>
  </ds:schemaRefs>
</ds:datastoreItem>
</file>

<file path=customXml/itemProps3.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1044</TotalTime>
  <Words>4142</Words>
  <Application>Microsoft Office PowerPoint</Application>
  <PresentationFormat>Widescreen</PresentationFormat>
  <Paragraphs>1123</Paragraphs>
  <Slides>60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60</vt:i4>
      </vt:variant>
    </vt:vector>
  </HeadingPairs>
  <TitlesOfParts>
    <vt:vector size="65" baseType="lpstr">
      <vt:lpstr>Arial</vt:lpstr>
      <vt:lpstr>Calibri</vt:lpstr>
      <vt:lpstr>Calibri Light</vt:lpstr>
      <vt:lpstr>Wingdings</vt:lpstr>
      <vt:lpstr>Office Theme</vt:lpstr>
      <vt:lpstr>Client Company</vt:lpstr>
      <vt:lpstr>PowerPoint Presentation</vt:lpstr>
      <vt:lpstr>Executive Overview</vt:lpstr>
      <vt:lpstr>Executive overview</vt:lpstr>
      <vt:lpstr>Executive overview</vt:lpstr>
      <vt:lpstr>Executive overview</vt:lpstr>
      <vt:lpstr>Executive overview</vt:lpstr>
      <vt:lpstr>Executive overview</vt:lpstr>
      <vt:lpstr>Executive overview</vt:lpstr>
      <vt:lpstr>Executive overview</vt:lpstr>
      <vt:lpstr>PowerPoint Presentation</vt:lpstr>
      <vt:lpstr>Project Review by Phase – Requirements Gathering: </vt:lpstr>
      <vt:lpstr>Project Review by Phase – Requirements Gathering: </vt:lpstr>
      <vt:lpstr>Project Review by Phase – Requirements Gathering: </vt:lpstr>
      <vt:lpstr>Project Review by Phase – Requirements Gathering: </vt:lpstr>
      <vt:lpstr>Project Review by Phase – Requirements Gathering: </vt:lpstr>
      <vt:lpstr>Project Review by Phase – Requirements Gathering: </vt:lpstr>
      <vt:lpstr>Project Review by Phase – Requirements Gathering: </vt:lpstr>
      <vt:lpstr>Project Review by Phase – Requirements Gathering: </vt:lpstr>
      <vt:lpstr>Project Review by Phase – Requirements Gathering: </vt:lpstr>
      <vt:lpstr>PowerPoint Presentation</vt:lpstr>
      <vt:lpstr>Project Review by Phase – Traffic Analysis: </vt:lpstr>
      <vt:lpstr>Project Review by Phase – Traffic Analysis: </vt:lpstr>
      <vt:lpstr>Project Review by Phase – Traffic Analysis: </vt:lpstr>
      <vt:lpstr>Project Review by Phase – Traffic Analysis: </vt:lpstr>
      <vt:lpstr>Project Review by Phase – Traffic Analysis: </vt:lpstr>
      <vt:lpstr>Project Review by Phase – Traffic Analysis: </vt:lpstr>
      <vt:lpstr>Project Review by Phase – Traffic Analysis: </vt:lpstr>
      <vt:lpstr>PowerPoint Presentation</vt:lpstr>
      <vt:lpstr>Project Review by Phase – Logical Design: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Review by Phase – Logical Design: </vt:lpstr>
      <vt:lpstr>Project Review by Phase – Logical Design: </vt:lpstr>
      <vt:lpstr>Project Review by Phase – Logical Design: </vt:lpstr>
      <vt:lpstr>Project Review by Phase – Logical Design: </vt:lpstr>
      <vt:lpstr>PowerPoint Presentation</vt:lpstr>
      <vt:lpstr>Project Review by Phase – Physical Design: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Review by Phase – Physical Design: </vt:lpstr>
      <vt:lpstr>Client Company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Peak processing solutions</dc:title>
  <dc:creator>Kishankumar Sureshbhai Panchal</dc:creator>
  <cp:lastModifiedBy>Kishan Panchal</cp:lastModifiedBy>
  <cp:revision>92</cp:revision>
  <dcterms:created xsi:type="dcterms:W3CDTF">2023-01-25T19:33:50Z</dcterms:created>
  <dcterms:modified xsi:type="dcterms:W3CDTF">2023-09-11T17:21:45Z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